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7.xml.rels" ContentType="application/vnd.openxmlformats-package.relationships+xml"/>
  <Override PartName="/ppt/slideMasters/_rels/slideMaster2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29.xml.rels" ContentType="application/vnd.openxmlformats-package.relationships+xml"/>
  <Override PartName="/ppt/slideMasters/_rels/slideMaster31.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32.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33.xml.rels" ContentType="application/vnd.openxmlformats-package.relationships+xml"/>
  <Override PartName="/ppt/slideMasters/_rels/slideMaster10.xml.rels" ContentType="application/vnd.openxmlformats-package.relationships+xml"/>
  <Override PartName="/ppt/slideMasters/_rels/slideMaster34.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35.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3.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0.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34.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35.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2.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37.xml" ContentType="application/vnd.openxmlformats-officedocument.theme+xml"/>
  <Override PartName="/ppt/theme/theme31.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12.xml" ContentType="application/vnd.openxmlformats-officedocument.theme+xml"/>
  <Override PartName="/ppt/theme/theme1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slideLayouts/slideLayout22.xml" ContentType="application/vnd.openxmlformats-officedocument.presentationml.slideLayout+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13.xml" ContentType="application/vnd.openxmlformats-officedocument.presentationml.slideLayout+xml"/>
  <Override PartName="/ppt/slideLayouts/slideLayout37.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Lst>
  <p:sldIdLst>
    <p:sldId id="256" r:id="rId39"/>
    <p:sldId id="257" r:id="rId40"/>
    <p:sldId id="258" r:id="rId41"/>
    <p:sldId id="259" r:id="rId42"/>
    <p:sldId id="260" r:id="rId43"/>
    <p:sldId id="261" r:id="rId44"/>
    <p:sldId id="262" r:id="rId45"/>
    <p:sldId id="263" r:id="rId46"/>
    <p:sldId id="264" r:id="rId47"/>
    <p:sldId id="265" r:id="rId48"/>
    <p:sldId id="266" r:id="rId49"/>
    <p:sldId id="267" r:id="rId50"/>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 Target="slides/slide1.xml"/><Relationship Id="rId40" Type="http://schemas.openxmlformats.org/officeDocument/2006/relationships/slide" Target="slides/slide2.xml"/><Relationship Id="rId41" Type="http://schemas.openxmlformats.org/officeDocument/2006/relationships/slide" Target="slides/slide3.xml"/><Relationship Id="rId42" Type="http://schemas.openxmlformats.org/officeDocument/2006/relationships/slide" Target="slides/slide4.xml"/><Relationship Id="rId43" Type="http://schemas.openxmlformats.org/officeDocument/2006/relationships/slide" Target="slides/slide5.xml"/><Relationship Id="rId44" Type="http://schemas.openxmlformats.org/officeDocument/2006/relationships/slide" Target="slides/slide6.xml"/><Relationship Id="rId45" Type="http://schemas.openxmlformats.org/officeDocument/2006/relationships/slide" Target="slides/slide7.xml"/><Relationship Id="rId46" Type="http://schemas.openxmlformats.org/officeDocument/2006/relationships/slide" Target="slides/slide8.xml"/><Relationship Id="rId47" Type="http://schemas.openxmlformats.org/officeDocument/2006/relationships/slide" Target="slides/slide9.xml"/><Relationship Id="rId48" Type="http://schemas.openxmlformats.org/officeDocument/2006/relationships/slide" Target="slides/slide10.xml"/><Relationship Id="rId49" Type="http://schemas.openxmlformats.org/officeDocument/2006/relationships/slide" Target="slides/slide11.xml"/><Relationship Id="rId50" Type="http://schemas.openxmlformats.org/officeDocument/2006/relationships/slide" Target="slides/slide12.xml"/><Relationship Id="rId5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8" name="PlaceHolder 1"/>
          <p:cNvSpPr>
            <a:spLocks noGrp="1"/>
          </p:cNvSpPr>
          <p:nvPr>
            <p:ph type="title"/>
          </p:nvPr>
        </p:nvSpPr>
        <p:spPr>
          <a:xfrm>
            <a:off x="713160" y="539640"/>
            <a:ext cx="4447800" cy="1108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9"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_1">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_2">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2">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2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2_2">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_1">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_1">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58" name="PlaceHolder 1"/>
          <p:cNvSpPr>
            <a:spLocks noGrp="1"/>
          </p:cNvSpPr>
          <p:nvPr>
            <p:ph type="title"/>
          </p:nvPr>
        </p:nvSpPr>
        <p:spPr>
          <a:xfrm>
            <a:off x="713160" y="539640"/>
            <a:ext cx="4447800" cy="1108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25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_1">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361" name="PlaceHolder 1"/>
          <p:cNvSpPr>
            <a:spLocks noGrp="1"/>
          </p:cNvSpPr>
          <p:nvPr>
            <p:ph type="title"/>
          </p:nvPr>
        </p:nvSpPr>
        <p:spPr>
          <a:xfrm>
            <a:off x="713160" y="539640"/>
            <a:ext cx="4447800" cy="1108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36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36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379" name="PlaceHolder 1"/>
          <p:cNvSpPr>
            <a:spLocks noGrp="1"/>
          </p:cNvSpPr>
          <p:nvPr>
            <p:ph type="title"/>
          </p:nvPr>
        </p:nvSpPr>
        <p:spPr>
          <a:xfrm>
            <a:off x="713160" y="539640"/>
            <a:ext cx="4447800" cy="1108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13160" y="874080"/>
            <a:ext cx="4266720" cy="2726280"/>
          </a:xfrm>
          <a:prstGeom prst="rect">
            <a:avLst/>
          </a:prstGeom>
          <a:noFill/>
          <a:ln w="0">
            <a:noFill/>
          </a:ln>
        </p:spPr>
        <p:txBody>
          <a:bodyPr lIns="91440" rIns="91440" tIns="91440" bIns="91440" anchor="b">
            <a:noAutofit/>
          </a:bodyPr>
          <a:p>
            <a:pPr indent="0">
              <a:buNone/>
            </a:pPr>
            <a:r>
              <a:rPr b="0" lang="fr-FR" sz="6600" spc="-1" strike="noStrike">
                <a:solidFill>
                  <a:schemeClr val="dk1"/>
                </a:solidFill>
                <a:latin typeface="Arial"/>
              </a:rPr>
              <a:t>Click to edit the title text format</a:t>
            </a:r>
            <a:endParaRPr b="0" lang="fr-FR" sz="6600" spc="-1" strike="noStrike">
              <a:solidFill>
                <a:schemeClr val="dk1"/>
              </a:solidFill>
              <a:latin typeface="Arial"/>
            </a:endParaRPr>
          </a:p>
        </p:txBody>
      </p:sp>
      <p:sp>
        <p:nvSpPr>
          <p:cNvPr id="1" name="PlaceHolder 2"/>
          <p:cNvSpPr>
            <a:spLocks noGrp="1"/>
          </p:cNvSpPr>
          <p:nvPr>
            <p:ph type="body"/>
          </p:nvPr>
        </p:nvSpPr>
        <p:spPr>
          <a:xfrm>
            <a:off x="5306760" y="736920"/>
            <a:ext cx="3161520" cy="3898440"/>
          </a:xfrm>
          <a:prstGeom prst="rect">
            <a:avLst/>
          </a:prstGeom>
          <a:noFill/>
          <a:ln w="19080">
            <a:solidFill>
              <a:schemeClr val="accent1"/>
            </a:solidFill>
            <a:round/>
          </a:ln>
        </p:spPr>
        <p:txBody>
          <a:bodyPr lIns="90000" rIns="90000" tIns="45000" bIns="45000" anchor="t">
            <a:normAutofit fontScale="56111"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grpSp>
        <p:nvGrpSpPr>
          <p:cNvPr id="2" name="Google Shape;12;p2"/>
          <p:cNvGrpSpPr/>
          <p:nvPr/>
        </p:nvGrpSpPr>
        <p:grpSpPr>
          <a:xfrm>
            <a:off x="237600" y="4589640"/>
            <a:ext cx="774360" cy="407520"/>
            <a:chOff x="237600" y="4589640"/>
            <a:chExt cx="774360" cy="407520"/>
          </a:xfrm>
        </p:grpSpPr>
        <p:sp>
          <p:nvSpPr>
            <p:cNvPr id="3" name="Google Shape;13;p2"/>
            <p:cNvSpPr/>
            <p:nvPr/>
          </p:nvSpPr>
          <p:spPr>
            <a:xfrm>
              <a:off x="508680" y="490500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 name="Google Shape;14;p2"/>
            <p:cNvSpPr/>
            <p:nvPr/>
          </p:nvSpPr>
          <p:spPr>
            <a:xfrm>
              <a:off x="929520" y="486396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 name="Google Shape;15;p2"/>
            <p:cNvSpPr/>
            <p:nvPr/>
          </p:nvSpPr>
          <p:spPr>
            <a:xfrm>
              <a:off x="237600" y="458964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6" name="Google Shape;16;p2"/>
          <p:cNvSpPr/>
          <p:nvPr/>
        </p:nvSpPr>
        <p:spPr>
          <a:xfrm>
            <a:off x="-485640" y="-526680"/>
            <a:ext cx="3098520" cy="1804320"/>
          </a:xfrm>
          <a:custGeom>
            <a:avLst/>
            <a:gdLst>
              <a:gd name="textAreaLeft" fmla="*/ 0 w 3098520"/>
              <a:gd name="textAreaRight" fmla="*/ 3098880 w 3098520"/>
              <a:gd name="textAreaTop" fmla="*/ 0 h 1804320"/>
              <a:gd name="textAreaBottom" fmla="*/ 1804680 h 1804320"/>
            </a:gdLst>
            <a:ahLst/>
            <a:rect l="textAreaLeft" t="textAreaTop" r="textAreaRight" b="textAreaBottom"/>
            <a:pathLst>
              <a:path w="123957" h="72186">
                <a:moveTo>
                  <a:pt x="123957" y="2779"/>
                </a:moveTo>
                <a:cubicBezTo>
                  <a:pt x="113738" y="1435"/>
                  <a:pt x="113816" y="538"/>
                  <a:pt x="103518" y="90"/>
                </a:cubicBezTo>
                <a:cubicBezTo>
                  <a:pt x="95261" y="-269"/>
                  <a:pt x="87738" y="5626"/>
                  <a:pt x="80927" y="10309"/>
                </a:cubicBezTo>
                <a:cubicBezTo>
                  <a:pt x="72661" y="15992"/>
                  <a:pt x="69662" y="27771"/>
                  <a:pt x="68556" y="37741"/>
                </a:cubicBezTo>
                <a:cubicBezTo>
                  <a:pt x="67899" y="43665"/>
                  <a:pt x="75522" y="49656"/>
                  <a:pt x="81465" y="50113"/>
                </a:cubicBezTo>
                <a:cubicBezTo>
                  <a:pt x="85611" y="50432"/>
                  <a:pt x="90117" y="50359"/>
                  <a:pt x="93836" y="48499"/>
                </a:cubicBezTo>
                <a:cubicBezTo>
                  <a:pt x="97083" y="46875"/>
                  <a:pt x="100168" y="40846"/>
                  <a:pt x="97601" y="38279"/>
                </a:cubicBezTo>
                <a:cubicBezTo>
                  <a:pt x="87329" y="28007"/>
                  <a:pt x="65977" y="31086"/>
                  <a:pt x="54033" y="39355"/>
                </a:cubicBezTo>
                <a:cubicBezTo>
                  <a:pt x="42148" y="47583"/>
                  <a:pt x="36371" y="64400"/>
                  <a:pt x="22836" y="69476"/>
                </a:cubicBezTo>
                <a:cubicBezTo>
                  <a:pt x="16615" y="71809"/>
                  <a:pt x="8876" y="73523"/>
                  <a:pt x="2934" y="70552"/>
                </a:cubicBezTo>
                <a:cubicBezTo>
                  <a:pt x="-3105" y="67533"/>
                  <a:pt x="1923" y="55423"/>
                  <a:pt x="6699" y="50651"/>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7" name="Google Shape;17;p2"/>
          <p:cNvSpPr/>
          <p:nvPr/>
        </p:nvSpPr>
        <p:spPr>
          <a:xfrm>
            <a:off x="-580680" y="4142880"/>
            <a:ext cx="2792520" cy="1620000"/>
          </a:xfrm>
          <a:custGeom>
            <a:avLst/>
            <a:gdLst>
              <a:gd name="textAreaLeft" fmla="*/ 0 w 2792520"/>
              <a:gd name="textAreaRight" fmla="*/ 2792880 w 2792520"/>
              <a:gd name="textAreaTop" fmla="*/ 0 h 1620000"/>
              <a:gd name="textAreaBottom" fmla="*/ 1620360 h 1620000"/>
            </a:gdLst>
            <a:ahLst/>
            <a:rect l="textAreaLeft" t="textAreaTop" r="textAreaRight" b="textAreaBottom"/>
            <a:pathLst>
              <a:path w="140925" h="81758">
                <a:moveTo>
                  <a:pt x="0" y="0"/>
                </a:moveTo>
                <a:cubicBezTo>
                  <a:pt x="25136" y="20108"/>
                  <a:pt x="64690" y="10597"/>
                  <a:pt x="93054" y="25818"/>
                </a:cubicBezTo>
                <a:cubicBezTo>
                  <a:pt x="104574" y="32000"/>
                  <a:pt x="115434" y="40928"/>
                  <a:pt x="122099" y="52175"/>
                </a:cubicBezTo>
                <a:cubicBezTo>
                  <a:pt x="128058" y="62231"/>
                  <a:pt x="133270" y="72925"/>
                  <a:pt x="140925" y="81758"/>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Google Shape;157;p11"/>
          <p:cNvSpPr/>
          <p:nvPr/>
        </p:nvSpPr>
        <p:spPr>
          <a:xfrm flipH="1" rot="17118600">
            <a:off x="6615360" y="2447640"/>
            <a:ext cx="4078440" cy="5279040"/>
          </a:xfrm>
          <a:custGeom>
            <a:avLst/>
            <a:gdLst>
              <a:gd name="textAreaLeft" fmla="*/ -360 w 4078440"/>
              <a:gd name="textAreaRight" fmla="*/ 4078440 w 4078440"/>
              <a:gd name="textAreaTop" fmla="*/ 0 h 5279040"/>
              <a:gd name="textAreaBottom" fmla="*/ 5279400 h 527904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1" name="Google Shape;158;p11"/>
          <p:cNvSpPr/>
          <p:nvPr/>
        </p:nvSpPr>
        <p:spPr>
          <a:xfrm flipH="1" rot="5400000">
            <a:off x="-1275840" y="3140640"/>
            <a:ext cx="3940560" cy="3148200"/>
          </a:xfrm>
          <a:custGeom>
            <a:avLst/>
            <a:gdLst>
              <a:gd name="textAreaLeft" fmla="*/ 360 w 3940560"/>
              <a:gd name="textAreaRight" fmla="*/ 3941280 w 3940560"/>
              <a:gd name="textAreaTop" fmla="*/ 0 h 3148200"/>
              <a:gd name="textAreaBottom" fmla="*/ 3148560 h 314820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2" name="Google Shape;159;p11"/>
          <p:cNvSpPr/>
          <p:nvPr/>
        </p:nvSpPr>
        <p:spPr>
          <a:xfrm rot="18608400">
            <a:off x="-1060920" y="-858600"/>
            <a:ext cx="3443400" cy="2044800"/>
          </a:xfrm>
          <a:custGeom>
            <a:avLst/>
            <a:gdLst>
              <a:gd name="textAreaLeft" fmla="*/ 0 w 3443400"/>
              <a:gd name="textAreaRight" fmla="*/ 3443760 w 3443400"/>
              <a:gd name="textAreaTop" fmla="*/ 0 h 2044800"/>
              <a:gd name="textAreaBottom" fmla="*/ 2045160 h 2044800"/>
            </a:gdLst>
            <a:ahLst/>
            <a:rect l="textAreaLeft" t="textAreaTop" r="textAreaRight" b="textAreaBottom"/>
            <a:pathLst>
              <a:path w="125696" h="121957">
                <a:moveTo>
                  <a:pt x="0" y="0"/>
                </a:moveTo>
                <a:cubicBezTo>
                  <a:pt x="2429" y="13372"/>
                  <a:pt x="11499" y="25222"/>
                  <a:pt x="20977" y="34963"/>
                </a:cubicBezTo>
                <a:cubicBezTo>
                  <a:pt x="33981" y="48328"/>
                  <a:pt x="53230" y="56620"/>
                  <a:pt x="61856" y="73152"/>
                </a:cubicBezTo>
                <a:cubicBezTo>
                  <a:pt x="69438" y="87683"/>
                  <a:pt x="69009" y="126065"/>
                  <a:pt x="53250" y="121562"/>
                </a:cubicBezTo>
                <a:cubicBezTo>
                  <a:pt x="49080" y="120371"/>
                  <a:pt x="48372" y="111509"/>
                  <a:pt x="51636" y="108653"/>
                </a:cubicBezTo>
                <a:cubicBezTo>
                  <a:pt x="54080" y="106515"/>
                  <a:pt x="58103" y="107118"/>
                  <a:pt x="61318" y="107577"/>
                </a:cubicBezTo>
                <a:cubicBezTo>
                  <a:pt x="68707" y="108633"/>
                  <a:pt x="74729" y="114210"/>
                  <a:pt x="81758" y="116721"/>
                </a:cubicBezTo>
                <a:cubicBezTo>
                  <a:pt x="89532" y="119498"/>
                  <a:pt x="98730" y="120586"/>
                  <a:pt x="106500" y="117797"/>
                </a:cubicBezTo>
                <a:cubicBezTo>
                  <a:pt x="113676" y="115221"/>
                  <a:pt x="121137" y="109912"/>
                  <a:pt x="123713" y="102736"/>
                </a:cubicBezTo>
                <a:cubicBezTo>
                  <a:pt x="126865" y="93954"/>
                  <a:pt x="125430" y="84074"/>
                  <a:pt x="124788" y="7476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3" name="Google Shape;160;p11"/>
          <p:cNvSpPr/>
          <p:nvPr/>
        </p:nvSpPr>
        <p:spPr>
          <a:xfrm rot="15514800">
            <a:off x="6554880" y="-1486800"/>
            <a:ext cx="3129120" cy="3309840"/>
          </a:xfrm>
          <a:custGeom>
            <a:avLst/>
            <a:gdLst>
              <a:gd name="textAreaLeft" fmla="*/ 0 w 3129120"/>
              <a:gd name="textAreaRight" fmla="*/ 3129480 w 3129120"/>
              <a:gd name="textAreaTop" fmla="*/ 0 h 3309840"/>
              <a:gd name="textAreaBottom" fmla="*/ 3310200 h 330984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14" name="Google Shape;161;p11"/>
          <p:cNvGrpSpPr/>
          <p:nvPr/>
        </p:nvGrpSpPr>
        <p:grpSpPr>
          <a:xfrm>
            <a:off x="4534560" y="214200"/>
            <a:ext cx="1058040" cy="604800"/>
            <a:chOff x="4534560" y="214200"/>
            <a:chExt cx="1058040" cy="604800"/>
          </a:xfrm>
        </p:grpSpPr>
        <p:sp>
          <p:nvSpPr>
            <p:cNvPr id="15" name="Google Shape;162;p11"/>
            <p:cNvSpPr/>
            <p:nvPr/>
          </p:nvSpPr>
          <p:spPr>
            <a:xfrm flipV="1" rot="12592200">
              <a:off x="5499360" y="741600"/>
              <a:ext cx="83520" cy="60120"/>
            </a:xfrm>
            <a:custGeom>
              <a:avLst/>
              <a:gdLst>
                <a:gd name="textAreaLeft" fmla="*/ 0 w 83520"/>
                <a:gd name="textAreaRight" fmla="*/ 83880 w 83520"/>
                <a:gd name="textAreaTop" fmla="*/ -360 h 60120"/>
                <a:gd name="textAreaBottom" fmla="*/ 6012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 name="Google Shape;163;p11"/>
            <p:cNvSpPr/>
            <p:nvPr/>
          </p:nvSpPr>
          <p:spPr>
            <a:xfrm flipV="1" rot="12592200">
              <a:off x="5430600" y="453600"/>
              <a:ext cx="77760" cy="64800"/>
            </a:xfrm>
            <a:custGeom>
              <a:avLst/>
              <a:gdLst>
                <a:gd name="textAreaLeft" fmla="*/ 0 w 77760"/>
                <a:gd name="textAreaRight" fmla="*/ 78120 w 77760"/>
                <a:gd name="textAreaTop" fmla="*/ 360 h 64800"/>
                <a:gd name="textAreaBottom" fmla="*/ 65520 h 6480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 name="Google Shape;164;p11"/>
            <p:cNvSpPr/>
            <p:nvPr/>
          </p:nvSpPr>
          <p:spPr>
            <a:xfrm flipV="1" rot="12592200">
              <a:off x="5081040" y="230040"/>
              <a:ext cx="77400" cy="51120"/>
            </a:xfrm>
            <a:custGeom>
              <a:avLst/>
              <a:gdLst>
                <a:gd name="textAreaLeft" fmla="*/ 0 w 77400"/>
                <a:gd name="textAreaRight" fmla="*/ 77760 w 77400"/>
                <a:gd name="textAreaTop" fmla="*/ 360 h 51120"/>
                <a:gd name="textAreaBottom" fmla="*/ 5184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8" name="Google Shape;165;p11"/>
            <p:cNvSpPr/>
            <p:nvPr/>
          </p:nvSpPr>
          <p:spPr>
            <a:xfrm flipV="1" rot="12592200">
              <a:off x="4806360" y="358560"/>
              <a:ext cx="99720" cy="75960"/>
            </a:xfrm>
            <a:custGeom>
              <a:avLst/>
              <a:gdLst>
                <a:gd name="textAreaLeft" fmla="*/ 0 w 99720"/>
                <a:gd name="textAreaRight" fmla="*/ 100080 w 99720"/>
                <a:gd name="textAreaTop" fmla="*/ -360 h 75960"/>
                <a:gd name="textAreaBottom" fmla="*/ 7596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 name="Google Shape;166;p11"/>
            <p:cNvSpPr/>
            <p:nvPr/>
          </p:nvSpPr>
          <p:spPr>
            <a:xfrm flipV="1" rot="12592200">
              <a:off x="5206680" y="621000"/>
              <a:ext cx="67680" cy="49320"/>
            </a:xfrm>
            <a:custGeom>
              <a:avLst/>
              <a:gdLst>
                <a:gd name="textAreaLeft" fmla="*/ 0 w 67680"/>
                <a:gd name="textAreaRight" fmla="*/ 68040 w 67680"/>
                <a:gd name="textAreaTop" fmla="*/ -360 h 49320"/>
                <a:gd name="textAreaBottom" fmla="*/ 4932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 name="Google Shape;167;p11"/>
            <p:cNvSpPr/>
            <p:nvPr/>
          </p:nvSpPr>
          <p:spPr>
            <a:xfrm flipV="1" rot="12592200">
              <a:off x="4839480" y="621360"/>
              <a:ext cx="112680" cy="69840"/>
            </a:xfrm>
            <a:custGeom>
              <a:avLst/>
              <a:gdLst>
                <a:gd name="textAreaLeft" fmla="*/ 0 w 112680"/>
                <a:gd name="textAreaRight" fmla="*/ 113040 w 112680"/>
                <a:gd name="textAreaTop" fmla="*/ 360 h 69840"/>
                <a:gd name="textAreaBottom" fmla="*/ 7056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 name="Google Shape;168;p11"/>
            <p:cNvSpPr/>
            <p:nvPr/>
          </p:nvSpPr>
          <p:spPr>
            <a:xfrm flipV="1" rot="12592200">
              <a:off x="4542840" y="549720"/>
              <a:ext cx="80640" cy="54720"/>
            </a:xfrm>
            <a:custGeom>
              <a:avLst/>
              <a:gdLst>
                <a:gd name="textAreaLeft" fmla="*/ 0 w 80640"/>
                <a:gd name="textAreaRight" fmla="*/ 81000 w 80640"/>
                <a:gd name="textAreaTop" fmla="*/ 360 h 54720"/>
                <a:gd name="textAreaBottom" fmla="*/ 5544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2" name="PlaceHolder 1"/>
          <p:cNvSpPr>
            <a:spLocks noGrp="1"/>
          </p:cNvSpPr>
          <p:nvPr>
            <p:ph type="title"/>
          </p:nvPr>
        </p:nvSpPr>
        <p:spPr>
          <a:xfrm>
            <a:off x="1316520" y="1433160"/>
            <a:ext cx="6510600" cy="1474920"/>
          </a:xfrm>
          <a:prstGeom prst="rect">
            <a:avLst/>
          </a:prstGeom>
          <a:noFill/>
          <a:ln w="0">
            <a:noFill/>
          </a:ln>
        </p:spPr>
        <p:txBody>
          <a:bodyPr lIns="91440" rIns="91440" tIns="91440" bIns="91440" anchor="ctr">
            <a:noAutofit/>
          </a:bodyPr>
          <a:p>
            <a:pPr indent="0" algn="ctr">
              <a:lnSpc>
                <a:spcPct val="100000"/>
              </a:lnSpc>
              <a:buNone/>
            </a:pPr>
            <a:r>
              <a:rPr b="1" lang="fr-FR" sz="9600" spc="-1" strike="noStrike">
                <a:solidFill>
                  <a:schemeClr val="dk2"/>
                </a:solidFill>
                <a:latin typeface="Varela Round"/>
                <a:ea typeface="Varela Round"/>
              </a:rPr>
              <a:t>xx%</a:t>
            </a:r>
            <a:endParaRPr b="0" lang="fr-FR" sz="9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0000" y="369000"/>
            <a:ext cx="405576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24" name="PlaceHolder 2"/>
          <p:cNvSpPr>
            <a:spLocks noGrp="1"/>
          </p:cNvSpPr>
          <p:nvPr>
            <p:ph type="title"/>
          </p:nvPr>
        </p:nvSpPr>
        <p:spPr>
          <a:xfrm>
            <a:off x="713160" y="1359000"/>
            <a:ext cx="810720" cy="447120"/>
          </a:xfrm>
          <a:prstGeom prst="rect">
            <a:avLst/>
          </a:prstGeom>
          <a:noFill/>
          <a:ln w="0">
            <a:noFill/>
          </a:ln>
        </p:spPr>
        <p:txBody>
          <a:bodyPr lIns="91440" rIns="91440" tIns="91440" bIns="91440" anchor="ctr">
            <a:noAutofit/>
          </a:bodyPr>
          <a:p>
            <a:pPr indent="0" algn="ctr">
              <a:lnSpc>
                <a:spcPct val="100000"/>
              </a:lnSpc>
              <a:buNone/>
            </a:pPr>
            <a:r>
              <a:rPr b="1" lang="fr-FR" sz="3000" spc="-1" strike="noStrike">
                <a:solidFill>
                  <a:schemeClr val="accent1"/>
                </a:solidFill>
                <a:latin typeface="Varela Round"/>
                <a:ea typeface="Varela Round"/>
              </a:rPr>
              <a:t>xx%</a:t>
            </a:r>
            <a:endParaRPr b="0" lang="fr-FR" sz="3000" spc="-1" strike="noStrike">
              <a:solidFill>
                <a:schemeClr val="dk1"/>
              </a:solidFill>
              <a:latin typeface="Arial"/>
            </a:endParaRPr>
          </a:p>
        </p:txBody>
      </p:sp>
      <p:sp>
        <p:nvSpPr>
          <p:cNvPr id="25" name="PlaceHolder 3"/>
          <p:cNvSpPr>
            <a:spLocks noGrp="1"/>
          </p:cNvSpPr>
          <p:nvPr>
            <p:ph type="title"/>
          </p:nvPr>
        </p:nvSpPr>
        <p:spPr>
          <a:xfrm>
            <a:off x="716760" y="2539800"/>
            <a:ext cx="810720" cy="447120"/>
          </a:xfrm>
          <a:prstGeom prst="rect">
            <a:avLst/>
          </a:prstGeom>
          <a:noFill/>
          <a:ln w="0">
            <a:noFill/>
          </a:ln>
        </p:spPr>
        <p:txBody>
          <a:bodyPr lIns="91440" rIns="91440" tIns="91440" bIns="91440" anchor="ctr">
            <a:noAutofit/>
          </a:bodyPr>
          <a:p>
            <a:pPr indent="0" algn="ctr">
              <a:lnSpc>
                <a:spcPct val="100000"/>
              </a:lnSpc>
              <a:buNone/>
            </a:pPr>
            <a:r>
              <a:rPr b="1" lang="fr-FR" sz="3000" spc="-1" strike="noStrike">
                <a:solidFill>
                  <a:schemeClr val="accent1"/>
                </a:solidFill>
                <a:latin typeface="Varela Round"/>
                <a:ea typeface="Varela Round"/>
              </a:rPr>
              <a:t>xx%</a:t>
            </a:r>
            <a:endParaRPr b="0" lang="fr-FR" sz="3000" spc="-1" strike="noStrike">
              <a:solidFill>
                <a:schemeClr val="dk1"/>
              </a:solidFill>
              <a:latin typeface="Arial"/>
            </a:endParaRPr>
          </a:p>
        </p:txBody>
      </p:sp>
      <p:sp>
        <p:nvSpPr>
          <p:cNvPr id="26" name="PlaceHolder 4"/>
          <p:cNvSpPr>
            <a:spLocks noGrp="1"/>
          </p:cNvSpPr>
          <p:nvPr>
            <p:ph type="title"/>
          </p:nvPr>
        </p:nvSpPr>
        <p:spPr>
          <a:xfrm>
            <a:off x="713160" y="3720600"/>
            <a:ext cx="810720" cy="447120"/>
          </a:xfrm>
          <a:prstGeom prst="rect">
            <a:avLst/>
          </a:prstGeom>
          <a:noFill/>
          <a:ln w="0">
            <a:noFill/>
          </a:ln>
        </p:spPr>
        <p:txBody>
          <a:bodyPr lIns="91440" rIns="91440" tIns="91440" bIns="91440" anchor="ctr">
            <a:noAutofit/>
          </a:bodyPr>
          <a:p>
            <a:pPr indent="0" algn="ctr">
              <a:lnSpc>
                <a:spcPct val="100000"/>
              </a:lnSpc>
              <a:buNone/>
            </a:pPr>
            <a:r>
              <a:rPr b="1" lang="fr-FR" sz="3000" spc="-1" strike="noStrike">
                <a:solidFill>
                  <a:schemeClr val="accent1"/>
                </a:solidFill>
                <a:latin typeface="Varela Round"/>
                <a:ea typeface="Varela Round"/>
              </a:rPr>
              <a:t>xx%</a:t>
            </a:r>
            <a:endParaRPr b="0" lang="fr-FR" sz="3000" spc="-1" strike="noStrike">
              <a:solidFill>
                <a:schemeClr val="dk1"/>
              </a:solidFill>
              <a:latin typeface="Arial"/>
            </a:endParaRPr>
          </a:p>
        </p:txBody>
      </p:sp>
      <p:sp>
        <p:nvSpPr>
          <p:cNvPr id="27" name="PlaceHolder 5"/>
          <p:cNvSpPr>
            <a:spLocks noGrp="1"/>
          </p:cNvSpPr>
          <p:nvPr>
            <p:ph type="body"/>
          </p:nvPr>
        </p:nvSpPr>
        <p:spPr>
          <a:xfrm>
            <a:off x="5135400" y="311040"/>
            <a:ext cx="3470760" cy="4520880"/>
          </a:xfrm>
          <a:prstGeom prst="rect">
            <a:avLst/>
          </a:prstGeom>
          <a:noFill/>
          <a:ln w="19080">
            <a:solidFill>
              <a:schemeClr val="accent1"/>
            </a:solidFill>
            <a:round/>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grpSp>
        <p:nvGrpSpPr>
          <p:cNvPr id="28" name="Google Shape;184;p13"/>
          <p:cNvGrpSpPr/>
          <p:nvPr/>
        </p:nvGrpSpPr>
        <p:grpSpPr>
          <a:xfrm>
            <a:off x="233280" y="186840"/>
            <a:ext cx="753480" cy="604080"/>
            <a:chOff x="233280" y="186840"/>
            <a:chExt cx="753480" cy="604080"/>
          </a:xfrm>
        </p:grpSpPr>
        <p:sp>
          <p:nvSpPr>
            <p:cNvPr id="29" name="Google Shape;185;p13"/>
            <p:cNvSpPr/>
            <p:nvPr/>
          </p:nvSpPr>
          <p:spPr>
            <a:xfrm flipH="1">
              <a:off x="898200" y="208800"/>
              <a:ext cx="88200" cy="73080"/>
            </a:xfrm>
            <a:custGeom>
              <a:avLst/>
              <a:gdLst>
                <a:gd name="textAreaLeft" fmla="*/ -360 w 88200"/>
                <a:gd name="textAreaRight" fmla="*/ 88200 w 88200"/>
                <a:gd name="textAreaTop" fmla="*/ 0 h 73080"/>
                <a:gd name="textAreaBottom" fmla="*/ 73440 h 7308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6720" bIns="367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 name="Google Shape;186;p13"/>
            <p:cNvSpPr/>
            <p:nvPr/>
          </p:nvSpPr>
          <p:spPr>
            <a:xfrm flipH="1">
              <a:off x="424440" y="186840"/>
              <a:ext cx="87480" cy="58320"/>
            </a:xfrm>
            <a:custGeom>
              <a:avLst/>
              <a:gdLst>
                <a:gd name="textAreaLeft" fmla="*/ -360 w 87480"/>
                <a:gd name="textAreaRight" fmla="*/ 87480 w 87480"/>
                <a:gd name="textAreaTop" fmla="*/ 0 h 58320"/>
                <a:gd name="textAreaBottom" fmla="*/ 58680 h 583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9160" bIns="29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 name="Google Shape;187;p13"/>
            <p:cNvSpPr/>
            <p:nvPr/>
          </p:nvSpPr>
          <p:spPr>
            <a:xfrm flipH="1">
              <a:off x="233280" y="461520"/>
              <a:ext cx="113040" cy="86400"/>
            </a:xfrm>
            <a:custGeom>
              <a:avLst/>
              <a:gdLst>
                <a:gd name="textAreaLeft" fmla="*/ 360 w 113040"/>
                <a:gd name="textAreaRight" fmla="*/ 113760 w 113040"/>
                <a:gd name="textAreaTop" fmla="*/ 0 h 86400"/>
                <a:gd name="textAreaBottom" fmla="*/ 86760 h 8640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 name="Google Shape;188;p13"/>
            <p:cNvSpPr/>
            <p:nvPr/>
          </p:nvSpPr>
          <p:spPr>
            <a:xfrm flipH="1">
              <a:off x="554040" y="362160"/>
              <a:ext cx="128160" cy="79200"/>
            </a:xfrm>
            <a:custGeom>
              <a:avLst/>
              <a:gdLst>
                <a:gd name="textAreaLeft" fmla="*/ 360 w 128160"/>
                <a:gd name="textAreaRight" fmla="*/ 128880 w 128160"/>
                <a:gd name="textAreaTop" fmla="*/ 0 h 79200"/>
                <a:gd name="textAreaBottom" fmla="*/ 79560 h 7920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9600" bIns="396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 name="Google Shape;189;p13"/>
            <p:cNvSpPr/>
            <p:nvPr/>
          </p:nvSpPr>
          <p:spPr>
            <a:xfrm flipH="1">
              <a:off x="401760" y="728640"/>
              <a:ext cx="91440" cy="62280"/>
            </a:xfrm>
            <a:custGeom>
              <a:avLst/>
              <a:gdLst>
                <a:gd name="textAreaLeft" fmla="*/ 360 w 91440"/>
                <a:gd name="textAreaRight" fmla="*/ 92160 w 91440"/>
                <a:gd name="textAreaTop" fmla="*/ 0 h 62280"/>
                <a:gd name="textAreaBottom" fmla="*/ 62640 h 6228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31320" bIns="3132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34" name="Google Shape;190;p13"/>
          <p:cNvSpPr/>
          <p:nvPr/>
        </p:nvSpPr>
        <p:spPr>
          <a:xfrm>
            <a:off x="-766440" y="3776760"/>
            <a:ext cx="3845520" cy="2592360"/>
          </a:xfrm>
          <a:custGeom>
            <a:avLst/>
            <a:gdLst>
              <a:gd name="textAreaLeft" fmla="*/ 0 w 3845520"/>
              <a:gd name="textAreaRight" fmla="*/ 3845880 w 3845520"/>
              <a:gd name="textAreaTop" fmla="*/ 0 h 2592360"/>
              <a:gd name="textAreaBottom" fmla="*/ 2592720 h 2592360"/>
            </a:gdLst>
            <a:ahLst/>
            <a:rect l="textAreaLeft" t="textAreaTop" r="textAreaRight" b="textAreaBottom"/>
            <a:pathLst>
              <a:path w="153834" h="103714">
                <a:moveTo>
                  <a:pt x="0" y="441"/>
                </a:moveTo>
                <a:cubicBezTo>
                  <a:pt x="6168" y="-1322"/>
                  <a:pt x="12455" y="4743"/>
                  <a:pt x="17212" y="9047"/>
                </a:cubicBezTo>
                <a:cubicBezTo>
                  <a:pt x="27307" y="18180"/>
                  <a:pt x="36143" y="29497"/>
                  <a:pt x="48409" y="35403"/>
                </a:cubicBezTo>
                <a:cubicBezTo>
                  <a:pt x="58311" y="40170"/>
                  <a:pt x="70275" y="37635"/>
                  <a:pt x="81220" y="38630"/>
                </a:cubicBezTo>
                <a:cubicBezTo>
                  <a:pt x="92437" y="39650"/>
                  <a:pt x="103729" y="42146"/>
                  <a:pt x="114031" y="46698"/>
                </a:cubicBezTo>
                <a:cubicBezTo>
                  <a:pt x="128770" y="53211"/>
                  <a:pt x="141619" y="65472"/>
                  <a:pt x="149531" y="79509"/>
                </a:cubicBezTo>
                <a:cubicBezTo>
                  <a:pt x="153555" y="86648"/>
                  <a:pt x="153462" y="95528"/>
                  <a:pt x="153834" y="103714"/>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13160" y="1724040"/>
            <a:ext cx="3831840" cy="1353600"/>
          </a:xfrm>
          <a:prstGeom prst="rect">
            <a:avLst/>
          </a:prstGeom>
          <a:noFill/>
          <a:ln w="0">
            <a:noFill/>
          </a:ln>
        </p:spPr>
        <p:txBody>
          <a:bodyPr lIns="91440" rIns="91440" tIns="91440" bIns="91440" anchor="b">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36" name="PlaceHolder 2"/>
          <p:cNvSpPr>
            <a:spLocks noGrp="1"/>
          </p:cNvSpPr>
          <p:nvPr>
            <p:ph type="title"/>
          </p:nvPr>
        </p:nvSpPr>
        <p:spPr>
          <a:xfrm>
            <a:off x="713160" y="1105920"/>
            <a:ext cx="1098720" cy="618120"/>
          </a:xfrm>
          <a:prstGeom prst="rect">
            <a:avLst/>
          </a:prstGeom>
          <a:noFill/>
          <a:ln w="0">
            <a:noFill/>
          </a:ln>
        </p:spPr>
        <p:txBody>
          <a:bodyPr lIns="91440" rIns="91440" tIns="91440" bIns="91440" anchor="ctr">
            <a:noAutofit/>
          </a:bodyPr>
          <a:p>
            <a:pPr indent="0" algn="ctr">
              <a:lnSpc>
                <a:spcPct val="100000"/>
              </a:lnSpc>
              <a:buNone/>
            </a:pPr>
            <a:r>
              <a:rPr b="1" lang="fr-FR" sz="5000" spc="-1" strike="noStrike">
                <a:solidFill>
                  <a:schemeClr val="accent1"/>
                </a:solidFill>
                <a:latin typeface="Varela Round"/>
                <a:ea typeface="Varela Round"/>
              </a:rPr>
              <a:t>xx%</a:t>
            </a:r>
            <a:endParaRPr b="0" lang="fr-FR" sz="5000" spc="-1" strike="noStrike">
              <a:solidFill>
                <a:schemeClr val="dk1"/>
              </a:solidFill>
              <a:latin typeface="Arial"/>
            </a:endParaRPr>
          </a:p>
        </p:txBody>
      </p:sp>
      <p:sp>
        <p:nvSpPr>
          <p:cNvPr id="37" name="PlaceHolder 3"/>
          <p:cNvSpPr>
            <a:spLocks noGrp="1"/>
          </p:cNvSpPr>
          <p:nvPr>
            <p:ph type="body"/>
          </p:nvPr>
        </p:nvSpPr>
        <p:spPr>
          <a:xfrm>
            <a:off x="4164480" y="448560"/>
            <a:ext cx="4438800" cy="4246200"/>
          </a:xfrm>
          <a:prstGeom prst="rect">
            <a:avLst/>
          </a:prstGeom>
          <a:noFill/>
          <a:ln w="19080">
            <a:solidFill>
              <a:schemeClr val="accent1"/>
            </a:solidFill>
            <a:round/>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grpSp>
        <p:nvGrpSpPr>
          <p:cNvPr id="38" name="Google Shape;196;p14"/>
          <p:cNvGrpSpPr/>
          <p:nvPr/>
        </p:nvGrpSpPr>
        <p:grpSpPr>
          <a:xfrm>
            <a:off x="243360" y="4366440"/>
            <a:ext cx="1010520" cy="599400"/>
            <a:chOff x="243360" y="4366440"/>
            <a:chExt cx="1010520" cy="599400"/>
          </a:xfrm>
        </p:grpSpPr>
        <p:sp>
          <p:nvSpPr>
            <p:cNvPr id="39" name="Google Shape;197;p14"/>
            <p:cNvSpPr/>
            <p:nvPr/>
          </p:nvSpPr>
          <p:spPr>
            <a:xfrm rot="10800000">
              <a:off x="1170360" y="467172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 name="Google Shape;198;p14"/>
            <p:cNvSpPr/>
            <p:nvPr/>
          </p:nvSpPr>
          <p:spPr>
            <a:xfrm rot="10800000">
              <a:off x="968400" y="488232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 name="Google Shape;199;p14"/>
            <p:cNvSpPr/>
            <p:nvPr/>
          </p:nvSpPr>
          <p:spPr>
            <a:xfrm rot="10800000">
              <a:off x="550800" y="491472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 name="Google Shape;200;p14"/>
            <p:cNvSpPr/>
            <p:nvPr/>
          </p:nvSpPr>
          <p:spPr>
            <a:xfrm rot="10800000">
              <a:off x="381600" y="464796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 name="Google Shape;201;p14"/>
            <p:cNvSpPr/>
            <p:nvPr/>
          </p:nvSpPr>
          <p:spPr>
            <a:xfrm rot="10800000">
              <a:off x="854640" y="463644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4" name="Google Shape;202;p14"/>
            <p:cNvSpPr/>
            <p:nvPr/>
          </p:nvSpPr>
          <p:spPr>
            <a:xfrm rot="10800000">
              <a:off x="538200" y="444600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 name="Google Shape;203;p14"/>
            <p:cNvSpPr/>
            <p:nvPr/>
          </p:nvSpPr>
          <p:spPr>
            <a:xfrm rot="10800000">
              <a:off x="243360" y="436644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46" name="Google Shape;204;p14"/>
          <p:cNvSpPr/>
          <p:nvPr/>
        </p:nvSpPr>
        <p:spPr>
          <a:xfrm rot="11921400">
            <a:off x="30600" y="-1325880"/>
            <a:ext cx="4087440" cy="3173040"/>
          </a:xfrm>
          <a:custGeom>
            <a:avLst/>
            <a:gdLst>
              <a:gd name="textAreaLeft" fmla="*/ 0 w 4087440"/>
              <a:gd name="textAreaRight" fmla="*/ 4087800 w 4087440"/>
              <a:gd name="textAreaTop" fmla="*/ 0 h 3173040"/>
              <a:gd name="textAreaBottom" fmla="*/ 3173400 h 3173040"/>
            </a:gdLst>
            <a:ahLst/>
            <a:rect l="textAreaLeft" t="textAreaTop" r="textAreaRight" b="textAreaBottom"/>
            <a:pathLst>
              <a:path w="163517" h="126940">
                <a:moveTo>
                  <a:pt x="163517" y="0"/>
                </a:moveTo>
                <a:cubicBezTo>
                  <a:pt x="156072" y="13171"/>
                  <a:pt x="146907" y="26640"/>
                  <a:pt x="133933" y="34424"/>
                </a:cubicBezTo>
                <a:cubicBezTo>
                  <a:pt x="125327" y="39587"/>
                  <a:pt x="115161" y="41672"/>
                  <a:pt x="105425" y="44106"/>
                </a:cubicBezTo>
                <a:cubicBezTo>
                  <a:pt x="97895" y="45988"/>
                  <a:pt x="89659" y="49251"/>
                  <a:pt x="82296" y="46796"/>
                </a:cubicBezTo>
                <a:cubicBezTo>
                  <a:pt x="80220" y="46104"/>
                  <a:pt x="77730" y="45063"/>
                  <a:pt x="76918" y="43031"/>
                </a:cubicBezTo>
                <a:cubicBezTo>
                  <a:pt x="76106" y="40999"/>
                  <a:pt x="78806" y="36526"/>
                  <a:pt x="80683" y="37652"/>
                </a:cubicBezTo>
                <a:cubicBezTo>
                  <a:pt x="86473" y="41125"/>
                  <a:pt x="82247" y="53408"/>
                  <a:pt x="76918" y="57553"/>
                </a:cubicBezTo>
                <a:cubicBezTo>
                  <a:pt x="69215" y="63544"/>
                  <a:pt x="58455" y="63929"/>
                  <a:pt x="49486" y="67773"/>
                </a:cubicBezTo>
                <a:cubicBezTo>
                  <a:pt x="35133" y="73924"/>
                  <a:pt x="20062" y="81588"/>
                  <a:pt x="10758" y="94129"/>
                </a:cubicBezTo>
                <a:cubicBezTo>
                  <a:pt x="3900" y="103373"/>
                  <a:pt x="2258" y="115654"/>
                  <a:pt x="0" y="12694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7" name="Google Shape;206;p15"/>
          <p:cNvGrpSpPr/>
          <p:nvPr/>
        </p:nvGrpSpPr>
        <p:grpSpPr>
          <a:xfrm>
            <a:off x="8043120" y="4400280"/>
            <a:ext cx="774000" cy="407160"/>
            <a:chOff x="8043120" y="4400280"/>
            <a:chExt cx="774000" cy="407160"/>
          </a:xfrm>
        </p:grpSpPr>
        <p:sp>
          <p:nvSpPr>
            <p:cNvPr id="48" name="Google Shape;207;p15"/>
            <p:cNvSpPr/>
            <p:nvPr/>
          </p:nvSpPr>
          <p:spPr>
            <a:xfrm flipH="1">
              <a:off x="8425800" y="4715280"/>
              <a:ext cx="120960" cy="92160"/>
            </a:xfrm>
            <a:custGeom>
              <a:avLst/>
              <a:gdLst>
                <a:gd name="textAreaLeft" fmla="*/ 360 w 120960"/>
                <a:gd name="textAreaRight" fmla="*/ 12168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9" name="Google Shape;208;p15"/>
            <p:cNvSpPr/>
            <p:nvPr/>
          </p:nvSpPr>
          <p:spPr>
            <a:xfrm flipH="1">
              <a:off x="8042760" y="4674240"/>
              <a:ext cx="82440" cy="60120"/>
            </a:xfrm>
            <a:custGeom>
              <a:avLst/>
              <a:gdLst>
                <a:gd name="textAreaLeft" fmla="*/ -360 w 82440"/>
                <a:gd name="textAreaRight" fmla="*/ 8244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 name="Google Shape;209;p15"/>
            <p:cNvSpPr/>
            <p:nvPr/>
          </p:nvSpPr>
          <p:spPr>
            <a:xfrm flipH="1">
              <a:off x="8609040" y="4400280"/>
              <a:ext cx="207720" cy="122040"/>
            </a:xfrm>
            <a:custGeom>
              <a:avLst/>
              <a:gdLst>
                <a:gd name="textAreaLeft" fmla="*/ -360 w 207720"/>
                <a:gd name="textAreaRight" fmla="*/ 20772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51" name="Google Shape;210;p15"/>
          <p:cNvSpPr/>
          <p:nvPr/>
        </p:nvSpPr>
        <p:spPr>
          <a:xfrm rot="4632000">
            <a:off x="-297360" y="3524040"/>
            <a:ext cx="2004480" cy="2159280"/>
          </a:xfrm>
          <a:custGeom>
            <a:avLst/>
            <a:gdLst>
              <a:gd name="textAreaLeft" fmla="*/ 0 w 2004480"/>
              <a:gd name="textAreaRight" fmla="*/ 2004840 w 2004480"/>
              <a:gd name="textAreaTop" fmla="*/ 0 h 2159280"/>
              <a:gd name="textAreaBottom" fmla="*/ 2159640 h 215928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52" name="Google Shape;211;p15"/>
          <p:cNvSpPr/>
          <p:nvPr/>
        </p:nvSpPr>
        <p:spPr>
          <a:xfrm rot="16200000">
            <a:off x="7221240" y="3011760"/>
            <a:ext cx="1883520" cy="2578320"/>
          </a:xfrm>
          <a:custGeom>
            <a:avLst/>
            <a:gdLst>
              <a:gd name="textAreaLeft" fmla="*/ 0 w 1883520"/>
              <a:gd name="textAreaRight" fmla="*/ 1883880 w 1883520"/>
              <a:gd name="textAreaTop" fmla="*/ 0 h 2578320"/>
              <a:gd name="textAreaBottom" fmla="*/ 2578680 h 257832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53" name="Google Shape;212;p15"/>
          <p:cNvSpPr/>
          <p:nvPr/>
        </p:nvSpPr>
        <p:spPr>
          <a:xfrm flipH="1" rot="2991600">
            <a:off x="7642440" y="-302760"/>
            <a:ext cx="1890360" cy="1122480"/>
          </a:xfrm>
          <a:custGeom>
            <a:avLst/>
            <a:gdLst>
              <a:gd name="textAreaLeft" fmla="*/ -360 w 1890360"/>
              <a:gd name="textAreaRight" fmla="*/ 1890360 w 1890360"/>
              <a:gd name="textAreaTop" fmla="*/ 0 h 1122480"/>
              <a:gd name="textAreaBottom" fmla="*/ 1122840 h 1122480"/>
            </a:gdLst>
            <a:ahLst/>
            <a:rect l="textAreaLeft" t="textAreaTop" r="textAreaRight" b="textAreaBottom"/>
            <a:pathLst>
              <a:path w="125696" h="121957">
                <a:moveTo>
                  <a:pt x="0" y="0"/>
                </a:moveTo>
                <a:cubicBezTo>
                  <a:pt x="2429" y="13372"/>
                  <a:pt x="11499" y="25222"/>
                  <a:pt x="20977" y="34963"/>
                </a:cubicBezTo>
                <a:cubicBezTo>
                  <a:pt x="33981" y="48328"/>
                  <a:pt x="53230" y="56620"/>
                  <a:pt x="61856" y="73152"/>
                </a:cubicBezTo>
                <a:cubicBezTo>
                  <a:pt x="69438" y="87683"/>
                  <a:pt x="69009" y="126065"/>
                  <a:pt x="53250" y="121562"/>
                </a:cubicBezTo>
                <a:cubicBezTo>
                  <a:pt x="49080" y="120371"/>
                  <a:pt x="48372" y="111509"/>
                  <a:pt x="51636" y="108653"/>
                </a:cubicBezTo>
                <a:cubicBezTo>
                  <a:pt x="54080" y="106515"/>
                  <a:pt x="58103" y="107118"/>
                  <a:pt x="61318" y="107577"/>
                </a:cubicBezTo>
                <a:cubicBezTo>
                  <a:pt x="68707" y="108633"/>
                  <a:pt x="74729" y="114210"/>
                  <a:pt x="81758" y="116721"/>
                </a:cubicBezTo>
                <a:cubicBezTo>
                  <a:pt x="89532" y="119498"/>
                  <a:pt x="98730" y="120586"/>
                  <a:pt x="106500" y="117797"/>
                </a:cubicBezTo>
                <a:cubicBezTo>
                  <a:pt x="113676" y="115221"/>
                  <a:pt x="121137" y="109912"/>
                  <a:pt x="123713" y="102736"/>
                </a:cubicBezTo>
                <a:cubicBezTo>
                  <a:pt x="126865" y="93954"/>
                  <a:pt x="125430" y="84074"/>
                  <a:pt x="124788" y="7476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54" name="Google Shape;213;p15"/>
          <p:cNvSpPr/>
          <p:nvPr/>
        </p:nvSpPr>
        <p:spPr>
          <a:xfrm flipH="1" rot="6845400">
            <a:off x="-1139040" y="-3081600"/>
            <a:ext cx="4046760" cy="4965120"/>
          </a:xfrm>
          <a:custGeom>
            <a:avLst/>
            <a:gdLst>
              <a:gd name="textAreaLeft" fmla="*/ -360 w 4046760"/>
              <a:gd name="textAreaRight" fmla="*/ 4046760 w 4046760"/>
              <a:gd name="textAreaTop" fmla="*/ 0 h 4965120"/>
              <a:gd name="textAreaBottom" fmla="*/ 4965480 h 496512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55" name="PlaceHolder 1"/>
          <p:cNvSpPr>
            <a:spLocks noGrp="1"/>
          </p:cNvSpPr>
          <p:nvPr>
            <p:ph type="title"/>
          </p:nvPr>
        </p:nvSpPr>
        <p:spPr>
          <a:xfrm>
            <a:off x="1551240" y="2028240"/>
            <a:ext cx="6041520" cy="1023120"/>
          </a:xfrm>
          <a:prstGeom prst="rect">
            <a:avLst/>
          </a:prstGeom>
          <a:noFill/>
          <a:ln w="0">
            <a:noFill/>
          </a:ln>
        </p:spPr>
        <p:txBody>
          <a:bodyPr lIns="91440" rIns="91440" tIns="91440" bIns="91440" anchor="b">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56" name="PlaceHolder 2"/>
          <p:cNvSpPr>
            <a:spLocks noGrp="1"/>
          </p:cNvSpPr>
          <p:nvPr>
            <p:ph type="title"/>
          </p:nvPr>
        </p:nvSpPr>
        <p:spPr>
          <a:xfrm>
            <a:off x="4022280" y="1386360"/>
            <a:ext cx="1098720" cy="618120"/>
          </a:xfrm>
          <a:prstGeom prst="rect">
            <a:avLst/>
          </a:prstGeom>
          <a:noFill/>
          <a:ln w="0">
            <a:noFill/>
          </a:ln>
        </p:spPr>
        <p:txBody>
          <a:bodyPr lIns="91440" rIns="91440" tIns="91440" bIns="91440" anchor="ctr">
            <a:noAutofit/>
          </a:bodyPr>
          <a:p>
            <a:pPr indent="0" algn="ctr">
              <a:lnSpc>
                <a:spcPct val="100000"/>
              </a:lnSpc>
              <a:buNone/>
            </a:pPr>
            <a:r>
              <a:rPr b="1" lang="fr-FR" sz="5000" spc="-1" strike="noStrike">
                <a:solidFill>
                  <a:schemeClr val="accent1"/>
                </a:solidFill>
                <a:latin typeface="Varela Round"/>
                <a:ea typeface="Varela Round"/>
              </a:rPr>
              <a:t>xx%</a:t>
            </a:r>
            <a:endParaRPr b="0" lang="fr-FR" sz="5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57" name="Google Shape;218;p16"/>
          <p:cNvGrpSpPr/>
          <p:nvPr/>
        </p:nvGrpSpPr>
        <p:grpSpPr>
          <a:xfrm>
            <a:off x="6725880" y="336240"/>
            <a:ext cx="774360" cy="407160"/>
            <a:chOff x="6725880" y="336240"/>
            <a:chExt cx="774360" cy="407160"/>
          </a:xfrm>
        </p:grpSpPr>
        <p:sp>
          <p:nvSpPr>
            <p:cNvPr id="58" name="Google Shape;219;p16"/>
            <p:cNvSpPr/>
            <p:nvPr/>
          </p:nvSpPr>
          <p:spPr>
            <a:xfrm rot="10800000">
              <a:off x="7108200" y="33624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9" name="Google Shape;220;p16"/>
            <p:cNvSpPr/>
            <p:nvPr/>
          </p:nvSpPr>
          <p:spPr>
            <a:xfrm rot="10800000">
              <a:off x="6725880" y="40896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60" name="Google Shape;221;p16"/>
            <p:cNvSpPr/>
            <p:nvPr/>
          </p:nvSpPr>
          <p:spPr>
            <a:xfrm rot="10800000">
              <a:off x="7292520" y="62136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61" name="Google Shape;222;p16"/>
          <p:cNvSpPr/>
          <p:nvPr/>
        </p:nvSpPr>
        <p:spPr>
          <a:xfrm flipH="1" rot="6318600">
            <a:off x="-2406600" y="-1971000"/>
            <a:ext cx="4078440" cy="5279040"/>
          </a:xfrm>
          <a:custGeom>
            <a:avLst/>
            <a:gdLst>
              <a:gd name="textAreaLeft" fmla="*/ 360 w 4078440"/>
              <a:gd name="textAreaRight" fmla="*/ 4079160 w 4078440"/>
              <a:gd name="textAreaTop" fmla="*/ 0 h 5279040"/>
              <a:gd name="textAreaBottom" fmla="*/ 5279400 h 527904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62" name="Google Shape;223;p16"/>
          <p:cNvSpPr/>
          <p:nvPr/>
        </p:nvSpPr>
        <p:spPr>
          <a:xfrm flipH="1" rot="16200000">
            <a:off x="6612120" y="-1066320"/>
            <a:ext cx="3940560" cy="3148200"/>
          </a:xfrm>
          <a:custGeom>
            <a:avLst/>
            <a:gdLst>
              <a:gd name="textAreaLeft" fmla="*/ 360 w 3940560"/>
              <a:gd name="textAreaRight" fmla="*/ 3941280 w 3940560"/>
              <a:gd name="textAreaTop" fmla="*/ 0 h 3148200"/>
              <a:gd name="textAreaBottom" fmla="*/ 3148560 h 314820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63" name="Google Shape;224;p16"/>
          <p:cNvSpPr/>
          <p:nvPr/>
        </p:nvSpPr>
        <p:spPr>
          <a:xfrm rot="7808400">
            <a:off x="6531120" y="3969360"/>
            <a:ext cx="3443400" cy="2044800"/>
          </a:xfrm>
          <a:custGeom>
            <a:avLst/>
            <a:gdLst>
              <a:gd name="textAreaLeft" fmla="*/ 0 w 3443400"/>
              <a:gd name="textAreaRight" fmla="*/ 3443760 w 3443400"/>
              <a:gd name="textAreaTop" fmla="*/ 0 h 2044800"/>
              <a:gd name="textAreaBottom" fmla="*/ 2045160 h 2044800"/>
            </a:gdLst>
            <a:ahLst/>
            <a:rect l="textAreaLeft" t="textAreaTop" r="textAreaRight" b="textAreaBottom"/>
            <a:pathLst>
              <a:path w="125696" h="121957">
                <a:moveTo>
                  <a:pt x="0" y="0"/>
                </a:moveTo>
                <a:cubicBezTo>
                  <a:pt x="2429" y="13372"/>
                  <a:pt x="11499" y="25222"/>
                  <a:pt x="20977" y="34963"/>
                </a:cubicBezTo>
                <a:cubicBezTo>
                  <a:pt x="33981" y="48328"/>
                  <a:pt x="53230" y="56620"/>
                  <a:pt x="61856" y="73152"/>
                </a:cubicBezTo>
                <a:cubicBezTo>
                  <a:pt x="69438" y="87683"/>
                  <a:pt x="69009" y="126065"/>
                  <a:pt x="53250" y="121562"/>
                </a:cubicBezTo>
                <a:cubicBezTo>
                  <a:pt x="49080" y="120371"/>
                  <a:pt x="48372" y="111509"/>
                  <a:pt x="51636" y="108653"/>
                </a:cubicBezTo>
                <a:cubicBezTo>
                  <a:pt x="54080" y="106515"/>
                  <a:pt x="58103" y="107118"/>
                  <a:pt x="61318" y="107577"/>
                </a:cubicBezTo>
                <a:cubicBezTo>
                  <a:pt x="68707" y="108633"/>
                  <a:pt x="74729" y="114210"/>
                  <a:pt x="81758" y="116721"/>
                </a:cubicBezTo>
                <a:cubicBezTo>
                  <a:pt x="89532" y="119498"/>
                  <a:pt x="98730" y="120586"/>
                  <a:pt x="106500" y="117797"/>
                </a:cubicBezTo>
                <a:cubicBezTo>
                  <a:pt x="113676" y="115221"/>
                  <a:pt x="121137" y="109912"/>
                  <a:pt x="123713" y="102736"/>
                </a:cubicBezTo>
                <a:cubicBezTo>
                  <a:pt x="126865" y="93954"/>
                  <a:pt x="125430" y="84074"/>
                  <a:pt x="124788" y="7476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64" name="Google Shape;225;p16"/>
          <p:cNvSpPr/>
          <p:nvPr/>
        </p:nvSpPr>
        <p:spPr>
          <a:xfrm rot="4714800">
            <a:off x="-1087200" y="2651040"/>
            <a:ext cx="3129120" cy="3309840"/>
          </a:xfrm>
          <a:custGeom>
            <a:avLst/>
            <a:gdLst>
              <a:gd name="textAreaLeft" fmla="*/ 0 w 3129120"/>
              <a:gd name="textAreaRight" fmla="*/ 3129480 w 3129120"/>
              <a:gd name="textAreaTop" fmla="*/ 0 h 3309840"/>
              <a:gd name="textAreaBottom" fmla="*/ 3310200 h 330984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65" name="PlaceHolder 1"/>
          <p:cNvSpPr>
            <a:spLocks noGrp="1"/>
          </p:cNvSpPr>
          <p:nvPr>
            <p:ph type="title"/>
          </p:nvPr>
        </p:nvSpPr>
        <p:spPr>
          <a:xfrm>
            <a:off x="1226520" y="3083760"/>
            <a:ext cx="6690960" cy="72936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3990960" y="463320"/>
            <a:ext cx="4511520" cy="1420560"/>
          </a:xfrm>
          <a:prstGeom prst="rect">
            <a:avLst/>
          </a:prstGeom>
          <a:noFill/>
          <a:ln w="0">
            <a:noFill/>
          </a:ln>
        </p:spPr>
        <p:txBody>
          <a:bodyPr lIns="91440" rIns="91440" tIns="91440" bIns="91440" anchor="b">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67" name="PlaceHolder 2"/>
          <p:cNvSpPr>
            <a:spLocks noGrp="1"/>
          </p:cNvSpPr>
          <p:nvPr>
            <p:ph type="body"/>
          </p:nvPr>
        </p:nvSpPr>
        <p:spPr>
          <a:xfrm>
            <a:off x="713160" y="539640"/>
            <a:ext cx="3949200" cy="4064040"/>
          </a:xfrm>
          <a:prstGeom prst="rect">
            <a:avLst/>
          </a:prstGeom>
          <a:noFill/>
          <a:ln w="19080">
            <a:solidFill>
              <a:schemeClr val="accent1"/>
            </a:solidFill>
            <a:round/>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grpSp>
        <p:nvGrpSpPr>
          <p:cNvPr id="68" name="Google Shape;232;p17"/>
          <p:cNvGrpSpPr/>
          <p:nvPr/>
        </p:nvGrpSpPr>
        <p:grpSpPr>
          <a:xfrm>
            <a:off x="325800" y="131760"/>
            <a:ext cx="774360" cy="407160"/>
            <a:chOff x="325800" y="131760"/>
            <a:chExt cx="774360" cy="407160"/>
          </a:xfrm>
        </p:grpSpPr>
        <p:sp>
          <p:nvSpPr>
            <p:cNvPr id="69" name="Google Shape;233;p17"/>
            <p:cNvSpPr/>
            <p:nvPr/>
          </p:nvSpPr>
          <p:spPr>
            <a:xfrm flipV="1">
              <a:off x="596880" y="13176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0" name="Google Shape;234;p17"/>
            <p:cNvSpPr/>
            <p:nvPr/>
          </p:nvSpPr>
          <p:spPr>
            <a:xfrm flipV="1">
              <a:off x="1017720" y="20412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1" name="Google Shape;235;p17"/>
            <p:cNvSpPr/>
            <p:nvPr/>
          </p:nvSpPr>
          <p:spPr>
            <a:xfrm flipV="1">
              <a:off x="325800" y="41652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72" name="Google Shape;236;p17"/>
          <p:cNvSpPr/>
          <p:nvPr/>
        </p:nvSpPr>
        <p:spPr>
          <a:xfrm flipH="1" rot="10800000">
            <a:off x="6971760" y="-954360"/>
            <a:ext cx="2446920" cy="3128760"/>
          </a:xfrm>
          <a:custGeom>
            <a:avLst/>
            <a:gdLst>
              <a:gd name="textAreaLeft" fmla="*/ -360 w 2446920"/>
              <a:gd name="textAreaRight" fmla="*/ 2446920 w 2446920"/>
              <a:gd name="textAreaTop" fmla="*/ 0 h 3128760"/>
              <a:gd name="textAreaBottom" fmla="*/ 3129120 h 312876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73" name="Google Shape;237;p17"/>
          <p:cNvGrpSpPr/>
          <p:nvPr/>
        </p:nvGrpSpPr>
        <p:grpSpPr>
          <a:xfrm>
            <a:off x="7560360" y="4304160"/>
            <a:ext cx="1010520" cy="599400"/>
            <a:chOff x="7560360" y="4304160"/>
            <a:chExt cx="1010520" cy="599400"/>
          </a:xfrm>
        </p:grpSpPr>
        <p:sp>
          <p:nvSpPr>
            <p:cNvPr id="74" name="Google Shape;238;p17"/>
            <p:cNvSpPr/>
            <p:nvPr/>
          </p:nvSpPr>
          <p:spPr>
            <a:xfrm>
              <a:off x="7560360" y="453780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5" name="Google Shape;239;p17"/>
            <p:cNvSpPr/>
            <p:nvPr/>
          </p:nvSpPr>
          <p:spPr>
            <a:xfrm>
              <a:off x="7768440" y="432324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6" name="Google Shape;240;p17"/>
            <p:cNvSpPr/>
            <p:nvPr/>
          </p:nvSpPr>
          <p:spPr>
            <a:xfrm>
              <a:off x="8186400" y="430416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7" name="Google Shape;241;p17"/>
            <p:cNvSpPr/>
            <p:nvPr/>
          </p:nvSpPr>
          <p:spPr>
            <a:xfrm>
              <a:off x="8333280" y="454608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8" name="Google Shape;242;p17"/>
            <p:cNvSpPr/>
            <p:nvPr/>
          </p:nvSpPr>
          <p:spPr>
            <a:xfrm>
              <a:off x="7891920" y="458424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9" name="Google Shape;243;p17"/>
            <p:cNvSpPr/>
            <p:nvPr/>
          </p:nvSpPr>
          <p:spPr>
            <a:xfrm>
              <a:off x="8163360" y="475416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80" name="Google Shape;244;p17"/>
            <p:cNvSpPr/>
            <p:nvPr/>
          </p:nvSpPr>
          <p:spPr>
            <a:xfrm>
              <a:off x="8490240" y="484884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81" name="Google Shape;246;p18"/>
          <p:cNvGrpSpPr/>
          <p:nvPr/>
        </p:nvGrpSpPr>
        <p:grpSpPr>
          <a:xfrm>
            <a:off x="415800" y="190080"/>
            <a:ext cx="635760" cy="926640"/>
            <a:chOff x="415800" y="190080"/>
            <a:chExt cx="635760" cy="926640"/>
          </a:xfrm>
        </p:grpSpPr>
        <p:sp>
          <p:nvSpPr>
            <p:cNvPr id="82" name="Google Shape;247;p18"/>
            <p:cNvSpPr/>
            <p:nvPr/>
          </p:nvSpPr>
          <p:spPr>
            <a:xfrm rot="5400000">
              <a:off x="401400" y="47556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83" name="Google Shape;248;p18"/>
            <p:cNvSpPr/>
            <p:nvPr/>
          </p:nvSpPr>
          <p:spPr>
            <a:xfrm rot="5400000">
              <a:off x="630000" y="104544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84" name="Google Shape;249;p18"/>
            <p:cNvSpPr/>
            <p:nvPr/>
          </p:nvSpPr>
          <p:spPr>
            <a:xfrm rot="5400000">
              <a:off x="886680" y="23292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85" name="Google Shape;250;p18"/>
          <p:cNvSpPr/>
          <p:nvPr/>
        </p:nvSpPr>
        <p:spPr>
          <a:xfrm rot="282600">
            <a:off x="5400720" y="3160080"/>
            <a:ext cx="4078440" cy="5279760"/>
          </a:xfrm>
          <a:custGeom>
            <a:avLst/>
            <a:gdLst>
              <a:gd name="textAreaLeft" fmla="*/ 0 w 4078440"/>
              <a:gd name="textAreaRight" fmla="*/ 4078800 w 4078440"/>
              <a:gd name="textAreaTop" fmla="*/ 0 h 5279760"/>
              <a:gd name="textAreaBottom" fmla="*/ 5280120 h 527976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86" name="Google Shape;251;p18"/>
          <p:cNvSpPr/>
          <p:nvPr/>
        </p:nvSpPr>
        <p:spPr>
          <a:xfrm flipH="1" rot="5400000">
            <a:off x="-1919880" y="2297880"/>
            <a:ext cx="3940560" cy="3148200"/>
          </a:xfrm>
          <a:custGeom>
            <a:avLst/>
            <a:gdLst>
              <a:gd name="textAreaLeft" fmla="*/ 360 w 3940560"/>
              <a:gd name="textAreaRight" fmla="*/ 3941280 w 3940560"/>
              <a:gd name="textAreaTop" fmla="*/ 0 h 3148200"/>
              <a:gd name="textAreaBottom" fmla="*/ 3148560 h 314820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87" name="Google Shape;252;p18"/>
          <p:cNvSpPr/>
          <p:nvPr/>
        </p:nvSpPr>
        <p:spPr>
          <a:xfrm flipH="1" rot="10800000">
            <a:off x="6382080" y="-1789920"/>
            <a:ext cx="3129120" cy="3309840"/>
          </a:xfrm>
          <a:custGeom>
            <a:avLst/>
            <a:gdLst>
              <a:gd name="textAreaLeft" fmla="*/ 360 w 3129120"/>
              <a:gd name="textAreaRight" fmla="*/ 3129840 w 3129120"/>
              <a:gd name="textAreaTop" fmla="*/ 0 h 3309840"/>
              <a:gd name="textAreaBottom" fmla="*/ 3310200 h 330984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88" name="PlaceHolder 1"/>
          <p:cNvSpPr>
            <a:spLocks noGrp="1"/>
          </p:cNvSpPr>
          <p:nvPr>
            <p:ph type="title"/>
          </p:nvPr>
        </p:nvSpPr>
        <p:spPr>
          <a:xfrm>
            <a:off x="912600" y="1226880"/>
            <a:ext cx="2453040" cy="1214280"/>
          </a:xfrm>
          <a:prstGeom prst="rect">
            <a:avLst/>
          </a:prstGeom>
          <a:noFill/>
          <a:ln w="0">
            <a:noFill/>
          </a:ln>
        </p:spPr>
        <p:txBody>
          <a:bodyPr lIns="91440" rIns="91440" tIns="91440" bIns="91440" anchor="b">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89" name="Google Shape;256;p19"/>
          <p:cNvGrpSpPr/>
          <p:nvPr/>
        </p:nvGrpSpPr>
        <p:grpSpPr>
          <a:xfrm>
            <a:off x="5232600" y="262080"/>
            <a:ext cx="1010520" cy="599040"/>
            <a:chOff x="5232600" y="262080"/>
            <a:chExt cx="1010520" cy="599040"/>
          </a:xfrm>
        </p:grpSpPr>
        <p:sp>
          <p:nvSpPr>
            <p:cNvPr id="90" name="Google Shape;257;p19"/>
            <p:cNvSpPr/>
            <p:nvPr/>
          </p:nvSpPr>
          <p:spPr>
            <a:xfrm flipV="1">
              <a:off x="5232600" y="566640"/>
              <a:ext cx="83520" cy="60120"/>
            </a:xfrm>
            <a:custGeom>
              <a:avLst/>
              <a:gdLst>
                <a:gd name="textAreaLeft" fmla="*/ 0 w 83520"/>
                <a:gd name="textAreaRight" fmla="*/ 83880 w 83520"/>
                <a:gd name="textAreaTop" fmla="*/ -360 h 60120"/>
                <a:gd name="textAreaBottom" fmla="*/ 6012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1" name="Google Shape;258;p19"/>
            <p:cNvSpPr/>
            <p:nvPr/>
          </p:nvSpPr>
          <p:spPr>
            <a:xfrm flipV="1">
              <a:off x="5440320" y="776880"/>
              <a:ext cx="77760" cy="64440"/>
            </a:xfrm>
            <a:custGeom>
              <a:avLst/>
              <a:gdLst>
                <a:gd name="textAreaLeft" fmla="*/ 0 w 77760"/>
                <a:gd name="textAreaRight" fmla="*/ 78120 w 77760"/>
                <a:gd name="textAreaTop" fmla="*/ -360 h 64440"/>
                <a:gd name="textAreaBottom" fmla="*/ 6444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2" name="Google Shape;259;p19"/>
            <p:cNvSpPr/>
            <p:nvPr/>
          </p:nvSpPr>
          <p:spPr>
            <a:xfrm flipV="1">
              <a:off x="5858640" y="810000"/>
              <a:ext cx="77040" cy="51120"/>
            </a:xfrm>
            <a:custGeom>
              <a:avLst/>
              <a:gdLst>
                <a:gd name="textAreaLeft" fmla="*/ 0 w 77040"/>
                <a:gd name="textAreaRight" fmla="*/ 77400 w 77040"/>
                <a:gd name="textAreaTop" fmla="*/ 360 h 51120"/>
                <a:gd name="textAreaBottom" fmla="*/ 5184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3" name="Google Shape;260;p19"/>
            <p:cNvSpPr/>
            <p:nvPr/>
          </p:nvSpPr>
          <p:spPr>
            <a:xfrm flipV="1">
              <a:off x="6005160" y="542880"/>
              <a:ext cx="99720" cy="75960"/>
            </a:xfrm>
            <a:custGeom>
              <a:avLst/>
              <a:gdLst>
                <a:gd name="textAreaLeft" fmla="*/ 0 w 99720"/>
                <a:gd name="textAreaRight" fmla="*/ 100080 w 99720"/>
                <a:gd name="textAreaTop" fmla="*/ -360 h 75960"/>
                <a:gd name="textAreaBottom" fmla="*/ 7596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4" name="Google Shape;261;p19"/>
            <p:cNvSpPr/>
            <p:nvPr/>
          </p:nvSpPr>
          <p:spPr>
            <a:xfrm flipV="1">
              <a:off x="5564160" y="531360"/>
              <a:ext cx="67680" cy="49320"/>
            </a:xfrm>
            <a:custGeom>
              <a:avLst/>
              <a:gdLst>
                <a:gd name="textAreaLeft" fmla="*/ 0 w 67680"/>
                <a:gd name="textAreaRight" fmla="*/ 68040 w 67680"/>
                <a:gd name="textAreaTop" fmla="*/ -360 h 49320"/>
                <a:gd name="textAreaBottom" fmla="*/ 4932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5" name="Google Shape;262;p19"/>
            <p:cNvSpPr/>
            <p:nvPr/>
          </p:nvSpPr>
          <p:spPr>
            <a:xfrm flipV="1">
              <a:off x="5835600" y="341640"/>
              <a:ext cx="112680" cy="69840"/>
            </a:xfrm>
            <a:custGeom>
              <a:avLst/>
              <a:gdLst>
                <a:gd name="textAreaLeft" fmla="*/ 0 w 112680"/>
                <a:gd name="textAreaRight" fmla="*/ 113040 w 112680"/>
                <a:gd name="textAreaTop" fmla="*/ 360 h 69840"/>
                <a:gd name="textAreaBottom" fmla="*/ 7056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6" name="Google Shape;263;p19"/>
            <p:cNvSpPr/>
            <p:nvPr/>
          </p:nvSpPr>
          <p:spPr>
            <a:xfrm flipV="1">
              <a:off x="6162480" y="262080"/>
              <a:ext cx="80640" cy="54720"/>
            </a:xfrm>
            <a:custGeom>
              <a:avLst/>
              <a:gdLst>
                <a:gd name="textAreaLeft" fmla="*/ 0 w 80640"/>
                <a:gd name="textAreaRight" fmla="*/ 81000 w 80640"/>
                <a:gd name="textAreaTop" fmla="*/ 360 h 54720"/>
                <a:gd name="textAreaBottom" fmla="*/ 5544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97" name="Google Shape;264;p19"/>
          <p:cNvSpPr/>
          <p:nvPr/>
        </p:nvSpPr>
        <p:spPr>
          <a:xfrm rot="11082600">
            <a:off x="-945000" y="-3363120"/>
            <a:ext cx="4078440" cy="5279760"/>
          </a:xfrm>
          <a:custGeom>
            <a:avLst/>
            <a:gdLst>
              <a:gd name="textAreaLeft" fmla="*/ 0 w 4078440"/>
              <a:gd name="textAreaRight" fmla="*/ 4078800 w 4078440"/>
              <a:gd name="textAreaTop" fmla="*/ 0 h 5279760"/>
              <a:gd name="textAreaBottom" fmla="*/ 5280120 h 527976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98" name="Google Shape;265;p19"/>
          <p:cNvSpPr/>
          <p:nvPr/>
        </p:nvSpPr>
        <p:spPr>
          <a:xfrm flipH="1" rot="14147400">
            <a:off x="5911560" y="-1491120"/>
            <a:ext cx="3940560" cy="3147840"/>
          </a:xfrm>
          <a:custGeom>
            <a:avLst/>
            <a:gdLst>
              <a:gd name="textAreaLeft" fmla="*/ 360 w 3940560"/>
              <a:gd name="textAreaRight" fmla="*/ 3941280 w 3940560"/>
              <a:gd name="textAreaTop" fmla="*/ 0 h 3147840"/>
              <a:gd name="textAreaBottom" fmla="*/ 3148200 h 314784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99" name="Google Shape;266;p19"/>
          <p:cNvSpPr/>
          <p:nvPr/>
        </p:nvSpPr>
        <p:spPr>
          <a:xfrm flipH="1" rot="6192600">
            <a:off x="6310080" y="3295440"/>
            <a:ext cx="3129120" cy="3309840"/>
          </a:xfrm>
          <a:custGeom>
            <a:avLst/>
            <a:gdLst>
              <a:gd name="textAreaLeft" fmla="*/ 360 w 3129120"/>
              <a:gd name="textAreaRight" fmla="*/ 3129840 w 3129120"/>
              <a:gd name="textAreaTop" fmla="*/ 0 h 3309840"/>
              <a:gd name="textAreaBottom" fmla="*/ 3310200 h 330984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100" name="Google Shape;267;p19"/>
          <p:cNvGrpSpPr/>
          <p:nvPr/>
        </p:nvGrpSpPr>
        <p:grpSpPr>
          <a:xfrm>
            <a:off x="374760" y="4285440"/>
            <a:ext cx="926640" cy="636120"/>
            <a:chOff x="374760" y="4285440"/>
            <a:chExt cx="926640" cy="636120"/>
          </a:xfrm>
        </p:grpSpPr>
        <p:sp>
          <p:nvSpPr>
            <p:cNvPr id="101" name="Google Shape;268;p19"/>
            <p:cNvSpPr/>
            <p:nvPr/>
          </p:nvSpPr>
          <p:spPr>
            <a:xfrm>
              <a:off x="645480" y="482940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2" name="Google Shape;269;p19"/>
            <p:cNvSpPr/>
            <p:nvPr/>
          </p:nvSpPr>
          <p:spPr>
            <a:xfrm>
              <a:off x="1218960" y="463608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3" name="Google Shape;270;p19"/>
            <p:cNvSpPr/>
            <p:nvPr/>
          </p:nvSpPr>
          <p:spPr>
            <a:xfrm>
              <a:off x="374760" y="428544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04" name="PlaceHolder 1"/>
          <p:cNvSpPr>
            <a:spLocks noGrp="1"/>
          </p:cNvSpPr>
          <p:nvPr>
            <p:ph type="title"/>
          </p:nvPr>
        </p:nvSpPr>
        <p:spPr>
          <a:xfrm>
            <a:off x="5706360" y="1226880"/>
            <a:ext cx="2453040" cy="1214280"/>
          </a:xfrm>
          <a:prstGeom prst="rect">
            <a:avLst/>
          </a:prstGeom>
          <a:noFill/>
          <a:ln w="0">
            <a:noFill/>
          </a:ln>
        </p:spPr>
        <p:txBody>
          <a:bodyPr lIns="91440" rIns="91440" tIns="91440" bIns="91440" anchor="b">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1157760" y="1711080"/>
            <a:ext cx="3847680" cy="685800"/>
          </a:xfrm>
          <a:prstGeom prst="rect">
            <a:avLst/>
          </a:prstGeom>
          <a:noFill/>
          <a:ln w="0">
            <a:noFill/>
          </a:ln>
        </p:spPr>
        <p:txBody>
          <a:bodyPr lIns="91440" rIns="91440" tIns="91440" bIns="91440" anchor="b">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grpSp>
        <p:nvGrpSpPr>
          <p:cNvPr id="106" name="Google Shape;276;p20"/>
          <p:cNvGrpSpPr/>
          <p:nvPr/>
        </p:nvGrpSpPr>
        <p:grpSpPr>
          <a:xfrm>
            <a:off x="795240" y="249840"/>
            <a:ext cx="795960" cy="401400"/>
            <a:chOff x="795240" y="249840"/>
            <a:chExt cx="795960" cy="401400"/>
          </a:xfrm>
        </p:grpSpPr>
        <p:sp>
          <p:nvSpPr>
            <p:cNvPr id="107" name="Google Shape;277;p20"/>
            <p:cNvSpPr/>
            <p:nvPr/>
          </p:nvSpPr>
          <p:spPr>
            <a:xfrm rot="10553400">
              <a:off x="1174320" y="25380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8" name="Google Shape;278;p20"/>
            <p:cNvSpPr/>
            <p:nvPr/>
          </p:nvSpPr>
          <p:spPr>
            <a:xfrm rot="10553400">
              <a:off x="797040" y="35532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9" name="Google Shape;279;p20"/>
            <p:cNvSpPr/>
            <p:nvPr/>
          </p:nvSpPr>
          <p:spPr>
            <a:xfrm rot="10553400">
              <a:off x="1379160" y="52200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10" name="Google Shape;280;p20"/>
          <p:cNvSpPr/>
          <p:nvPr/>
        </p:nvSpPr>
        <p:spPr>
          <a:xfrm rot="7341000">
            <a:off x="930600" y="-3667680"/>
            <a:ext cx="5543280" cy="6348240"/>
          </a:xfrm>
          <a:custGeom>
            <a:avLst/>
            <a:gdLst>
              <a:gd name="textAreaLeft" fmla="*/ 0 w 5543280"/>
              <a:gd name="textAreaRight" fmla="*/ 5543640 w 5543280"/>
              <a:gd name="textAreaTop" fmla="*/ 0 h 6348240"/>
              <a:gd name="textAreaBottom" fmla="*/ 6348600 h 634824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11" name="Google Shape;281;p20"/>
          <p:cNvSpPr/>
          <p:nvPr/>
        </p:nvSpPr>
        <p:spPr>
          <a:xfrm flipH="1" rot="15473400">
            <a:off x="-1339920" y="3090600"/>
            <a:ext cx="5311800" cy="3155040"/>
          </a:xfrm>
          <a:custGeom>
            <a:avLst/>
            <a:gdLst>
              <a:gd name="textAreaLeft" fmla="*/ -360 w 5311800"/>
              <a:gd name="textAreaRight" fmla="*/ 5311800 w 5311800"/>
              <a:gd name="textAreaTop" fmla="*/ 0 h 3155040"/>
              <a:gd name="textAreaBottom" fmla="*/ 3155400 h 3155040"/>
            </a:gdLst>
            <a:ahLst/>
            <a:rect l="textAreaLeft" t="textAreaTop" r="textAreaRight" b="textAreaBottom"/>
            <a:pathLst>
              <a:path w="125696" h="121957">
                <a:moveTo>
                  <a:pt x="0" y="0"/>
                </a:moveTo>
                <a:cubicBezTo>
                  <a:pt x="2429" y="13372"/>
                  <a:pt x="11499" y="25222"/>
                  <a:pt x="20977" y="34963"/>
                </a:cubicBezTo>
                <a:cubicBezTo>
                  <a:pt x="33981" y="48328"/>
                  <a:pt x="53230" y="56620"/>
                  <a:pt x="61856" y="73152"/>
                </a:cubicBezTo>
                <a:cubicBezTo>
                  <a:pt x="69438" y="87683"/>
                  <a:pt x="69009" y="126065"/>
                  <a:pt x="53250" y="121562"/>
                </a:cubicBezTo>
                <a:cubicBezTo>
                  <a:pt x="49080" y="120371"/>
                  <a:pt x="48372" y="111509"/>
                  <a:pt x="51636" y="108653"/>
                </a:cubicBezTo>
                <a:cubicBezTo>
                  <a:pt x="54080" y="106515"/>
                  <a:pt x="58103" y="107118"/>
                  <a:pt x="61318" y="107577"/>
                </a:cubicBezTo>
                <a:cubicBezTo>
                  <a:pt x="68707" y="108633"/>
                  <a:pt x="74729" y="114210"/>
                  <a:pt x="81758" y="116721"/>
                </a:cubicBezTo>
                <a:cubicBezTo>
                  <a:pt x="89532" y="119498"/>
                  <a:pt x="98730" y="120586"/>
                  <a:pt x="106500" y="117797"/>
                </a:cubicBezTo>
                <a:cubicBezTo>
                  <a:pt x="113676" y="115221"/>
                  <a:pt x="121137" y="109912"/>
                  <a:pt x="123713" y="102736"/>
                </a:cubicBezTo>
                <a:cubicBezTo>
                  <a:pt x="126865" y="93954"/>
                  <a:pt x="125430" y="84074"/>
                  <a:pt x="124788" y="7476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12" name="Google Shape;282;p20"/>
          <p:cNvSpPr/>
          <p:nvPr/>
        </p:nvSpPr>
        <p:spPr>
          <a:xfrm rot="17979000">
            <a:off x="7550280" y="215280"/>
            <a:ext cx="3129120" cy="3309840"/>
          </a:xfrm>
          <a:custGeom>
            <a:avLst/>
            <a:gdLst>
              <a:gd name="textAreaLeft" fmla="*/ 0 w 3129120"/>
              <a:gd name="textAreaRight" fmla="*/ 3129480 w 3129120"/>
              <a:gd name="textAreaTop" fmla="*/ 0 h 3309840"/>
              <a:gd name="textAreaBottom" fmla="*/ 3310200 h 330984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4598640" y="1870560"/>
            <a:ext cx="3563280" cy="1444680"/>
          </a:xfrm>
          <a:prstGeom prst="rect">
            <a:avLst/>
          </a:prstGeom>
          <a:noFill/>
          <a:ln w="0">
            <a:noFill/>
          </a:ln>
        </p:spPr>
        <p:txBody>
          <a:bodyPr lIns="91440" rIns="91440" tIns="91440" bIns="91440" anchor="b">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114" name="PlaceHolder 2"/>
          <p:cNvSpPr>
            <a:spLocks noGrp="1"/>
          </p:cNvSpPr>
          <p:nvPr>
            <p:ph type="title"/>
          </p:nvPr>
        </p:nvSpPr>
        <p:spPr>
          <a:xfrm>
            <a:off x="4598640" y="1122480"/>
            <a:ext cx="1098720" cy="618120"/>
          </a:xfrm>
          <a:prstGeom prst="rect">
            <a:avLst/>
          </a:prstGeom>
          <a:noFill/>
          <a:ln w="0">
            <a:noFill/>
          </a:ln>
        </p:spPr>
        <p:txBody>
          <a:bodyPr lIns="91440" rIns="91440" tIns="91440" bIns="91440" anchor="ctr">
            <a:noAutofit/>
          </a:bodyPr>
          <a:p>
            <a:pPr indent="0">
              <a:lnSpc>
                <a:spcPct val="100000"/>
              </a:lnSpc>
              <a:buNone/>
            </a:pPr>
            <a:r>
              <a:rPr b="1" lang="fr-FR" sz="5000" spc="-1" strike="noStrike">
                <a:solidFill>
                  <a:schemeClr val="accent1"/>
                </a:solidFill>
                <a:latin typeface="Varela Round"/>
                <a:ea typeface="Varela Round"/>
              </a:rPr>
              <a:t>xx%</a:t>
            </a:r>
            <a:endParaRPr b="0" lang="fr-FR" sz="5000" spc="-1" strike="noStrike">
              <a:solidFill>
                <a:schemeClr val="dk1"/>
              </a:solidFill>
              <a:latin typeface="Arial"/>
            </a:endParaRPr>
          </a:p>
        </p:txBody>
      </p:sp>
      <p:sp>
        <p:nvSpPr>
          <p:cNvPr id="115" name="PlaceHolder 3"/>
          <p:cNvSpPr>
            <a:spLocks noGrp="1"/>
          </p:cNvSpPr>
          <p:nvPr>
            <p:ph type="body"/>
          </p:nvPr>
        </p:nvSpPr>
        <p:spPr>
          <a:xfrm>
            <a:off x="547920" y="950040"/>
            <a:ext cx="3390120" cy="3243240"/>
          </a:xfrm>
          <a:prstGeom prst="rect">
            <a:avLst/>
          </a:prstGeom>
          <a:noFill/>
          <a:ln w="19080">
            <a:solidFill>
              <a:schemeClr val="accent1"/>
            </a:solidFill>
            <a:round/>
          </a:ln>
        </p:spPr>
        <p:txBody>
          <a:bodyPr lIns="90000" rIns="90000" tIns="45000" bIns="45000" anchor="t">
            <a:normAutofit fontScale="71666"/>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grpSp>
        <p:nvGrpSpPr>
          <p:cNvPr id="116" name="Google Shape;23;p3"/>
          <p:cNvGrpSpPr/>
          <p:nvPr/>
        </p:nvGrpSpPr>
        <p:grpSpPr>
          <a:xfrm>
            <a:off x="7700400" y="310320"/>
            <a:ext cx="1010520" cy="599040"/>
            <a:chOff x="7700400" y="310320"/>
            <a:chExt cx="1010520" cy="599040"/>
          </a:xfrm>
        </p:grpSpPr>
        <p:sp>
          <p:nvSpPr>
            <p:cNvPr id="117" name="Google Shape;24;p3"/>
            <p:cNvSpPr/>
            <p:nvPr/>
          </p:nvSpPr>
          <p:spPr>
            <a:xfrm>
              <a:off x="7700400" y="54396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18" name="Google Shape;25;p3"/>
            <p:cNvSpPr/>
            <p:nvPr/>
          </p:nvSpPr>
          <p:spPr>
            <a:xfrm>
              <a:off x="7908120" y="32940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19" name="Google Shape;26;p3"/>
            <p:cNvSpPr/>
            <p:nvPr/>
          </p:nvSpPr>
          <p:spPr>
            <a:xfrm>
              <a:off x="8326440" y="31032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0" name="Google Shape;27;p3"/>
            <p:cNvSpPr/>
            <p:nvPr/>
          </p:nvSpPr>
          <p:spPr>
            <a:xfrm>
              <a:off x="8472960" y="55188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1" name="Google Shape;28;p3"/>
            <p:cNvSpPr/>
            <p:nvPr/>
          </p:nvSpPr>
          <p:spPr>
            <a:xfrm>
              <a:off x="8031960" y="59004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2" name="Google Shape;29;p3"/>
            <p:cNvSpPr/>
            <p:nvPr/>
          </p:nvSpPr>
          <p:spPr>
            <a:xfrm>
              <a:off x="8303400" y="76032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3" name="Google Shape;30;p3"/>
            <p:cNvSpPr/>
            <p:nvPr/>
          </p:nvSpPr>
          <p:spPr>
            <a:xfrm>
              <a:off x="8630280" y="85464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24" name="Google Shape;31;p3"/>
          <p:cNvSpPr/>
          <p:nvPr/>
        </p:nvSpPr>
        <p:spPr>
          <a:xfrm rot="495600">
            <a:off x="5445000" y="3428640"/>
            <a:ext cx="4087440" cy="3173040"/>
          </a:xfrm>
          <a:custGeom>
            <a:avLst/>
            <a:gdLst>
              <a:gd name="textAreaLeft" fmla="*/ 0 w 4087440"/>
              <a:gd name="textAreaRight" fmla="*/ 4087800 w 4087440"/>
              <a:gd name="textAreaTop" fmla="*/ 0 h 3173040"/>
              <a:gd name="textAreaBottom" fmla="*/ 3173400 h 3173040"/>
            </a:gdLst>
            <a:ahLst/>
            <a:rect l="textAreaLeft" t="textAreaTop" r="textAreaRight" b="textAreaBottom"/>
            <a:pathLst>
              <a:path w="163517" h="126940">
                <a:moveTo>
                  <a:pt x="163517" y="0"/>
                </a:moveTo>
                <a:cubicBezTo>
                  <a:pt x="156072" y="13171"/>
                  <a:pt x="146907" y="26640"/>
                  <a:pt x="133933" y="34424"/>
                </a:cubicBezTo>
                <a:cubicBezTo>
                  <a:pt x="125327" y="39587"/>
                  <a:pt x="115161" y="41672"/>
                  <a:pt x="105425" y="44106"/>
                </a:cubicBezTo>
                <a:cubicBezTo>
                  <a:pt x="97895" y="45988"/>
                  <a:pt x="89659" y="49251"/>
                  <a:pt x="82296" y="46796"/>
                </a:cubicBezTo>
                <a:cubicBezTo>
                  <a:pt x="80220" y="46104"/>
                  <a:pt x="77730" y="45063"/>
                  <a:pt x="76918" y="43031"/>
                </a:cubicBezTo>
                <a:cubicBezTo>
                  <a:pt x="76106" y="40999"/>
                  <a:pt x="78806" y="36526"/>
                  <a:pt x="80683" y="37652"/>
                </a:cubicBezTo>
                <a:cubicBezTo>
                  <a:pt x="86473" y="41125"/>
                  <a:pt x="82247" y="53408"/>
                  <a:pt x="76918" y="57553"/>
                </a:cubicBezTo>
                <a:cubicBezTo>
                  <a:pt x="69215" y="63544"/>
                  <a:pt x="58455" y="63929"/>
                  <a:pt x="49486" y="67773"/>
                </a:cubicBezTo>
                <a:cubicBezTo>
                  <a:pt x="35133" y="73924"/>
                  <a:pt x="20062" y="81588"/>
                  <a:pt x="10758" y="94129"/>
                </a:cubicBezTo>
                <a:cubicBezTo>
                  <a:pt x="3900" y="103373"/>
                  <a:pt x="2258" y="115654"/>
                  <a:pt x="0" y="12694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5" name="PlaceHolder 1"/>
          <p:cNvSpPr>
            <a:spLocks noGrp="1"/>
          </p:cNvSpPr>
          <p:nvPr>
            <p:ph type="body"/>
          </p:nvPr>
        </p:nvSpPr>
        <p:spPr>
          <a:xfrm>
            <a:off x="915120" y="1269360"/>
            <a:ext cx="2970720" cy="3258000"/>
          </a:xfrm>
          <a:prstGeom prst="rect">
            <a:avLst/>
          </a:prstGeom>
          <a:noFill/>
          <a:ln w="19080">
            <a:solidFill>
              <a:schemeClr val="accent1"/>
            </a:solidFill>
            <a:round/>
          </a:ln>
        </p:spPr>
        <p:txBody>
          <a:bodyPr lIns="90000" rIns="90000" tIns="45000" bIns="45000" anchor="t">
            <a:normAutofit fontScale="50000" lnSpcReduction="2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126" name="PlaceHolder 2"/>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128" name="PlaceHolder 2"/>
          <p:cNvSpPr>
            <a:spLocks noGrp="1"/>
          </p:cNvSpPr>
          <p:nvPr>
            <p:ph type="body"/>
          </p:nvPr>
        </p:nvSpPr>
        <p:spPr>
          <a:xfrm>
            <a:off x="2161800" y="1148760"/>
            <a:ext cx="4819680" cy="34549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grpSp>
        <p:nvGrpSpPr>
          <p:cNvPr id="129" name="Google Shape;290;p22"/>
          <p:cNvGrpSpPr/>
          <p:nvPr/>
        </p:nvGrpSpPr>
        <p:grpSpPr>
          <a:xfrm>
            <a:off x="8037720" y="323280"/>
            <a:ext cx="774360" cy="407160"/>
            <a:chOff x="8037720" y="323280"/>
            <a:chExt cx="774360" cy="407160"/>
          </a:xfrm>
        </p:grpSpPr>
        <p:sp>
          <p:nvSpPr>
            <p:cNvPr id="130" name="Google Shape;291;p22"/>
            <p:cNvSpPr/>
            <p:nvPr/>
          </p:nvSpPr>
          <p:spPr>
            <a:xfrm>
              <a:off x="8308800" y="63828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1" name="Google Shape;292;p22"/>
            <p:cNvSpPr/>
            <p:nvPr/>
          </p:nvSpPr>
          <p:spPr>
            <a:xfrm>
              <a:off x="8729640" y="59760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2" name="Google Shape;293;p22"/>
            <p:cNvSpPr/>
            <p:nvPr/>
          </p:nvSpPr>
          <p:spPr>
            <a:xfrm>
              <a:off x="8037720" y="32328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33" name="Google Shape;294;p22"/>
          <p:cNvSpPr/>
          <p:nvPr/>
        </p:nvSpPr>
        <p:spPr>
          <a:xfrm rot="10800000">
            <a:off x="3635640" y="1467720"/>
            <a:ext cx="6008760" cy="4502520"/>
          </a:xfrm>
          <a:custGeom>
            <a:avLst/>
            <a:gdLst>
              <a:gd name="textAreaLeft" fmla="*/ 0 w 6008760"/>
              <a:gd name="textAreaRight" fmla="*/ 6009120 w 6008760"/>
              <a:gd name="textAreaTop" fmla="*/ 0 h 4502520"/>
              <a:gd name="textAreaBottom" fmla="*/ 4502880 h 4502520"/>
            </a:gdLst>
            <a:ahLst/>
            <a:rect l="textAreaLeft" t="textAreaTop" r="textAreaRight" b="textAreaBottom"/>
            <a:pathLst>
              <a:path w="107577" h="125505">
                <a:moveTo>
                  <a:pt x="107577" y="0"/>
                </a:moveTo>
                <a:cubicBezTo>
                  <a:pt x="105694" y="2690"/>
                  <a:pt x="106393" y="3351"/>
                  <a:pt x="103811" y="5379"/>
                </a:cubicBezTo>
                <a:cubicBezTo>
                  <a:pt x="99139" y="9049"/>
                  <a:pt x="91812" y="5502"/>
                  <a:pt x="86061" y="6993"/>
                </a:cubicBezTo>
                <a:cubicBezTo>
                  <a:pt x="66833" y="11978"/>
                  <a:pt x="41438" y="18874"/>
                  <a:pt x="34962" y="37652"/>
                </a:cubicBezTo>
                <a:cubicBezTo>
                  <a:pt x="27589" y="59033"/>
                  <a:pt x="47820" y="84961"/>
                  <a:pt x="38190" y="105425"/>
                </a:cubicBezTo>
                <a:cubicBezTo>
                  <a:pt x="33172" y="116089"/>
                  <a:pt x="20195" y="122643"/>
                  <a:pt x="8606" y="124789"/>
                </a:cubicBezTo>
                <a:cubicBezTo>
                  <a:pt x="5780" y="125312"/>
                  <a:pt x="2032" y="126283"/>
                  <a:pt x="0" y="124251"/>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34" name="Google Shape;295;p22"/>
          <p:cNvSpPr/>
          <p:nvPr/>
        </p:nvSpPr>
        <p:spPr>
          <a:xfrm rot="10800000">
            <a:off x="-422280" y="-911880"/>
            <a:ext cx="3882600" cy="3025080"/>
          </a:xfrm>
          <a:custGeom>
            <a:avLst/>
            <a:gdLst>
              <a:gd name="textAreaLeft" fmla="*/ 0 w 3882600"/>
              <a:gd name="textAreaRight" fmla="*/ 3882960 w 3882600"/>
              <a:gd name="textAreaTop" fmla="*/ 0 h 3025080"/>
              <a:gd name="textAreaBottom" fmla="*/ 3025440 h 3025080"/>
            </a:gdLst>
            <a:ahLst/>
            <a:rect l="textAreaLeft" t="textAreaTop" r="textAreaRight" b="textAreaBottom"/>
            <a:pathLst>
              <a:path w="155312" h="121023">
                <a:moveTo>
                  <a:pt x="3293" y="121023"/>
                </a:moveTo>
                <a:cubicBezTo>
                  <a:pt x="-2657" y="111107"/>
                  <a:pt x="372" y="95629"/>
                  <a:pt x="7596" y="86599"/>
                </a:cubicBezTo>
                <a:cubicBezTo>
                  <a:pt x="15855" y="76275"/>
                  <a:pt x="31828" y="69641"/>
                  <a:pt x="44710" y="72614"/>
                </a:cubicBezTo>
                <a:cubicBezTo>
                  <a:pt x="48917" y="73585"/>
                  <a:pt x="55710" y="78702"/>
                  <a:pt x="53316" y="82296"/>
                </a:cubicBezTo>
                <a:cubicBezTo>
                  <a:pt x="51618" y="84846"/>
                  <a:pt x="45453" y="82041"/>
                  <a:pt x="44710" y="79069"/>
                </a:cubicBezTo>
                <a:cubicBezTo>
                  <a:pt x="43967" y="76097"/>
                  <a:pt x="45068" y="71538"/>
                  <a:pt x="47937" y="70462"/>
                </a:cubicBezTo>
                <a:cubicBezTo>
                  <a:pt x="55331" y="67689"/>
                  <a:pt x="63842" y="70082"/>
                  <a:pt x="71604" y="71538"/>
                </a:cubicBezTo>
                <a:cubicBezTo>
                  <a:pt x="86055" y="74248"/>
                  <a:pt x="102560" y="77576"/>
                  <a:pt x="115711" y="71000"/>
                </a:cubicBezTo>
                <a:cubicBezTo>
                  <a:pt x="130796" y="63457"/>
                  <a:pt x="144636" y="50173"/>
                  <a:pt x="150673" y="34424"/>
                </a:cubicBezTo>
                <a:cubicBezTo>
                  <a:pt x="154812" y="23626"/>
                  <a:pt x="155898" y="11527"/>
                  <a:pt x="154976" y="0"/>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5" name="Google Shape;298;p23"/>
          <p:cNvGrpSpPr/>
          <p:nvPr/>
        </p:nvGrpSpPr>
        <p:grpSpPr>
          <a:xfrm>
            <a:off x="7514280" y="248760"/>
            <a:ext cx="796320" cy="401760"/>
            <a:chOff x="7514280" y="248760"/>
            <a:chExt cx="796320" cy="401760"/>
          </a:xfrm>
        </p:grpSpPr>
        <p:sp>
          <p:nvSpPr>
            <p:cNvPr id="136" name="Google Shape;299;p23"/>
            <p:cNvSpPr/>
            <p:nvPr/>
          </p:nvSpPr>
          <p:spPr>
            <a:xfrm flipV="1" rot="246600">
              <a:off x="7810200" y="25236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7" name="Google Shape;300;p23"/>
            <p:cNvSpPr/>
            <p:nvPr/>
          </p:nvSpPr>
          <p:spPr>
            <a:xfrm flipV="1" rot="246600">
              <a:off x="8226000" y="354960"/>
              <a:ext cx="82440" cy="59760"/>
            </a:xfrm>
            <a:custGeom>
              <a:avLst/>
              <a:gdLst>
                <a:gd name="textAreaLeft" fmla="*/ 0 w 82440"/>
                <a:gd name="textAreaRight" fmla="*/ 82800 w 82440"/>
                <a:gd name="textAreaTop" fmla="*/ 360 h 59760"/>
                <a:gd name="textAreaBottom" fmla="*/ 60480 h 5976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29880" bIns="298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8" name="Google Shape;301;p23"/>
            <p:cNvSpPr/>
            <p:nvPr/>
          </p:nvSpPr>
          <p:spPr>
            <a:xfrm flipV="1" rot="246600">
              <a:off x="7518240" y="52092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39" name="Google Shape;302;p23"/>
          <p:cNvSpPr/>
          <p:nvPr/>
        </p:nvSpPr>
        <p:spPr>
          <a:xfrm rot="6126600">
            <a:off x="6759360" y="3221280"/>
            <a:ext cx="5311800" cy="3155040"/>
          </a:xfrm>
          <a:custGeom>
            <a:avLst/>
            <a:gdLst>
              <a:gd name="textAreaLeft" fmla="*/ 0 w 5311800"/>
              <a:gd name="textAreaRight" fmla="*/ 5312160 w 5311800"/>
              <a:gd name="textAreaTop" fmla="*/ 0 h 3155040"/>
              <a:gd name="textAreaBottom" fmla="*/ 3155400 h 3155040"/>
            </a:gdLst>
            <a:ahLst/>
            <a:rect l="textAreaLeft" t="textAreaTop" r="textAreaRight" b="textAreaBottom"/>
            <a:pathLst>
              <a:path w="125696" h="121957">
                <a:moveTo>
                  <a:pt x="0" y="0"/>
                </a:moveTo>
                <a:cubicBezTo>
                  <a:pt x="2429" y="13372"/>
                  <a:pt x="11499" y="25222"/>
                  <a:pt x="20977" y="34963"/>
                </a:cubicBezTo>
                <a:cubicBezTo>
                  <a:pt x="33981" y="48328"/>
                  <a:pt x="53230" y="56620"/>
                  <a:pt x="61856" y="73152"/>
                </a:cubicBezTo>
                <a:cubicBezTo>
                  <a:pt x="69438" y="87683"/>
                  <a:pt x="69009" y="126065"/>
                  <a:pt x="53250" y="121562"/>
                </a:cubicBezTo>
                <a:cubicBezTo>
                  <a:pt x="49080" y="120371"/>
                  <a:pt x="48372" y="111509"/>
                  <a:pt x="51636" y="108653"/>
                </a:cubicBezTo>
                <a:cubicBezTo>
                  <a:pt x="54080" y="106515"/>
                  <a:pt x="58103" y="107118"/>
                  <a:pt x="61318" y="107577"/>
                </a:cubicBezTo>
                <a:cubicBezTo>
                  <a:pt x="68707" y="108633"/>
                  <a:pt x="74729" y="114210"/>
                  <a:pt x="81758" y="116721"/>
                </a:cubicBezTo>
                <a:cubicBezTo>
                  <a:pt x="89532" y="119498"/>
                  <a:pt x="98730" y="120586"/>
                  <a:pt x="106500" y="117797"/>
                </a:cubicBezTo>
                <a:cubicBezTo>
                  <a:pt x="113676" y="115221"/>
                  <a:pt x="121137" y="109912"/>
                  <a:pt x="123713" y="102736"/>
                </a:cubicBezTo>
                <a:cubicBezTo>
                  <a:pt x="126865" y="93954"/>
                  <a:pt x="125430" y="84074"/>
                  <a:pt x="124788" y="7476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40" name="Google Shape;303;p23"/>
          <p:cNvSpPr/>
          <p:nvPr/>
        </p:nvSpPr>
        <p:spPr>
          <a:xfrm flipH="1" rot="3621000">
            <a:off x="-1135800" y="-1547280"/>
            <a:ext cx="2257200" cy="2387520"/>
          </a:xfrm>
          <a:custGeom>
            <a:avLst/>
            <a:gdLst>
              <a:gd name="textAreaLeft" fmla="*/ -360 w 2257200"/>
              <a:gd name="textAreaRight" fmla="*/ 2257200 w 2257200"/>
              <a:gd name="textAreaTop" fmla="*/ 0 h 2387520"/>
              <a:gd name="textAreaBottom" fmla="*/ 2387880 h 238752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41" name="PlaceHolder 1"/>
          <p:cNvSpPr>
            <a:spLocks noGrp="1"/>
          </p:cNvSpPr>
          <p:nvPr>
            <p:ph type="title"/>
          </p:nvPr>
        </p:nvSpPr>
        <p:spPr>
          <a:xfrm>
            <a:off x="720000" y="369000"/>
            <a:ext cx="771048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14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3" name="PlaceHolder 1"/>
          <p:cNvSpPr>
            <a:spLocks noGrp="1"/>
          </p:cNvSpPr>
          <p:nvPr>
            <p:ph type="title"/>
          </p:nvPr>
        </p:nvSpPr>
        <p:spPr>
          <a:xfrm>
            <a:off x="5316840" y="369000"/>
            <a:ext cx="270000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144" name="PlaceHolder 2"/>
          <p:cNvSpPr>
            <a:spLocks noGrp="1"/>
          </p:cNvSpPr>
          <p:nvPr>
            <p:ph type="body"/>
          </p:nvPr>
        </p:nvSpPr>
        <p:spPr>
          <a:xfrm>
            <a:off x="713160" y="825120"/>
            <a:ext cx="4222800" cy="3492360"/>
          </a:xfrm>
          <a:prstGeom prst="rect">
            <a:avLst/>
          </a:prstGeom>
          <a:noFill/>
          <a:ln w="19080">
            <a:solidFill>
              <a:schemeClr val="accent1"/>
            </a:solidFill>
            <a:round/>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grpSp>
        <p:nvGrpSpPr>
          <p:cNvPr id="145" name="Google Shape;312;p24"/>
          <p:cNvGrpSpPr/>
          <p:nvPr/>
        </p:nvGrpSpPr>
        <p:grpSpPr>
          <a:xfrm>
            <a:off x="8583120" y="387360"/>
            <a:ext cx="407520" cy="774360"/>
            <a:chOff x="8583120" y="387360"/>
            <a:chExt cx="407520" cy="774360"/>
          </a:xfrm>
        </p:grpSpPr>
        <p:sp>
          <p:nvSpPr>
            <p:cNvPr id="146" name="Google Shape;313;p24"/>
            <p:cNvSpPr/>
            <p:nvPr/>
          </p:nvSpPr>
          <p:spPr>
            <a:xfrm rot="16200000">
              <a:off x="8884080" y="78408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7" name="Google Shape;314;p24"/>
            <p:cNvSpPr/>
            <p:nvPr/>
          </p:nvSpPr>
          <p:spPr>
            <a:xfrm rot="16200000">
              <a:off x="8846280" y="39852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8" name="Google Shape;315;p24"/>
            <p:cNvSpPr/>
            <p:nvPr/>
          </p:nvSpPr>
          <p:spPr>
            <a:xfrm rot="16200000">
              <a:off x="8540280" y="99684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49" name="Google Shape;316;p24"/>
          <p:cNvSpPr/>
          <p:nvPr/>
        </p:nvSpPr>
        <p:spPr>
          <a:xfrm rot="20389200">
            <a:off x="6297840" y="3227040"/>
            <a:ext cx="4154400" cy="2608200"/>
          </a:xfrm>
          <a:custGeom>
            <a:avLst/>
            <a:gdLst>
              <a:gd name="textAreaLeft" fmla="*/ 0 w 4154400"/>
              <a:gd name="textAreaRight" fmla="*/ 4154760 w 4154400"/>
              <a:gd name="textAreaTop" fmla="*/ 0 h 2608200"/>
              <a:gd name="textAreaBottom" fmla="*/ 2608560 h 2608200"/>
            </a:gdLst>
            <a:ahLst/>
            <a:rect l="textAreaLeft" t="textAreaTop" r="textAreaRight" b="textAreaBottom"/>
            <a:pathLst>
              <a:path w="166192" h="104349">
                <a:moveTo>
                  <a:pt x="166192" y="0"/>
                </a:moveTo>
                <a:cubicBezTo>
                  <a:pt x="156965" y="20292"/>
                  <a:pt x="136780" y="40783"/>
                  <a:pt x="114555" y="42492"/>
                </a:cubicBezTo>
                <a:cubicBezTo>
                  <a:pt x="106032" y="43147"/>
                  <a:pt x="97439" y="40723"/>
                  <a:pt x="89275" y="38189"/>
                </a:cubicBezTo>
                <a:cubicBezTo>
                  <a:pt x="81690" y="35835"/>
                  <a:pt x="71426" y="34193"/>
                  <a:pt x="68297" y="26894"/>
                </a:cubicBezTo>
                <a:cubicBezTo>
                  <a:pt x="67714" y="25535"/>
                  <a:pt x="71840" y="24550"/>
                  <a:pt x="72600" y="25818"/>
                </a:cubicBezTo>
                <a:cubicBezTo>
                  <a:pt x="74178" y="28450"/>
                  <a:pt x="74647" y="32050"/>
                  <a:pt x="73676" y="34962"/>
                </a:cubicBezTo>
                <a:cubicBezTo>
                  <a:pt x="70507" y="44470"/>
                  <a:pt x="56404" y="45602"/>
                  <a:pt x="46782" y="48409"/>
                </a:cubicBezTo>
                <a:cubicBezTo>
                  <a:pt x="40612" y="50209"/>
                  <a:pt x="34746" y="52997"/>
                  <a:pt x="29032" y="55940"/>
                </a:cubicBezTo>
                <a:cubicBezTo>
                  <a:pt x="17648" y="61804"/>
                  <a:pt x="6602" y="71046"/>
                  <a:pt x="1600" y="82834"/>
                </a:cubicBezTo>
                <a:cubicBezTo>
                  <a:pt x="-1223" y="89487"/>
                  <a:pt x="-47" y="98567"/>
                  <a:pt x="4289" y="104349"/>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150" name="Google Shape;317;p24"/>
          <p:cNvGrpSpPr/>
          <p:nvPr/>
        </p:nvGrpSpPr>
        <p:grpSpPr>
          <a:xfrm>
            <a:off x="115920" y="4224240"/>
            <a:ext cx="1010160" cy="599400"/>
            <a:chOff x="115920" y="4224240"/>
            <a:chExt cx="1010160" cy="599400"/>
          </a:xfrm>
        </p:grpSpPr>
        <p:sp>
          <p:nvSpPr>
            <p:cNvPr id="151" name="Google Shape;318;p24"/>
            <p:cNvSpPr/>
            <p:nvPr/>
          </p:nvSpPr>
          <p:spPr>
            <a:xfrm rot="10800000">
              <a:off x="1042560" y="452952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2" name="Google Shape;319;p24"/>
            <p:cNvSpPr/>
            <p:nvPr/>
          </p:nvSpPr>
          <p:spPr>
            <a:xfrm rot="10800000">
              <a:off x="840600" y="473976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3" name="Google Shape;320;p24"/>
            <p:cNvSpPr/>
            <p:nvPr/>
          </p:nvSpPr>
          <p:spPr>
            <a:xfrm rot="10800000">
              <a:off x="423000" y="477252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4" name="Google Shape;321;p24"/>
            <p:cNvSpPr/>
            <p:nvPr/>
          </p:nvSpPr>
          <p:spPr>
            <a:xfrm rot="10800000">
              <a:off x="253800" y="450576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5" name="Google Shape;322;p24"/>
            <p:cNvSpPr/>
            <p:nvPr/>
          </p:nvSpPr>
          <p:spPr>
            <a:xfrm rot="10800000">
              <a:off x="726840" y="449424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6" name="Google Shape;323;p24"/>
            <p:cNvSpPr/>
            <p:nvPr/>
          </p:nvSpPr>
          <p:spPr>
            <a:xfrm rot="10800000">
              <a:off x="410760" y="430380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7" name="Google Shape;324;p24"/>
            <p:cNvSpPr/>
            <p:nvPr/>
          </p:nvSpPr>
          <p:spPr>
            <a:xfrm rot="10800000">
              <a:off x="115920" y="422424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8" name="PlaceHolder 1"/>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grpSp>
        <p:nvGrpSpPr>
          <p:cNvPr id="159" name="Google Shape;329;p25"/>
          <p:cNvGrpSpPr/>
          <p:nvPr/>
        </p:nvGrpSpPr>
        <p:grpSpPr>
          <a:xfrm>
            <a:off x="365040" y="4095360"/>
            <a:ext cx="407160" cy="774360"/>
            <a:chOff x="365040" y="4095360"/>
            <a:chExt cx="407160" cy="774360"/>
          </a:xfrm>
        </p:grpSpPr>
        <p:sp>
          <p:nvSpPr>
            <p:cNvPr id="160" name="Google Shape;330;p25"/>
            <p:cNvSpPr/>
            <p:nvPr/>
          </p:nvSpPr>
          <p:spPr>
            <a:xfrm flipV="1" rot="16200000">
              <a:off x="350640" y="449244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1" name="Google Shape;331;p25"/>
            <p:cNvSpPr/>
            <p:nvPr/>
          </p:nvSpPr>
          <p:spPr>
            <a:xfrm flipV="1" rot="16200000">
              <a:off x="426960" y="410616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2" name="Google Shape;332;p25"/>
            <p:cNvSpPr/>
            <p:nvPr/>
          </p:nvSpPr>
          <p:spPr>
            <a:xfrm flipV="1" rot="16200000">
              <a:off x="607320" y="470448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63" name="Google Shape;333;p25"/>
          <p:cNvSpPr/>
          <p:nvPr/>
        </p:nvSpPr>
        <p:spPr>
          <a:xfrm>
            <a:off x="-1263960" y="-402840"/>
            <a:ext cx="2527560" cy="4436640"/>
          </a:xfrm>
          <a:custGeom>
            <a:avLst/>
            <a:gdLst>
              <a:gd name="textAreaLeft" fmla="*/ 0 w 2527560"/>
              <a:gd name="textAreaRight" fmla="*/ 2527920 w 2527560"/>
              <a:gd name="textAreaTop" fmla="*/ 0 h 4436640"/>
              <a:gd name="textAreaBottom" fmla="*/ 4437000 h 4436640"/>
            </a:gdLst>
            <a:ahLst/>
            <a:rect l="textAreaLeft" t="textAreaTop" r="textAreaRight" b="textAreaBottom"/>
            <a:pathLst>
              <a:path w="101122" h="177476">
                <a:moveTo>
                  <a:pt x="101122" y="1588"/>
                </a:moveTo>
                <a:cubicBezTo>
                  <a:pt x="86784" y="-5579"/>
                  <a:pt x="65422" y="14355"/>
                  <a:pt x="62394" y="30096"/>
                </a:cubicBezTo>
                <a:cubicBezTo>
                  <a:pt x="60607" y="39388"/>
                  <a:pt x="65183" y="48829"/>
                  <a:pt x="67235" y="58066"/>
                </a:cubicBezTo>
                <a:cubicBezTo>
                  <a:pt x="70580" y="73118"/>
                  <a:pt x="72962" y="90008"/>
                  <a:pt x="67235" y="104324"/>
                </a:cubicBezTo>
                <a:cubicBezTo>
                  <a:pt x="64080" y="112212"/>
                  <a:pt x="57357" y="120872"/>
                  <a:pt x="48947" y="122074"/>
                </a:cubicBezTo>
                <a:cubicBezTo>
                  <a:pt x="38880" y="123512"/>
                  <a:pt x="25880" y="119590"/>
                  <a:pt x="18826" y="126915"/>
                </a:cubicBezTo>
                <a:cubicBezTo>
                  <a:pt x="6352" y="139869"/>
                  <a:pt x="0" y="159492"/>
                  <a:pt x="0" y="17747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64" name="Google Shape;334;p25"/>
          <p:cNvSpPr/>
          <p:nvPr/>
        </p:nvSpPr>
        <p:spPr>
          <a:xfrm>
            <a:off x="7306200" y="2958120"/>
            <a:ext cx="2446920" cy="3128760"/>
          </a:xfrm>
          <a:custGeom>
            <a:avLst/>
            <a:gdLst>
              <a:gd name="textAreaLeft" fmla="*/ 0 w 2446920"/>
              <a:gd name="textAreaRight" fmla="*/ 2447280 w 2446920"/>
              <a:gd name="textAreaTop" fmla="*/ 0 h 3128760"/>
              <a:gd name="textAreaBottom" fmla="*/ 3129120 h 312876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65" name="Google Shape;335;p25"/>
          <p:cNvSpPr/>
          <p:nvPr/>
        </p:nvSpPr>
        <p:spPr>
          <a:xfrm>
            <a:off x="6212520" y="-605160"/>
            <a:ext cx="3818520" cy="1805040"/>
          </a:xfrm>
          <a:custGeom>
            <a:avLst/>
            <a:gdLst>
              <a:gd name="textAreaLeft" fmla="*/ 0 w 3818520"/>
              <a:gd name="textAreaRight" fmla="*/ 3818880 w 3818520"/>
              <a:gd name="textAreaTop" fmla="*/ 0 h 1805040"/>
              <a:gd name="textAreaBottom" fmla="*/ 1805400 h 180504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166" name="Google Shape;336;p25"/>
          <p:cNvGrpSpPr/>
          <p:nvPr/>
        </p:nvGrpSpPr>
        <p:grpSpPr>
          <a:xfrm>
            <a:off x="7849440" y="240120"/>
            <a:ext cx="1010520" cy="599400"/>
            <a:chOff x="7849440" y="240120"/>
            <a:chExt cx="1010520" cy="599400"/>
          </a:xfrm>
        </p:grpSpPr>
        <p:sp>
          <p:nvSpPr>
            <p:cNvPr id="167" name="Google Shape;337;p25"/>
            <p:cNvSpPr/>
            <p:nvPr/>
          </p:nvSpPr>
          <p:spPr>
            <a:xfrm rot="10800000">
              <a:off x="8776440" y="54540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8" name="Google Shape;338;p25"/>
            <p:cNvSpPr/>
            <p:nvPr/>
          </p:nvSpPr>
          <p:spPr>
            <a:xfrm rot="10800000">
              <a:off x="8574480" y="75564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9" name="Google Shape;339;p25"/>
            <p:cNvSpPr/>
            <p:nvPr/>
          </p:nvSpPr>
          <p:spPr>
            <a:xfrm rot="10800000">
              <a:off x="8156880" y="78840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0" name="Google Shape;340;p25"/>
            <p:cNvSpPr/>
            <p:nvPr/>
          </p:nvSpPr>
          <p:spPr>
            <a:xfrm rot="10800000">
              <a:off x="7987680" y="52164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1" name="Google Shape;341;p25"/>
            <p:cNvSpPr/>
            <p:nvPr/>
          </p:nvSpPr>
          <p:spPr>
            <a:xfrm rot="10800000">
              <a:off x="8460720" y="51012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2" name="Google Shape;342;p25"/>
            <p:cNvSpPr/>
            <p:nvPr/>
          </p:nvSpPr>
          <p:spPr>
            <a:xfrm rot="10800000">
              <a:off x="8144280" y="31932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3" name="Google Shape;343;p25"/>
            <p:cNvSpPr/>
            <p:nvPr/>
          </p:nvSpPr>
          <p:spPr>
            <a:xfrm rot="10800000">
              <a:off x="7849440" y="24012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175" name="PlaceHolder 2"/>
          <p:cNvSpPr>
            <a:spLocks noGrp="1"/>
          </p:cNvSpPr>
          <p:nvPr>
            <p:ph type="body"/>
          </p:nvPr>
        </p:nvSpPr>
        <p:spPr>
          <a:xfrm>
            <a:off x="720000" y="1148760"/>
            <a:ext cx="3792960" cy="32256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grpSp>
        <p:nvGrpSpPr>
          <p:cNvPr id="176" name="Google Shape;347;p26"/>
          <p:cNvGrpSpPr/>
          <p:nvPr/>
        </p:nvGrpSpPr>
        <p:grpSpPr>
          <a:xfrm>
            <a:off x="8089200" y="4359960"/>
            <a:ext cx="1010520" cy="599400"/>
            <a:chOff x="8089200" y="4359960"/>
            <a:chExt cx="1010520" cy="599400"/>
          </a:xfrm>
        </p:grpSpPr>
        <p:sp>
          <p:nvSpPr>
            <p:cNvPr id="177" name="Google Shape;348;p26"/>
            <p:cNvSpPr/>
            <p:nvPr/>
          </p:nvSpPr>
          <p:spPr>
            <a:xfrm flipV="1">
              <a:off x="8089200" y="4664520"/>
              <a:ext cx="83520" cy="60120"/>
            </a:xfrm>
            <a:custGeom>
              <a:avLst/>
              <a:gdLst>
                <a:gd name="textAreaLeft" fmla="*/ 0 w 83520"/>
                <a:gd name="textAreaRight" fmla="*/ 83880 w 83520"/>
                <a:gd name="textAreaTop" fmla="*/ -360 h 60120"/>
                <a:gd name="textAreaBottom" fmla="*/ 6012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8" name="Google Shape;349;p26"/>
            <p:cNvSpPr/>
            <p:nvPr/>
          </p:nvSpPr>
          <p:spPr>
            <a:xfrm flipV="1">
              <a:off x="8296920" y="4874760"/>
              <a:ext cx="77760" cy="64440"/>
            </a:xfrm>
            <a:custGeom>
              <a:avLst/>
              <a:gdLst>
                <a:gd name="textAreaLeft" fmla="*/ 0 w 77760"/>
                <a:gd name="textAreaRight" fmla="*/ 78120 w 77760"/>
                <a:gd name="textAreaTop" fmla="*/ -360 h 64440"/>
                <a:gd name="textAreaBottom" fmla="*/ 6444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9" name="Google Shape;350;p26"/>
            <p:cNvSpPr/>
            <p:nvPr/>
          </p:nvSpPr>
          <p:spPr>
            <a:xfrm flipV="1">
              <a:off x="8715240" y="4908240"/>
              <a:ext cx="77040" cy="51120"/>
            </a:xfrm>
            <a:custGeom>
              <a:avLst/>
              <a:gdLst>
                <a:gd name="textAreaLeft" fmla="*/ 0 w 77040"/>
                <a:gd name="textAreaRight" fmla="*/ 77400 w 77040"/>
                <a:gd name="textAreaTop" fmla="*/ 360 h 51120"/>
                <a:gd name="textAreaBottom" fmla="*/ 5184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80" name="Google Shape;351;p26"/>
            <p:cNvSpPr/>
            <p:nvPr/>
          </p:nvSpPr>
          <p:spPr>
            <a:xfrm flipV="1">
              <a:off x="8861760" y="4640760"/>
              <a:ext cx="99720" cy="75960"/>
            </a:xfrm>
            <a:custGeom>
              <a:avLst/>
              <a:gdLst>
                <a:gd name="textAreaLeft" fmla="*/ 0 w 99720"/>
                <a:gd name="textAreaRight" fmla="*/ 100080 w 99720"/>
                <a:gd name="textAreaTop" fmla="*/ -360 h 75960"/>
                <a:gd name="textAreaBottom" fmla="*/ 7596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81" name="Google Shape;352;p26"/>
            <p:cNvSpPr/>
            <p:nvPr/>
          </p:nvSpPr>
          <p:spPr>
            <a:xfrm flipV="1">
              <a:off x="8420760" y="4629240"/>
              <a:ext cx="67680" cy="49320"/>
            </a:xfrm>
            <a:custGeom>
              <a:avLst/>
              <a:gdLst>
                <a:gd name="textAreaLeft" fmla="*/ 0 w 67680"/>
                <a:gd name="textAreaRight" fmla="*/ 68040 w 67680"/>
                <a:gd name="textAreaTop" fmla="*/ -360 h 49320"/>
                <a:gd name="textAreaBottom" fmla="*/ 4932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82" name="Google Shape;353;p26"/>
            <p:cNvSpPr/>
            <p:nvPr/>
          </p:nvSpPr>
          <p:spPr>
            <a:xfrm flipV="1">
              <a:off x="8692200" y="4439520"/>
              <a:ext cx="112680" cy="69840"/>
            </a:xfrm>
            <a:custGeom>
              <a:avLst/>
              <a:gdLst>
                <a:gd name="textAreaLeft" fmla="*/ 0 w 112680"/>
                <a:gd name="textAreaRight" fmla="*/ 113040 w 112680"/>
                <a:gd name="textAreaTop" fmla="*/ 360 h 69840"/>
                <a:gd name="textAreaBottom" fmla="*/ 7056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83" name="Google Shape;354;p26"/>
            <p:cNvSpPr/>
            <p:nvPr/>
          </p:nvSpPr>
          <p:spPr>
            <a:xfrm flipV="1">
              <a:off x="9019080" y="4359960"/>
              <a:ext cx="80640" cy="54720"/>
            </a:xfrm>
            <a:custGeom>
              <a:avLst/>
              <a:gdLst>
                <a:gd name="textAreaLeft" fmla="*/ 0 w 80640"/>
                <a:gd name="textAreaRight" fmla="*/ 81000 w 80640"/>
                <a:gd name="textAreaTop" fmla="*/ 360 h 54720"/>
                <a:gd name="textAreaBottom" fmla="*/ 5544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84" name="Google Shape;355;p26"/>
          <p:cNvGrpSpPr/>
          <p:nvPr/>
        </p:nvGrpSpPr>
        <p:grpSpPr>
          <a:xfrm>
            <a:off x="265320" y="124920"/>
            <a:ext cx="774360" cy="407160"/>
            <a:chOff x="265320" y="124920"/>
            <a:chExt cx="774360" cy="407160"/>
          </a:xfrm>
        </p:grpSpPr>
        <p:sp>
          <p:nvSpPr>
            <p:cNvPr id="185" name="Google Shape;356;p26"/>
            <p:cNvSpPr/>
            <p:nvPr/>
          </p:nvSpPr>
          <p:spPr>
            <a:xfrm flipV="1">
              <a:off x="536400" y="12492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86" name="Google Shape;357;p26"/>
            <p:cNvSpPr/>
            <p:nvPr/>
          </p:nvSpPr>
          <p:spPr>
            <a:xfrm flipV="1">
              <a:off x="957240" y="19728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87" name="Google Shape;358;p26"/>
            <p:cNvSpPr/>
            <p:nvPr/>
          </p:nvSpPr>
          <p:spPr>
            <a:xfrm flipV="1">
              <a:off x="265320" y="40968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88" name="Google Shape;359;p26"/>
          <p:cNvSpPr/>
          <p:nvPr/>
        </p:nvSpPr>
        <p:spPr>
          <a:xfrm flipH="1">
            <a:off x="6954840" y="-683640"/>
            <a:ext cx="2689200" cy="3137400"/>
          </a:xfrm>
          <a:custGeom>
            <a:avLst/>
            <a:gdLst>
              <a:gd name="textAreaLeft" fmla="*/ 360 w 2689200"/>
              <a:gd name="textAreaRight" fmla="*/ 2689920 w 2689200"/>
              <a:gd name="textAreaTop" fmla="*/ 0 h 3137400"/>
              <a:gd name="textAreaBottom" fmla="*/ 3137760 h 3137400"/>
            </a:gdLst>
            <a:ahLst/>
            <a:rect l="textAreaLeft" t="textAreaTop" r="textAreaRight" b="textAreaBottom"/>
            <a:pathLst>
              <a:path w="107577" h="125505">
                <a:moveTo>
                  <a:pt x="107577" y="0"/>
                </a:moveTo>
                <a:cubicBezTo>
                  <a:pt x="105694" y="2690"/>
                  <a:pt x="106393" y="3351"/>
                  <a:pt x="103811" y="5379"/>
                </a:cubicBezTo>
                <a:cubicBezTo>
                  <a:pt x="99139" y="9049"/>
                  <a:pt x="91812" y="5502"/>
                  <a:pt x="86061" y="6993"/>
                </a:cubicBezTo>
                <a:cubicBezTo>
                  <a:pt x="66833" y="11978"/>
                  <a:pt x="41438" y="18874"/>
                  <a:pt x="34962" y="37652"/>
                </a:cubicBezTo>
                <a:cubicBezTo>
                  <a:pt x="27589" y="59033"/>
                  <a:pt x="47820" y="84961"/>
                  <a:pt x="38190" y="105425"/>
                </a:cubicBezTo>
                <a:cubicBezTo>
                  <a:pt x="33172" y="116089"/>
                  <a:pt x="20195" y="122643"/>
                  <a:pt x="8606" y="124789"/>
                </a:cubicBezTo>
                <a:cubicBezTo>
                  <a:pt x="5780" y="125312"/>
                  <a:pt x="2032" y="126283"/>
                  <a:pt x="0" y="124251"/>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89" name="Google Shape;360;p26"/>
          <p:cNvSpPr/>
          <p:nvPr/>
        </p:nvSpPr>
        <p:spPr>
          <a:xfrm flipH="1">
            <a:off x="-651960" y="2951640"/>
            <a:ext cx="3882600" cy="3025080"/>
          </a:xfrm>
          <a:custGeom>
            <a:avLst/>
            <a:gdLst>
              <a:gd name="textAreaLeft" fmla="*/ -360 w 3882600"/>
              <a:gd name="textAreaRight" fmla="*/ 3882600 w 3882600"/>
              <a:gd name="textAreaTop" fmla="*/ 0 h 3025080"/>
              <a:gd name="textAreaBottom" fmla="*/ 3025440 h 3025080"/>
            </a:gdLst>
            <a:ahLst/>
            <a:rect l="textAreaLeft" t="textAreaTop" r="textAreaRight" b="textAreaBottom"/>
            <a:pathLst>
              <a:path w="155312" h="121023">
                <a:moveTo>
                  <a:pt x="3293" y="121023"/>
                </a:moveTo>
                <a:cubicBezTo>
                  <a:pt x="-2657" y="111107"/>
                  <a:pt x="372" y="95629"/>
                  <a:pt x="7596" y="86599"/>
                </a:cubicBezTo>
                <a:cubicBezTo>
                  <a:pt x="15855" y="76275"/>
                  <a:pt x="31828" y="69641"/>
                  <a:pt x="44710" y="72614"/>
                </a:cubicBezTo>
                <a:cubicBezTo>
                  <a:pt x="48917" y="73585"/>
                  <a:pt x="55710" y="78702"/>
                  <a:pt x="53316" y="82296"/>
                </a:cubicBezTo>
                <a:cubicBezTo>
                  <a:pt x="51618" y="84846"/>
                  <a:pt x="45453" y="82041"/>
                  <a:pt x="44710" y="79069"/>
                </a:cubicBezTo>
                <a:cubicBezTo>
                  <a:pt x="43967" y="76097"/>
                  <a:pt x="45068" y="71538"/>
                  <a:pt x="47937" y="70462"/>
                </a:cubicBezTo>
                <a:cubicBezTo>
                  <a:pt x="55331" y="67689"/>
                  <a:pt x="63842" y="70082"/>
                  <a:pt x="71604" y="71538"/>
                </a:cubicBezTo>
                <a:cubicBezTo>
                  <a:pt x="86055" y="74248"/>
                  <a:pt x="102560" y="77576"/>
                  <a:pt x="115711" y="71000"/>
                </a:cubicBezTo>
                <a:cubicBezTo>
                  <a:pt x="130796" y="63457"/>
                  <a:pt x="144636" y="50173"/>
                  <a:pt x="150673" y="34424"/>
                </a:cubicBezTo>
                <a:cubicBezTo>
                  <a:pt x="154812" y="23626"/>
                  <a:pt x="155898" y="11527"/>
                  <a:pt x="154976" y="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90" name="PlaceHolder 3"/>
          <p:cNvSpPr>
            <a:spLocks noGrp="1"/>
          </p:cNvSpPr>
          <p:nvPr>
            <p:ph type="body"/>
          </p:nvPr>
        </p:nvSpPr>
        <p:spPr>
          <a:xfrm>
            <a:off x="4630680" y="1148760"/>
            <a:ext cx="3792960" cy="32256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300" spc="-1" strike="noStrike">
                <a:solidFill>
                  <a:srgbClr val="000000"/>
                </a:solidFill>
                <a:latin typeface="Arial"/>
              </a:rPr>
              <a:t>Click to edit the outline text format</a:t>
            </a:r>
            <a:endParaRPr b="0" lang="fr-FR" sz="13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300" spc="-1" strike="noStrike">
                <a:solidFill>
                  <a:srgbClr val="000000"/>
                </a:solidFill>
                <a:latin typeface="Arial"/>
              </a:rPr>
              <a:t>Second Outline Level</a:t>
            </a:r>
            <a:endParaRPr b="0" lang="fr-FR" sz="13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300" spc="-1" strike="noStrike">
                <a:solidFill>
                  <a:srgbClr val="000000"/>
                </a:solidFill>
                <a:latin typeface="Arial"/>
              </a:rPr>
              <a:t>Third Outline Level</a:t>
            </a:r>
            <a:endParaRPr b="0" lang="fr-FR" sz="13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300" spc="-1" strike="noStrike">
                <a:solidFill>
                  <a:srgbClr val="000000"/>
                </a:solidFill>
                <a:latin typeface="Arial"/>
              </a:rPr>
              <a:t>Fourth Outline Level</a:t>
            </a:r>
            <a:endParaRPr b="0" lang="fr-FR" sz="13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300" spc="-1" strike="noStrike">
                <a:solidFill>
                  <a:srgbClr val="000000"/>
                </a:solidFill>
                <a:latin typeface="Arial"/>
              </a:rPr>
              <a:t>Fifth Outline Level</a:t>
            </a:r>
            <a:endParaRPr b="0" lang="fr-FR" sz="13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300" spc="-1" strike="noStrike">
                <a:solidFill>
                  <a:srgbClr val="000000"/>
                </a:solidFill>
                <a:latin typeface="Arial"/>
              </a:rPr>
              <a:t>Sixth Outline Level</a:t>
            </a:r>
            <a:endParaRPr b="0" lang="fr-FR" sz="13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300" spc="-1" strike="noStrike">
                <a:solidFill>
                  <a:srgbClr val="000000"/>
                </a:solidFill>
                <a:latin typeface="Arial"/>
              </a:rPr>
              <a:t>Seventh Outline Level</a:t>
            </a:r>
            <a:endParaRPr b="0" lang="fr-FR" sz="13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91" name="PlaceHolder 1"/>
          <p:cNvSpPr>
            <a:spLocks noGrp="1"/>
          </p:cNvSpPr>
          <p:nvPr>
            <p:ph type="title"/>
          </p:nvPr>
        </p:nvSpPr>
        <p:spPr>
          <a:xfrm>
            <a:off x="5157000" y="369000"/>
            <a:ext cx="327348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192" name="PlaceHolder 2"/>
          <p:cNvSpPr>
            <a:spLocks noGrp="1"/>
          </p:cNvSpPr>
          <p:nvPr>
            <p:ph type="body"/>
          </p:nvPr>
        </p:nvSpPr>
        <p:spPr>
          <a:xfrm>
            <a:off x="555840" y="423000"/>
            <a:ext cx="4298400" cy="4297320"/>
          </a:xfrm>
          <a:prstGeom prst="rect">
            <a:avLst/>
          </a:prstGeom>
          <a:noFill/>
          <a:ln w="19080">
            <a:solidFill>
              <a:schemeClr val="accent1"/>
            </a:solidFill>
            <a:round/>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grpSp>
        <p:nvGrpSpPr>
          <p:cNvPr id="193" name="Google Shape;371;p27"/>
          <p:cNvGrpSpPr/>
          <p:nvPr/>
        </p:nvGrpSpPr>
        <p:grpSpPr>
          <a:xfrm>
            <a:off x="207720" y="4243680"/>
            <a:ext cx="1010520" cy="599400"/>
            <a:chOff x="207720" y="4243680"/>
            <a:chExt cx="1010520" cy="599400"/>
          </a:xfrm>
        </p:grpSpPr>
        <p:sp>
          <p:nvSpPr>
            <p:cNvPr id="194" name="Google Shape;372;p27"/>
            <p:cNvSpPr/>
            <p:nvPr/>
          </p:nvSpPr>
          <p:spPr>
            <a:xfrm flipH="1">
              <a:off x="1134720" y="4477320"/>
              <a:ext cx="83520" cy="60120"/>
            </a:xfrm>
            <a:custGeom>
              <a:avLst/>
              <a:gdLst>
                <a:gd name="textAreaLeft" fmla="*/ 360 w 83520"/>
                <a:gd name="textAreaRight" fmla="*/ 8424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5" name="Google Shape;373;p27"/>
            <p:cNvSpPr/>
            <p:nvPr/>
          </p:nvSpPr>
          <p:spPr>
            <a:xfrm flipH="1">
              <a:off x="932760" y="4262760"/>
              <a:ext cx="77760" cy="64440"/>
            </a:xfrm>
            <a:custGeom>
              <a:avLst/>
              <a:gdLst>
                <a:gd name="textAreaLeft" fmla="*/ 360 w 77760"/>
                <a:gd name="textAreaRight" fmla="*/ 7848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6" name="Google Shape;374;p27"/>
            <p:cNvSpPr/>
            <p:nvPr/>
          </p:nvSpPr>
          <p:spPr>
            <a:xfrm flipH="1">
              <a:off x="515160" y="4243680"/>
              <a:ext cx="77040" cy="51120"/>
            </a:xfrm>
            <a:custGeom>
              <a:avLst/>
              <a:gdLst>
                <a:gd name="textAreaLeft" fmla="*/ 360 w 77040"/>
                <a:gd name="textAreaRight" fmla="*/ 7776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7" name="Google Shape;375;p27"/>
            <p:cNvSpPr/>
            <p:nvPr/>
          </p:nvSpPr>
          <p:spPr>
            <a:xfrm flipH="1">
              <a:off x="345240" y="4485600"/>
              <a:ext cx="99720" cy="75960"/>
            </a:xfrm>
            <a:custGeom>
              <a:avLst/>
              <a:gdLst>
                <a:gd name="textAreaLeft" fmla="*/ -360 w 99720"/>
                <a:gd name="textAreaRight" fmla="*/ 9972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8" name="Google Shape;376;p27"/>
            <p:cNvSpPr/>
            <p:nvPr/>
          </p:nvSpPr>
          <p:spPr>
            <a:xfrm flipH="1">
              <a:off x="819000" y="4523760"/>
              <a:ext cx="67680" cy="49320"/>
            </a:xfrm>
            <a:custGeom>
              <a:avLst/>
              <a:gdLst>
                <a:gd name="textAreaLeft" fmla="*/ 360 w 67680"/>
                <a:gd name="textAreaRight" fmla="*/ 6840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9" name="Google Shape;377;p27"/>
            <p:cNvSpPr/>
            <p:nvPr/>
          </p:nvSpPr>
          <p:spPr>
            <a:xfrm flipH="1">
              <a:off x="501840" y="4693680"/>
              <a:ext cx="112680" cy="69840"/>
            </a:xfrm>
            <a:custGeom>
              <a:avLst/>
              <a:gdLst>
                <a:gd name="textAreaLeft" fmla="*/ -360 w 112680"/>
                <a:gd name="textAreaRight" fmla="*/ 11268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0" name="Google Shape;378;p27"/>
            <p:cNvSpPr/>
            <p:nvPr/>
          </p:nvSpPr>
          <p:spPr>
            <a:xfrm flipH="1">
              <a:off x="207720" y="4788360"/>
              <a:ext cx="80640" cy="54720"/>
            </a:xfrm>
            <a:custGeom>
              <a:avLst/>
              <a:gdLst>
                <a:gd name="textAreaLeft" fmla="*/ 360 w 80640"/>
                <a:gd name="textAreaRight" fmla="*/ 8136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01" name="Google Shape;379;p27"/>
          <p:cNvGrpSpPr/>
          <p:nvPr/>
        </p:nvGrpSpPr>
        <p:grpSpPr>
          <a:xfrm>
            <a:off x="8506080" y="214200"/>
            <a:ext cx="407520" cy="774360"/>
            <a:chOff x="8506080" y="214200"/>
            <a:chExt cx="407520" cy="774360"/>
          </a:xfrm>
        </p:grpSpPr>
        <p:sp>
          <p:nvSpPr>
            <p:cNvPr id="202" name="Google Shape;380;p27"/>
            <p:cNvSpPr/>
            <p:nvPr/>
          </p:nvSpPr>
          <p:spPr>
            <a:xfrm flipV="1" rot="5400000">
              <a:off x="8807040" y="50004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3" name="Google Shape;381;p27"/>
            <p:cNvSpPr/>
            <p:nvPr/>
          </p:nvSpPr>
          <p:spPr>
            <a:xfrm flipV="1" rot="5400000">
              <a:off x="8769240" y="91692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4" name="Google Shape;382;p27"/>
            <p:cNvSpPr/>
            <p:nvPr/>
          </p:nvSpPr>
          <p:spPr>
            <a:xfrm flipV="1" rot="5400000">
              <a:off x="8463240" y="25668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05" name="Google Shape;383;p27"/>
          <p:cNvSpPr/>
          <p:nvPr/>
        </p:nvSpPr>
        <p:spPr>
          <a:xfrm flipH="1" rot="7509600">
            <a:off x="8123400" y="3762720"/>
            <a:ext cx="2463120" cy="1220400"/>
          </a:xfrm>
          <a:custGeom>
            <a:avLst/>
            <a:gdLst>
              <a:gd name="textAreaLeft" fmla="*/ 360 w 2463120"/>
              <a:gd name="textAreaRight" fmla="*/ 2463840 w 2463120"/>
              <a:gd name="textAreaTop" fmla="*/ 0 h 1220400"/>
              <a:gd name="textAreaBottom" fmla="*/ 1220760 h 122040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720000" y="369000"/>
            <a:ext cx="412092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207" name="PlaceHolder 2"/>
          <p:cNvSpPr>
            <a:spLocks noGrp="1"/>
          </p:cNvSpPr>
          <p:nvPr>
            <p:ph type="body"/>
          </p:nvPr>
        </p:nvSpPr>
        <p:spPr>
          <a:xfrm>
            <a:off x="5241600" y="539640"/>
            <a:ext cx="3189240" cy="4126320"/>
          </a:xfrm>
          <a:prstGeom prst="rect">
            <a:avLst/>
          </a:prstGeom>
          <a:noFill/>
          <a:ln w="19080">
            <a:solidFill>
              <a:schemeClr val="accent1"/>
            </a:solidFill>
            <a:round/>
          </a:ln>
        </p:spPr>
        <p:txBody>
          <a:bodyPr lIns="90000" rIns="90000" tIns="45000" bIns="45000" anchor="t">
            <a:normAutofit fontScale="56111"/>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208" name="Google Shape;395;p28"/>
          <p:cNvSpPr/>
          <p:nvPr/>
        </p:nvSpPr>
        <p:spPr>
          <a:xfrm rot="14910000">
            <a:off x="-489600" y="2478240"/>
            <a:ext cx="3853080" cy="3875400"/>
          </a:xfrm>
          <a:custGeom>
            <a:avLst/>
            <a:gdLst>
              <a:gd name="textAreaLeft" fmla="*/ 0 w 3853080"/>
              <a:gd name="textAreaRight" fmla="*/ 3853440 w 3853080"/>
              <a:gd name="textAreaTop" fmla="*/ 0 h 3875400"/>
              <a:gd name="textAreaBottom" fmla="*/ 3875760 h 387540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9" name="PlaceHolder 1"/>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210" name="Google Shape;410;p29"/>
          <p:cNvSpPr/>
          <p:nvPr/>
        </p:nvSpPr>
        <p:spPr>
          <a:xfrm rot="16200000">
            <a:off x="-361080" y="2625840"/>
            <a:ext cx="2527560" cy="4436640"/>
          </a:xfrm>
          <a:custGeom>
            <a:avLst/>
            <a:gdLst>
              <a:gd name="textAreaLeft" fmla="*/ 0 w 2527560"/>
              <a:gd name="textAreaRight" fmla="*/ 2527920 w 2527560"/>
              <a:gd name="textAreaTop" fmla="*/ 0 h 4436640"/>
              <a:gd name="textAreaBottom" fmla="*/ 4437000 h 4436640"/>
            </a:gdLst>
            <a:ahLst/>
            <a:rect l="textAreaLeft" t="textAreaTop" r="textAreaRight" b="textAreaBottom"/>
            <a:pathLst>
              <a:path w="101122" h="177476">
                <a:moveTo>
                  <a:pt x="101122" y="1588"/>
                </a:moveTo>
                <a:cubicBezTo>
                  <a:pt x="86784" y="-5579"/>
                  <a:pt x="65422" y="14355"/>
                  <a:pt x="62394" y="30096"/>
                </a:cubicBezTo>
                <a:cubicBezTo>
                  <a:pt x="60607" y="39388"/>
                  <a:pt x="65183" y="48829"/>
                  <a:pt x="67235" y="58066"/>
                </a:cubicBezTo>
                <a:cubicBezTo>
                  <a:pt x="70580" y="73118"/>
                  <a:pt x="72962" y="90008"/>
                  <a:pt x="67235" y="104324"/>
                </a:cubicBezTo>
                <a:cubicBezTo>
                  <a:pt x="64080" y="112212"/>
                  <a:pt x="57357" y="120872"/>
                  <a:pt x="48947" y="122074"/>
                </a:cubicBezTo>
                <a:cubicBezTo>
                  <a:pt x="38880" y="123512"/>
                  <a:pt x="25880" y="119590"/>
                  <a:pt x="18826" y="126915"/>
                </a:cubicBezTo>
                <a:cubicBezTo>
                  <a:pt x="6352" y="139869"/>
                  <a:pt x="0" y="159492"/>
                  <a:pt x="0" y="17747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211" name="Google Shape;411;p29"/>
          <p:cNvGrpSpPr/>
          <p:nvPr/>
        </p:nvGrpSpPr>
        <p:grpSpPr>
          <a:xfrm>
            <a:off x="8043120" y="4510080"/>
            <a:ext cx="774000" cy="407160"/>
            <a:chOff x="8043120" y="4510080"/>
            <a:chExt cx="774000" cy="407160"/>
          </a:xfrm>
        </p:grpSpPr>
        <p:sp>
          <p:nvSpPr>
            <p:cNvPr id="212" name="Google Shape;412;p29"/>
            <p:cNvSpPr/>
            <p:nvPr/>
          </p:nvSpPr>
          <p:spPr>
            <a:xfrm flipH="1">
              <a:off x="8425800" y="4825080"/>
              <a:ext cx="120960" cy="92160"/>
            </a:xfrm>
            <a:custGeom>
              <a:avLst/>
              <a:gdLst>
                <a:gd name="textAreaLeft" fmla="*/ 360 w 120960"/>
                <a:gd name="textAreaRight" fmla="*/ 12168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3" name="Google Shape;413;p29"/>
            <p:cNvSpPr/>
            <p:nvPr/>
          </p:nvSpPr>
          <p:spPr>
            <a:xfrm flipH="1">
              <a:off x="8042760" y="4784400"/>
              <a:ext cx="82440" cy="60120"/>
            </a:xfrm>
            <a:custGeom>
              <a:avLst/>
              <a:gdLst>
                <a:gd name="textAreaLeft" fmla="*/ -360 w 82440"/>
                <a:gd name="textAreaRight" fmla="*/ 8244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4" name="Google Shape;414;p29"/>
            <p:cNvSpPr/>
            <p:nvPr/>
          </p:nvSpPr>
          <p:spPr>
            <a:xfrm flipH="1">
              <a:off x="8609040" y="4510080"/>
              <a:ext cx="207720" cy="122040"/>
            </a:xfrm>
            <a:custGeom>
              <a:avLst/>
              <a:gdLst>
                <a:gd name="textAreaLeft" fmla="*/ -360 w 207720"/>
                <a:gd name="textAreaRight" fmla="*/ 20772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15" name="Google Shape;415;p29"/>
          <p:cNvSpPr/>
          <p:nvPr/>
        </p:nvSpPr>
        <p:spPr>
          <a:xfrm flipH="1" rot="5400000">
            <a:off x="-337320" y="-1200960"/>
            <a:ext cx="2446920" cy="3128760"/>
          </a:xfrm>
          <a:custGeom>
            <a:avLst/>
            <a:gdLst>
              <a:gd name="textAreaLeft" fmla="*/ -360 w 2446920"/>
              <a:gd name="textAreaRight" fmla="*/ 2446920 w 2446920"/>
              <a:gd name="textAreaTop" fmla="*/ 0 h 3128760"/>
              <a:gd name="textAreaBottom" fmla="*/ 3129120 h 312876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216" name="Google Shape;416;p29"/>
          <p:cNvSpPr/>
          <p:nvPr/>
        </p:nvSpPr>
        <p:spPr>
          <a:xfrm flipH="1" rot="3289200">
            <a:off x="6025320" y="-1005120"/>
            <a:ext cx="3818520" cy="1805040"/>
          </a:xfrm>
          <a:custGeom>
            <a:avLst/>
            <a:gdLst>
              <a:gd name="textAreaLeft" fmla="*/ -360 w 3818520"/>
              <a:gd name="textAreaRight" fmla="*/ 3818520 w 3818520"/>
              <a:gd name="textAreaTop" fmla="*/ 0 h 1805040"/>
              <a:gd name="textAreaBottom" fmla="*/ 1805400 h 180504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217" name="Google Shape;417;p29"/>
          <p:cNvGrpSpPr/>
          <p:nvPr/>
        </p:nvGrpSpPr>
        <p:grpSpPr>
          <a:xfrm>
            <a:off x="246960" y="2001960"/>
            <a:ext cx="599040" cy="1010160"/>
            <a:chOff x="246960" y="2001960"/>
            <a:chExt cx="599040" cy="1010160"/>
          </a:xfrm>
        </p:grpSpPr>
        <p:sp>
          <p:nvSpPr>
            <p:cNvPr id="218" name="Google Shape;418;p29"/>
            <p:cNvSpPr/>
            <p:nvPr/>
          </p:nvSpPr>
          <p:spPr>
            <a:xfrm rot="5400000">
              <a:off x="540360" y="201348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19" name="Google Shape;419;p29"/>
            <p:cNvSpPr/>
            <p:nvPr/>
          </p:nvSpPr>
          <p:spPr>
            <a:xfrm rot="5400000">
              <a:off x="755640" y="221616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0" name="Google Shape;420;p29"/>
            <p:cNvSpPr/>
            <p:nvPr/>
          </p:nvSpPr>
          <p:spPr>
            <a:xfrm rot="5400000">
              <a:off x="781920" y="264060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1" name="Google Shape;421;p29"/>
            <p:cNvSpPr/>
            <p:nvPr/>
          </p:nvSpPr>
          <p:spPr>
            <a:xfrm rot="5400000">
              <a:off x="516600" y="278640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2" name="Google Shape;422;p29"/>
            <p:cNvSpPr/>
            <p:nvPr/>
          </p:nvSpPr>
          <p:spPr>
            <a:xfrm rot="5400000">
              <a:off x="507600" y="234216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3" name="Google Shape;423;p29"/>
            <p:cNvSpPr/>
            <p:nvPr/>
          </p:nvSpPr>
          <p:spPr>
            <a:xfrm rot="5400000">
              <a:off x="304560" y="262584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4" name="Google Shape;424;p29"/>
            <p:cNvSpPr/>
            <p:nvPr/>
          </p:nvSpPr>
          <p:spPr>
            <a:xfrm rot="5400000">
              <a:off x="234000" y="294444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25" name="Google Shape;426;p30"/>
          <p:cNvGrpSpPr/>
          <p:nvPr/>
        </p:nvGrpSpPr>
        <p:grpSpPr>
          <a:xfrm>
            <a:off x="194040" y="271440"/>
            <a:ext cx="599400" cy="1010520"/>
            <a:chOff x="194040" y="271440"/>
            <a:chExt cx="599400" cy="1010520"/>
          </a:xfrm>
        </p:grpSpPr>
        <p:sp>
          <p:nvSpPr>
            <p:cNvPr id="226" name="Google Shape;427;p30"/>
            <p:cNvSpPr/>
            <p:nvPr/>
          </p:nvSpPr>
          <p:spPr>
            <a:xfrm rot="16200000">
              <a:off x="416160" y="120996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7" name="Google Shape;428;p30"/>
            <p:cNvSpPr/>
            <p:nvPr/>
          </p:nvSpPr>
          <p:spPr>
            <a:xfrm rot="16200000">
              <a:off x="206640" y="100296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8" name="Google Shape;429;p30"/>
            <p:cNvSpPr/>
            <p:nvPr/>
          </p:nvSpPr>
          <p:spPr>
            <a:xfrm rot="16200000">
              <a:off x="181080" y="59184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9" name="Google Shape;430;p30"/>
            <p:cNvSpPr/>
            <p:nvPr/>
          </p:nvSpPr>
          <p:spPr>
            <a:xfrm rot="16200000">
              <a:off x="424080" y="42156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0" name="Google Shape;431;p30"/>
            <p:cNvSpPr/>
            <p:nvPr/>
          </p:nvSpPr>
          <p:spPr>
            <a:xfrm rot="16200000">
              <a:off x="464760" y="89172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1" name="Google Shape;432;p30"/>
            <p:cNvSpPr/>
            <p:nvPr/>
          </p:nvSpPr>
          <p:spPr>
            <a:xfrm rot="16200000">
              <a:off x="622800" y="58788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2" name="Google Shape;433;p30"/>
            <p:cNvSpPr/>
            <p:nvPr/>
          </p:nvSpPr>
          <p:spPr>
            <a:xfrm rot="16200000">
              <a:off x="725760" y="28440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33" name="Google Shape;434;p30"/>
          <p:cNvGrpSpPr/>
          <p:nvPr/>
        </p:nvGrpSpPr>
        <p:grpSpPr>
          <a:xfrm>
            <a:off x="8430840" y="4049280"/>
            <a:ext cx="407160" cy="774360"/>
            <a:chOff x="8430840" y="4049280"/>
            <a:chExt cx="407160" cy="774360"/>
          </a:xfrm>
        </p:grpSpPr>
        <p:sp>
          <p:nvSpPr>
            <p:cNvPr id="234" name="Google Shape;435;p30"/>
            <p:cNvSpPr/>
            <p:nvPr/>
          </p:nvSpPr>
          <p:spPr>
            <a:xfrm rot="16200000">
              <a:off x="8731440" y="444600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5" name="Google Shape;436;p30"/>
            <p:cNvSpPr/>
            <p:nvPr/>
          </p:nvSpPr>
          <p:spPr>
            <a:xfrm rot="16200000">
              <a:off x="8694000" y="406044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6" name="Google Shape;437;p30"/>
            <p:cNvSpPr/>
            <p:nvPr/>
          </p:nvSpPr>
          <p:spPr>
            <a:xfrm rot="16200000">
              <a:off x="8388000" y="465876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37" name="Google Shape;438;p30"/>
          <p:cNvSpPr/>
          <p:nvPr/>
        </p:nvSpPr>
        <p:spPr>
          <a:xfrm rot="10800000">
            <a:off x="-806400" y="4560120"/>
            <a:ext cx="3216960" cy="2580120"/>
          </a:xfrm>
          <a:custGeom>
            <a:avLst/>
            <a:gdLst>
              <a:gd name="textAreaLeft" fmla="*/ 0 w 3216960"/>
              <a:gd name="textAreaRight" fmla="*/ 3217320 w 3216960"/>
              <a:gd name="textAreaTop" fmla="*/ 0 h 2580120"/>
              <a:gd name="textAreaBottom" fmla="*/ 2580480 h 2580120"/>
            </a:gdLst>
            <a:ahLst/>
            <a:rect l="textAreaLeft" t="textAreaTop" r="textAreaRight" b="textAreaBottom"/>
            <a:pathLst>
              <a:path w="128696" h="103218">
                <a:moveTo>
                  <a:pt x="24152" y="0"/>
                </a:moveTo>
                <a:cubicBezTo>
                  <a:pt x="38138" y="13054"/>
                  <a:pt x="44140" y="40028"/>
                  <a:pt x="34372" y="56478"/>
                </a:cubicBezTo>
                <a:cubicBezTo>
                  <a:pt x="28872" y="65741"/>
                  <a:pt x="12905" y="72315"/>
                  <a:pt x="3713" y="66698"/>
                </a:cubicBezTo>
                <a:cubicBezTo>
                  <a:pt x="665" y="64835"/>
                  <a:pt x="-841" y="59795"/>
                  <a:pt x="486" y="56478"/>
                </a:cubicBezTo>
                <a:cubicBezTo>
                  <a:pt x="1964" y="52782"/>
                  <a:pt x="6189" y="49332"/>
                  <a:pt x="10167" y="49485"/>
                </a:cubicBezTo>
                <a:cubicBezTo>
                  <a:pt x="18525" y="49807"/>
                  <a:pt x="25466" y="56800"/>
                  <a:pt x="31683" y="62395"/>
                </a:cubicBezTo>
                <a:cubicBezTo>
                  <a:pt x="43274" y="72827"/>
                  <a:pt x="51083" y="88231"/>
                  <a:pt x="65031" y="95205"/>
                </a:cubicBezTo>
                <a:cubicBezTo>
                  <a:pt x="77109" y="101244"/>
                  <a:pt x="91419" y="104269"/>
                  <a:pt x="104835" y="102736"/>
                </a:cubicBezTo>
                <a:cubicBezTo>
                  <a:pt x="118817" y="101138"/>
                  <a:pt x="130054" y="81761"/>
                  <a:pt x="128502" y="67773"/>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238" name="PlaceHolder 1"/>
          <p:cNvSpPr>
            <a:spLocks noGrp="1"/>
          </p:cNvSpPr>
          <p:nvPr>
            <p:ph type="title"/>
          </p:nvPr>
        </p:nvSpPr>
        <p:spPr>
          <a:xfrm>
            <a:off x="713160" y="539640"/>
            <a:ext cx="3683520" cy="768600"/>
          </a:xfrm>
          <a:prstGeom prst="rect">
            <a:avLst/>
          </a:prstGeom>
          <a:noFill/>
          <a:ln w="0">
            <a:noFill/>
          </a:ln>
        </p:spPr>
        <p:txBody>
          <a:bodyPr lIns="91440" rIns="91440" tIns="91440" bIns="91440" anchor="ctr">
            <a:noAutofit/>
          </a:bodyPr>
          <a:p>
            <a:pPr indent="0" algn="ctr">
              <a:lnSpc>
                <a:spcPct val="100000"/>
              </a:lnSpc>
              <a:buNone/>
            </a:pPr>
            <a:r>
              <a:rPr b="1" lang="fr-FR" sz="4400" spc="-1" strike="noStrike">
                <a:solidFill>
                  <a:schemeClr val="dk2"/>
                </a:solidFill>
                <a:latin typeface="Varela Round"/>
                <a:ea typeface="Varela Round"/>
              </a:rPr>
              <a:t>xx%</a:t>
            </a:r>
            <a:endParaRPr b="0" lang="fr-FR" sz="4400" spc="-1" strike="noStrike">
              <a:solidFill>
                <a:schemeClr val="dk1"/>
              </a:solidFill>
              <a:latin typeface="Arial"/>
            </a:endParaRPr>
          </a:p>
        </p:txBody>
      </p:sp>
      <p:sp>
        <p:nvSpPr>
          <p:cNvPr id="239" name="PlaceHolder 2"/>
          <p:cNvSpPr>
            <a:spLocks noGrp="1"/>
          </p:cNvSpPr>
          <p:nvPr>
            <p:ph type="title"/>
          </p:nvPr>
        </p:nvSpPr>
        <p:spPr>
          <a:xfrm>
            <a:off x="713160" y="1982160"/>
            <a:ext cx="3683520" cy="768600"/>
          </a:xfrm>
          <a:prstGeom prst="rect">
            <a:avLst/>
          </a:prstGeom>
          <a:noFill/>
          <a:ln w="0">
            <a:noFill/>
          </a:ln>
        </p:spPr>
        <p:txBody>
          <a:bodyPr lIns="91440" rIns="91440" tIns="91440" bIns="91440" anchor="ctr">
            <a:noAutofit/>
          </a:bodyPr>
          <a:p>
            <a:pPr indent="0" algn="ctr">
              <a:lnSpc>
                <a:spcPct val="100000"/>
              </a:lnSpc>
              <a:buNone/>
            </a:pPr>
            <a:r>
              <a:rPr b="1" lang="fr-FR" sz="4400" spc="-1" strike="noStrike">
                <a:solidFill>
                  <a:schemeClr val="dk2"/>
                </a:solidFill>
                <a:latin typeface="Varela Round"/>
                <a:ea typeface="Varela Round"/>
              </a:rPr>
              <a:t>xx%</a:t>
            </a:r>
            <a:endParaRPr b="0" lang="fr-FR" sz="4400" spc="-1" strike="noStrike">
              <a:solidFill>
                <a:schemeClr val="dk1"/>
              </a:solidFill>
              <a:latin typeface="Arial"/>
            </a:endParaRPr>
          </a:p>
        </p:txBody>
      </p:sp>
      <p:sp>
        <p:nvSpPr>
          <p:cNvPr id="240" name="PlaceHolder 3"/>
          <p:cNvSpPr>
            <a:spLocks noGrp="1"/>
          </p:cNvSpPr>
          <p:nvPr>
            <p:ph type="title"/>
          </p:nvPr>
        </p:nvSpPr>
        <p:spPr>
          <a:xfrm>
            <a:off x="713160" y="3426120"/>
            <a:ext cx="3683520" cy="768600"/>
          </a:xfrm>
          <a:prstGeom prst="rect">
            <a:avLst/>
          </a:prstGeom>
          <a:noFill/>
          <a:ln w="0">
            <a:noFill/>
          </a:ln>
        </p:spPr>
        <p:txBody>
          <a:bodyPr lIns="91440" rIns="91440" tIns="91440" bIns="91440" anchor="ctr">
            <a:noAutofit/>
          </a:bodyPr>
          <a:p>
            <a:pPr indent="0" algn="ctr">
              <a:lnSpc>
                <a:spcPct val="100000"/>
              </a:lnSpc>
              <a:buNone/>
            </a:pPr>
            <a:r>
              <a:rPr b="1" lang="fr-FR" sz="4400" spc="-1" strike="noStrike">
                <a:solidFill>
                  <a:schemeClr val="dk2"/>
                </a:solidFill>
                <a:latin typeface="Varela Round"/>
                <a:ea typeface="Varela Round"/>
              </a:rPr>
              <a:t>xx%</a:t>
            </a:r>
            <a:endParaRPr b="0" lang="fr-FR" sz="4400" spc="-1" strike="noStrike">
              <a:solidFill>
                <a:schemeClr val="dk1"/>
              </a:solidFill>
              <a:latin typeface="Arial"/>
            </a:endParaRPr>
          </a:p>
        </p:txBody>
      </p:sp>
      <p:sp>
        <p:nvSpPr>
          <p:cNvPr id="241" name="PlaceHolder 4"/>
          <p:cNvSpPr>
            <a:spLocks noGrp="1"/>
          </p:cNvSpPr>
          <p:nvPr>
            <p:ph type="body"/>
          </p:nvPr>
        </p:nvSpPr>
        <p:spPr>
          <a:xfrm>
            <a:off x="4638960" y="674280"/>
            <a:ext cx="3791520" cy="3735720"/>
          </a:xfrm>
          <a:prstGeom prst="rect">
            <a:avLst/>
          </a:prstGeom>
          <a:noFill/>
          <a:ln w="19080">
            <a:solidFill>
              <a:schemeClr val="accent1"/>
            </a:solidFill>
            <a:round/>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2" name="PlaceHolder 1"/>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243" name="PlaceHolder 2"/>
          <p:cNvSpPr>
            <a:spLocks noGrp="1"/>
          </p:cNvSpPr>
          <p:nvPr>
            <p:ph type="body"/>
          </p:nvPr>
        </p:nvSpPr>
        <p:spPr>
          <a:xfrm>
            <a:off x="720000" y="1050120"/>
            <a:ext cx="7703640" cy="3848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grpSp>
        <p:nvGrpSpPr>
          <p:cNvPr id="244" name="Google Shape;35;p4"/>
          <p:cNvGrpSpPr/>
          <p:nvPr/>
        </p:nvGrpSpPr>
        <p:grpSpPr>
          <a:xfrm>
            <a:off x="271080" y="4380840"/>
            <a:ext cx="1010520" cy="599040"/>
            <a:chOff x="271080" y="4380840"/>
            <a:chExt cx="1010520" cy="599040"/>
          </a:xfrm>
        </p:grpSpPr>
        <p:sp>
          <p:nvSpPr>
            <p:cNvPr id="245" name="Google Shape;36;p4"/>
            <p:cNvSpPr/>
            <p:nvPr/>
          </p:nvSpPr>
          <p:spPr>
            <a:xfrm rot="10800000">
              <a:off x="1198080" y="468612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6" name="Google Shape;37;p4"/>
            <p:cNvSpPr/>
            <p:nvPr/>
          </p:nvSpPr>
          <p:spPr>
            <a:xfrm rot="10800000">
              <a:off x="996120" y="489636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7" name="Google Shape;38;p4"/>
            <p:cNvSpPr/>
            <p:nvPr/>
          </p:nvSpPr>
          <p:spPr>
            <a:xfrm rot="10800000">
              <a:off x="578520" y="492876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8" name="Google Shape;39;p4"/>
            <p:cNvSpPr/>
            <p:nvPr/>
          </p:nvSpPr>
          <p:spPr>
            <a:xfrm rot="10800000">
              <a:off x="409320" y="466236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9" name="Google Shape;40;p4"/>
            <p:cNvSpPr/>
            <p:nvPr/>
          </p:nvSpPr>
          <p:spPr>
            <a:xfrm rot="10800000">
              <a:off x="882360" y="465084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0" name="Google Shape;41;p4"/>
            <p:cNvSpPr/>
            <p:nvPr/>
          </p:nvSpPr>
          <p:spPr>
            <a:xfrm rot="10800000">
              <a:off x="565920" y="446004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1" name="Google Shape;42;p4"/>
            <p:cNvSpPr/>
            <p:nvPr/>
          </p:nvSpPr>
          <p:spPr>
            <a:xfrm rot="10800000">
              <a:off x="271080" y="438084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52" name="Google Shape;43;p4"/>
          <p:cNvGrpSpPr/>
          <p:nvPr/>
        </p:nvGrpSpPr>
        <p:grpSpPr>
          <a:xfrm>
            <a:off x="8102520" y="298080"/>
            <a:ext cx="774360" cy="407160"/>
            <a:chOff x="8102520" y="298080"/>
            <a:chExt cx="774360" cy="407160"/>
          </a:xfrm>
        </p:grpSpPr>
        <p:sp>
          <p:nvSpPr>
            <p:cNvPr id="253" name="Google Shape;44;p4"/>
            <p:cNvSpPr/>
            <p:nvPr/>
          </p:nvSpPr>
          <p:spPr>
            <a:xfrm rot="10800000">
              <a:off x="8484840" y="29808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4" name="Google Shape;45;p4"/>
            <p:cNvSpPr/>
            <p:nvPr/>
          </p:nvSpPr>
          <p:spPr>
            <a:xfrm rot="10800000">
              <a:off x="8102520" y="37080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5" name="Google Shape;46;p4"/>
            <p:cNvSpPr/>
            <p:nvPr/>
          </p:nvSpPr>
          <p:spPr>
            <a:xfrm rot="10800000">
              <a:off x="8669160" y="58320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56" name="Google Shape;47;p4"/>
          <p:cNvSpPr/>
          <p:nvPr/>
        </p:nvSpPr>
        <p:spPr>
          <a:xfrm rot="732600">
            <a:off x="-349560" y="-586800"/>
            <a:ext cx="2689200" cy="3137400"/>
          </a:xfrm>
          <a:custGeom>
            <a:avLst/>
            <a:gdLst>
              <a:gd name="textAreaLeft" fmla="*/ 0 w 2689200"/>
              <a:gd name="textAreaRight" fmla="*/ 2689560 w 2689200"/>
              <a:gd name="textAreaTop" fmla="*/ 0 h 3137400"/>
              <a:gd name="textAreaBottom" fmla="*/ 3137760 h 3137400"/>
            </a:gdLst>
            <a:ahLst/>
            <a:rect l="textAreaLeft" t="textAreaTop" r="textAreaRight" b="textAreaBottom"/>
            <a:pathLst>
              <a:path w="107577" h="125505">
                <a:moveTo>
                  <a:pt x="107577" y="0"/>
                </a:moveTo>
                <a:cubicBezTo>
                  <a:pt x="105694" y="2690"/>
                  <a:pt x="106393" y="3351"/>
                  <a:pt x="103811" y="5379"/>
                </a:cubicBezTo>
                <a:cubicBezTo>
                  <a:pt x="99139" y="9049"/>
                  <a:pt x="91812" y="5502"/>
                  <a:pt x="86061" y="6993"/>
                </a:cubicBezTo>
                <a:cubicBezTo>
                  <a:pt x="66833" y="11978"/>
                  <a:pt x="41438" y="18874"/>
                  <a:pt x="34962" y="37652"/>
                </a:cubicBezTo>
                <a:cubicBezTo>
                  <a:pt x="27589" y="59033"/>
                  <a:pt x="47820" y="84961"/>
                  <a:pt x="38190" y="105425"/>
                </a:cubicBezTo>
                <a:cubicBezTo>
                  <a:pt x="33172" y="116089"/>
                  <a:pt x="20195" y="122643"/>
                  <a:pt x="8606" y="124789"/>
                </a:cubicBezTo>
                <a:cubicBezTo>
                  <a:pt x="5780" y="125312"/>
                  <a:pt x="2032" y="126283"/>
                  <a:pt x="0" y="124251"/>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257" name="Google Shape;48;p4"/>
          <p:cNvSpPr/>
          <p:nvPr/>
        </p:nvSpPr>
        <p:spPr>
          <a:xfrm>
            <a:off x="6291720" y="2971800"/>
            <a:ext cx="3882600" cy="3025080"/>
          </a:xfrm>
          <a:custGeom>
            <a:avLst/>
            <a:gdLst>
              <a:gd name="textAreaLeft" fmla="*/ 0 w 3882600"/>
              <a:gd name="textAreaRight" fmla="*/ 3882960 w 3882600"/>
              <a:gd name="textAreaTop" fmla="*/ 0 h 3025080"/>
              <a:gd name="textAreaBottom" fmla="*/ 3025440 h 3025080"/>
            </a:gdLst>
            <a:ahLst/>
            <a:rect l="textAreaLeft" t="textAreaTop" r="textAreaRight" b="textAreaBottom"/>
            <a:pathLst>
              <a:path w="155312" h="121023">
                <a:moveTo>
                  <a:pt x="3293" y="121023"/>
                </a:moveTo>
                <a:cubicBezTo>
                  <a:pt x="-2657" y="111107"/>
                  <a:pt x="372" y="95629"/>
                  <a:pt x="7596" y="86599"/>
                </a:cubicBezTo>
                <a:cubicBezTo>
                  <a:pt x="15855" y="76275"/>
                  <a:pt x="31828" y="69641"/>
                  <a:pt x="44710" y="72614"/>
                </a:cubicBezTo>
                <a:cubicBezTo>
                  <a:pt x="48917" y="73585"/>
                  <a:pt x="55710" y="78702"/>
                  <a:pt x="53316" y="82296"/>
                </a:cubicBezTo>
                <a:cubicBezTo>
                  <a:pt x="51618" y="84846"/>
                  <a:pt x="45453" y="82041"/>
                  <a:pt x="44710" y="79069"/>
                </a:cubicBezTo>
                <a:cubicBezTo>
                  <a:pt x="43967" y="76097"/>
                  <a:pt x="45068" y="71538"/>
                  <a:pt x="47937" y="70462"/>
                </a:cubicBezTo>
                <a:cubicBezTo>
                  <a:pt x="55331" y="67689"/>
                  <a:pt x="63842" y="70082"/>
                  <a:pt x="71604" y="71538"/>
                </a:cubicBezTo>
                <a:cubicBezTo>
                  <a:pt x="86055" y="74248"/>
                  <a:pt x="102560" y="77576"/>
                  <a:pt x="115711" y="71000"/>
                </a:cubicBezTo>
                <a:cubicBezTo>
                  <a:pt x="130796" y="63457"/>
                  <a:pt x="144636" y="50173"/>
                  <a:pt x="150673" y="34424"/>
                </a:cubicBezTo>
                <a:cubicBezTo>
                  <a:pt x="154812" y="23626"/>
                  <a:pt x="155898" y="11527"/>
                  <a:pt x="154976" y="0"/>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60" name="Google Shape;447;p31"/>
          <p:cNvGrpSpPr/>
          <p:nvPr/>
        </p:nvGrpSpPr>
        <p:grpSpPr>
          <a:xfrm>
            <a:off x="7851960" y="364680"/>
            <a:ext cx="1074600" cy="525240"/>
            <a:chOff x="7851960" y="364680"/>
            <a:chExt cx="1074600" cy="525240"/>
          </a:xfrm>
        </p:grpSpPr>
        <p:sp>
          <p:nvSpPr>
            <p:cNvPr id="261" name="Google Shape;448;p31"/>
            <p:cNvSpPr/>
            <p:nvPr/>
          </p:nvSpPr>
          <p:spPr>
            <a:xfrm rot="9544200">
              <a:off x="8834760" y="37728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2" name="Google Shape;449;p31"/>
            <p:cNvSpPr/>
            <p:nvPr/>
          </p:nvSpPr>
          <p:spPr>
            <a:xfrm rot="9544200">
              <a:off x="8722440" y="64656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3" name="Google Shape;450;p31"/>
            <p:cNvSpPr/>
            <p:nvPr/>
          </p:nvSpPr>
          <p:spPr>
            <a:xfrm rot="9544200">
              <a:off x="8341200" y="82656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4" name="Google Shape;451;p31"/>
            <p:cNvSpPr/>
            <p:nvPr/>
          </p:nvSpPr>
          <p:spPr>
            <a:xfrm rot="9544200">
              <a:off x="8091720" y="63324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5" name="Google Shape;452;p31"/>
            <p:cNvSpPr/>
            <p:nvPr/>
          </p:nvSpPr>
          <p:spPr>
            <a:xfrm rot="9544200">
              <a:off x="8525880" y="46044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6" name="Google Shape;453;p31"/>
            <p:cNvSpPr/>
            <p:nvPr/>
          </p:nvSpPr>
          <p:spPr>
            <a:xfrm rot="9544200">
              <a:off x="8164440" y="38664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7" name="Google Shape;454;p31"/>
            <p:cNvSpPr/>
            <p:nvPr/>
          </p:nvSpPr>
          <p:spPr>
            <a:xfrm rot="9544200">
              <a:off x="7859160" y="42408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68" name="Google Shape;455;p31"/>
          <p:cNvGrpSpPr/>
          <p:nvPr/>
        </p:nvGrpSpPr>
        <p:grpSpPr>
          <a:xfrm>
            <a:off x="312840" y="3987720"/>
            <a:ext cx="635760" cy="926640"/>
            <a:chOff x="312840" y="3987720"/>
            <a:chExt cx="635760" cy="926640"/>
          </a:xfrm>
        </p:grpSpPr>
        <p:sp>
          <p:nvSpPr>
            <p:cNvPr id="269" name="Google Shape;456;p31"/>
            <p:cNvSpPr/>
            <p:nvPr/>
          </p:nvSpPr>
          <p:spPr>
            <a:xfrm flipV="1" rot="16200000">
              <a:off x="298440" y="453708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0" name="Google Shape;457;p31"/>
            <p:cNvSpPr/>
            <p:nvPr/>
          </p:nvSpPr>
          <p:spPr>
            <a:xfrm flipV="1" rot="16200000">
              <a:off x="526680" y="399852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71" name="Google Shape;458;p31"/>
            <p:cNvSpPr/>
            <p:nvPr/>
          </p:nvSpPr>
          <p:spPr>
            <a:xfrm flipV="1" rot="16200000">
              <a:off x="783720" y="474912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72" name="Google Shape;459;p31"/>
          <p:cNvSpPr/>
          <p:nvPr/>
        </p:nvSpPr>
        <p:spPr>
          <a:xfrm rot="282600">
            <a:off x="6211800" y="2882160"/>
            <a:ext cx="4078440" cy="5279760"/>
          </a:xfrm>
          <a:custGeom>
            <a:avLst/>
            <a:gdLst>
              <a:gd name="textAreaLeft" fmla="*/ 0 w 4078440"/>
              <a:gd name="textAreaRight" fmla="*/ 4078800 w 4078440"/>
              <a:gd name="textAreaTop" fmla="*/ 0 h 5279760"/>
              <a:gd name="textAreaBottom" fmla="*/ 5280120 h 527976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273" name="Google Shape;460;p31"/>
          <p:cNvSpPr/>
          <p:nvPr/>
        </p:nvSpPr>
        <p:spPr>
          <a:xfrm rot="5400000">
            <a:off x="-2022120" y="-340920"/>
            <a:ext cx="3940560" cy="3148200"/>
          </a:xfrm>
          <a:custGeom>
            <a:avLst/>
            <a:gdLst>
              <a:gd name="textAreaLeft" fmla="*/ 0 w 3940560"/>
              <a:gd name="textAreaRight" fmla="*/ 3940920 w 3940560"/>
              <a:gd name="textAreaTop" fmla="*/ 0 h 3148200"/>
              <a:gd name="textAreaBottom" fmla="*/ 3148560 h 314820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274" name="Google Shape;461;p31"/>
          <p:cNvSpPr/>
          <p:nvPr/>
        </p:nvSpPr>
        <p:spPr>
          <a:xfrm flipH="1" rot="10800000">
            <a:off x="7314480" y="-736560"/>
            <a:ext cx="3129120" cy="3309840"/>
          </a:xfrm>
          <a:custGeom>
            <a:avLst/>
            <a:gdLst>
              <a:gd name="textAreaLeft" fmla="*/ 360 w 3129120"/>
              <a:gd name="textAreaRight" fmla="*/ 3129840 w 3129120"/>
              <a:gd name="textAreaTop" fmla="*/ 0 h 3309840"/>
              <a:gd name="textAreaBottom" fmla="*/ 3310200 h 330984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275" name="PlaceHolder 1"/>
          <p:cNvSpPr>
            <a:spLocks noGrp="1"/>
          </p:cNvSpPr>
          <p:nvPr>
            <p:ph type="title"/>
          </p:nvPr>
        </p:nvSpPr>
        <p:spPr>
          <a:xfrm>
            <a:off x="1522080" y="1962000"/>
            <a:ext cx="1005480" cy="406440"/>
          </a:xfrm>
          <a:prstGeom prst="rect">
            <a:avLst/>
          </a:prstGeom>
          <a:noFill/>
          <a:ln w="0">
            <a:noFill/>
          </a:ln>
        </p:spPr>
        <p:txBody>
          <a:bodyPr lIns="91440" rIns="91440" tIns="91440" bIns="91440" anchor="ctr">
            <a:noAutofit/>
          </a:bodyPr>
          <a:p>
            <a:pPr indent="0" algn="ctr">
              <a:lnSpc>
                <a:spcPct val="100000"/>
              </a:lnSpc>
              <a:buNone/>
            </a:pPr>
            <a:r>
              <a:rPr b="1" lang="fr-FR" sz="3000" spc="-1" strike="noStrike">
                <a:solidFill>
                  <a:schemeClr val="dk1"/>
                </a:solidFill>
                <a:latin typeface="Varela Round"/>
                <a:ea typeface="Varela Round"/>
              </a:rPr>
              <a:t>xx%</a:t>
            </a:r>
            <a:endParaRPr b="0" lang="fr-FR" sz="3000" spc="-1" strike="noStrike">
              <a:solidFill>
                <a:schemeClr val="dk1"/>
              </a:solidFill>
              <a:latin typeface="Arial"/>
            </a:endParaRPr>
          </a:p>
        </p:txBody>
      </p:sp>
      <p:sp>
        <p:nvSpPr>
          <p:cNvPr id="276" name="PlaceHolder 2"/>
          <p:cNvSpPr>
            <a:spLocks noGrp="1"/>
          </p:cNvSpPr>
          <p:nvPr>
            <p:ph type="title"/>
          </p:nvPr>
        </p:nvSpPr>
        <p:spPr>
          <a:xfrm>
            <a:off x="4069080" y="1962000"/>
            <a:ext cx="1005480" cy="406440"/>
          </a:xfrm>
          <a:prstGeom prst="rect">
            <a:avLst/>
          </a:prstGeom>
          <a:noFill/>
          <a:ln w="0">
            <a:noFill/>
          </a:ln>
        </p:spPr>
        <p:txBody>
          <a:bodyPr lIns="91440" rIns="91440" tIns="91440" bIns="91440" anchor="ctr">
            <a:noAutofit/>
          </a:bodyPr>
          <a:p>
            <a:pPr indent="0" algn="ctr">
              <a:lnSpc>
                <a:spcPct val="100000"/>
              </a:lnSpc>
              <a:buNone/>
            </a:pPr>
            <a:r>
              <a:rPr b="1" lang="fr-FR" sz="3000" spc="-1" strike="noStrike">
                <a:solidFill>
                  <a:schemeClr val="dk1"/>
                </a:solidFill>
                <a:latin typeface="Varela Round"/>
                <a:ea typeface="Varela Round"/>
              </a:rPr>
              <a:t>xx%</a:t>
            </a:r>
            <a:endParaRPr b="0" lang="fr-FR" sz="3000" spc="-1" strike="noStrike">
              <a:solidFill>
                <a:schemeClr val="dk1"/>
              </a:solidFill>
              <a:latin typeface="Arial"/>
            </a:endParaRPr>
          </a:p>
        </p:txBody>
      </p:sp>
      <p:sp>
        <p:nvSpPr>
          <p:cNvPr id="277" name="PlaceHolder 3"/>
          <p:cNvSpPr>
            <a:spLocks noGrp="1"/>
          </p:cNvSpPr>
          <p:nvPr>
            <p:ph type="title"/>
          </p:nvPr>
        </p:nvSpPr>
        <p:spPr>
          <a:xfrm>
            <a:off x="6613560" y="1962000"/>
            <a:ext cx="1005480" cy="406440"/>
          </a:xfrm>
          <a:prstGeom prst="rect">
            <a:avLst/>
          </a:prstGeom>
          <a:noFill/>
          <a:ln w="0">
            <a:noFill/>
          </a:ln>
        </p:spPr>
        <p:txBody>
          <a:bodyPr lIns="91440" rIns="91440" tIns="91440" bIns="91440" anchor="ctr">
            <a:noAutofit/>
          </a:bodyPr>
          <a:p>
            <a:pPr indent="0" algn="ctr">
              <a:lnSpc>
                <a:spcPct val="100000"/>
              </a:lnSpc>
              <a:buNone/>
            </a:pPr>
            <a:r>
              <a:rPr b="1" lang="fr-FR" sz="3000" spc="-1" strike="noStrike">
                <a:solidFill>
                  <a:schemeClr val="dk1"/>
                </a:solidFill>
                <a:latin typeface="Varela Round"/>
                <a:ea typeface="Varela Round"/>
              </a:rPr>
              <a:t>xx%</a:t>
            </a:r>
            <a:endParaRPr b="0" lang="fr-FR" sz="3000" spc="-1" strike="noStrike">
              <a:solidFill>
                <a:schemeClr val="dk1"/>
              </a:solidFill>
              <a:latin typeface="Arial"/>
            </a:endParaRPr>
          </a:p>
        </p:txBody>
      </p:sp>
      <p:sp>
        <p:nvSpPr>
          <p:cNvPr id="278" name="PlaceHolder 4"/>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9" name="PlaceHolder 1"/>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grpSp>
        <p:nvGrpSpPr>
          <p:cNvPr id="280" name="Google Shape;474;p32"/>
          <p:cNvGrpSpPr/>
          <p:nvPr/>
        </p:nvGrpSpPr>
        <p:grpSpPr>
          <a:xfrm>
            <a:off x="8455320" y="205920"/>
            <a:ext cx="407520" cy="774000"/>
            <a:chOff x="8455320" y="205920"/>
            <a:chExt cx="407520" cy="774000"/>
          </a:xfrm>
        </p:grpSpPr>
        <p:sp>
          <p:nvSpPr>
            <p:cNvPr id="281" name="Google Shape;475;p32"/>
            <p:cNvSpPr/>
            <p:nvPr/>
          </p:nvSpPr>
          <p:spPr>
            <a:xfrm flipV="1" rot="5400000">
              <a:off x="8756280" y="49140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2" name="Google Shape;476;p32"/>
            <p:cNvSpPr/>
            <p:nvPr/>
          </p:nvSpPr>
          <p:spPr>
            <a:xfrm flipV="1" rot="5400000">
              <a:off x="8718480" y="90828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3" name="Google Shape;477;p32"/>
            <p:cNvSpPr/>
            <p:nvPr/>
          </p:nvSpPr>
          <p:spPr>
            <a:xfrm flipV="1" rot="5400000">
              <a:off x="8412480" y="24840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84" name="Google Shape;478;p32"/>
          <p:cNvSpPr/>
          <p:nvPr/>
        </p:nvSpPr>
        <p:spPr>
          <a:xfrm rot="10362600">
            <a:off x="7900920" y="2135880"/>
            <a:ext cx="2377440" cy="3280680"/>
          </a:xfrm>
          <a:custGeom>
            <a:avLst/>
            <a:gdLst>
              <a:gd name="textAreaLeft" fmla="*/ 0 w 2377440"/>
              <a:gd name="textAreaRight" fmla="*/ 2377800 w 2377440"/>
              <a:gd name="textAreaTop" fmla="*/ 0 h 3280680"/>
              <a:gd name="textAreaBottom" fmla="*/ 3281040 h 3280680"/>
            </a:gdLst>
            <a:ahLst/>
            <a:rect l="textAreaLeft" t="textAreaTop" r="textAreaRight" b="textAreaBottom"/>
            <a:pathLst>
              <a:path w="101122" h="177476">
                <a:moveTo>
                  <a:pt x="101122" y="1588"/>
                </a:moveTo>
                <a:cubicBezTo>
                  <a:pt x="86784" y="-5579"/>
                  <a:pt x="65422" y="14355"/>
                  <a:pt x="62394" y="30096"/>
                </a:cubicBezTo>
                <a:cubicBezTo>
                  <a:pt x="60607" y="39388"/>
                  <a:pt x="65183" y="48829"/>
                  <a:pt x="67235" y="58066"/>
                </a:cubicBezTo>
                <a:cubicBezTo>
                  <a:pt x="70580" y="73118"/>
                  <a:pt x="72962" y="90008"/>
                  <a:pt x="67235" y="104324"/>
                </a:cubicBezTo>
                <a:cubicBezTo>
                  <a:pt x="64080" y="112212"/>
                  <a:pt x="57357" y="120872"/>
                  <a:pt x="48947" y="122074"/>
                </a:cubicBezTo>
                <a:cubicBezTo>
                  <a:pt x="38880" y="123512"/>
                  <a:pt x="25880" y="119590"/>
                  <a:pt x="18826" y="126915"/>
                </a:cubicBezTo>
                <a:cubicBezTo>
                  <a:pt x="6352" y="139869"/>
                  <a:pt x="0" y="159492"/>
                  <a:pt x="0" y="17747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285" name="Google Shape;479;p32"/>
          <p:cNvSpPr/>
          <p:nvPr/>
        </p:nvSpPr>
        <p:spPr>
          <a:xfrm flipH="1" rot="19229400">
            <a:off x="-585360" y="3134160"/>
            <a:ext cx="3242160" cy="4343400"/>
          </a:xfrm>
          <a:custGeom>
            <a:avLst/>
            <a:gdLst>
              <a:gd name="textAreaLeft" fmla="*/ 360 w 3242160"/>
              <a:gd name="textAreaRight" fmla="*/ 3242880 w 3242160"/>
              <a:gd name="textAreaTop" fmla="*/ 0 h 4343400"/>
              <a:gd name="textAreaBottom" fmla="*/ 4343760 h 434340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286" name="Google Shape;480;p32"/>
          <p:cNvSpPr/>
          <p:nvPr/>
        </p:nvSpPr>
        <p:spPr>
          <a:xfrm rot="16200000">
            <a:off x="-987840" y="-468360"/>
            <a:ext cx="2237040" cy="1057320"/>
          </a:xfrm>
          <a:custGeom>
            <a:avLst/>
            <a:gdLst>
              <a:gd name="textAreaLeft" fmla="*/ 0 w 2237040"/>
              <a:gd name="textAreaRight" fmla="*/ 2237400 w 2237040"/>
              <a:gd name="textAreaTop" fmla="*/ 0 h 1057320"/>
              <a:gd name="textAreaBottom" fmla="*/ 1057680 h 105732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287" name="Google Shape;481;p32"/>
          <p:cNvGrpSpPr/>
          <p:nvPr/>
        </p:nvGrpSpPr>
        <p:grpSpPr>
          <a:xfrm>
            <a:off x="3596040" y="4727880"/>
            <a:ext cx="945720" cy="333000"/>
            <a:chOff x="3596040" y="4727880"/>
            <a:chExt cx="945720" cy="333000"/>
          </a:xfrm>
        </p:grpSpPr>
        <p:sp>
          <p:nvSpPr>
            <p:cNvPr id="288" name="Google Shape;482;p32"/>
            <p:cNvSpPr/>
            <p:nvPr/>
          </p:nvSpPr>
          <p:spPr>
            <a:xfrm flipV="1" rot="11878800">
              <a:off x="4461840" y="4972320"/>
              <a:ext cx="73440" cy="52920"/>
            </a:xfrm>
            <a:custGeom>
              <a:avLst/>
              <a:gdLst>
                <a:gd name="textAreaLeft" fmla="*/ 0 w 73440"/>
                <a:gd name="textAreaRight" fmla="*/ 73800 w 73440"/>
                <a:gd name="textAreaTop" fmla="*/ -360 h 52920"/>
                <a:gd name="textAreaBottom" fmla="*/ 52920 h 529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89" name="Google Shape;483;p32"/>
            <p:cNvSpPr/>
            <p:nvPr/>
          </p:nvSpPr>
          <p:spPr>
            <a:xfrm flipV="1" rot="11878800">
              <a:off x="4350600" y="4736520"/>
              <a:ext cx="68400" cy="56880"/>
            </a:xfrm>
            <a:custGeom>
              <a:avLst/>
              <a:gdLst>
                <a:gd name="textAreaLeft" fmla="*/ 0 w 68400"/>
                <a:gd name="textAreaRight" fmla="*/ 68760 w 68400"/>
                <a:gd name="textAreaTop" fmla="*/ 360 h 56880"/>
                <a:gd name="textAreaBottom" fmla="*/ 57600 h 5688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0" name="Google Shape;484;p32"/>
            <p:cNvSpPr/>
            <p:nvPr/>
          </p:nvSpPr>
          <p:spPr>
            <a:xfrm flipV="1" rot="11878800">
              <a:off x="3796200" y="4767120"/>
              <a:ext cx="87840" cy="66960"/>
            </a:xfrm>
            <a:custGeom>
              <a:avLst/>
              <a:gdLst>
                <a:gd name="textAreaLeft" fmla="*/ 0 w 87840"/>
                <a:gd name="textAreaRight" fmla="*/ 88200 w 87840"/>
                <a:gd name="textAreaTop" fmla="*/ 360 h 66960"/>
                <a:gd name="textAreaBottom" fmla="*/ 67680 h 66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1" name="Google Shape;485;p32"/>
            <p:cNvSpPr/>
            <p:nvPr/>
          </p:nvSpPr>
          <p:spPr>
            <a:xfrm flipV="1" rot="11878800">
              <a:off x="4186800" y="4923720"/>
              <a:ext cx="59400" cy="43560"/>
            </a:xfrm>
            <a:custGeom>
              <a:avLst/>
              <a:gdLst>
                <a:gd name="textAreaLeft" fmla="*/ 0 w 59400"/>
                <a:gd name="textAreaRight" fmla="*/ 59760 w 59400"/>
                <a:gd name="textAreaTop" fmla="*/ -360 h 43560"/>
                <a:gd name="textAreaBottom" fmla="*/ 43560 h 4356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2" name="Google Shape;486;p32"/>
            <p:cNvSpPr/>
            <p:nvPr/>
          </p:nvSpPr>
          <p:spPr>
            <a:xfrm flipV="1" rot="11878800">
              <a:off x="3871440" y="4985280"/>
              <a:ext cx="99360" cy="61200"/>
            </a:xfrm>
            <a:custGeom>
              <a:avLst/>
              <a:gdLst>
                <a:gd name="textAreaLeft" fmla="*/ 0 w 99360"/>
                <a:gd name="textAreaRight" fmla="*/ 99720 w 99360"/>
                <a:gd name="textAreaTop" fmla="*/ 360 h 61200"/>
                <a:gd name="textAreaBottom" fmla="*/ 61920 h 6120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0600" bIns="306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3" name="Google Shape;487;p32"/>
            <p:cNvSpPr/>
            <p:nvPr/>
          </p:nvSpPr>
          <p:spPr>
            <a:xfrm flipV="1" rot="11878800">
              <a:off x="3601440" y="4980600"/>
              <a:ext cx="70920" cy="48600"/>
            </a:xfrm>
            <a:custGeom>
              <a:avLst/>
              <a:gdLst>
                <a:gd name="textAreaLeft" fmla="*/ 0 w 70920"/>
                <a:gd name="textAreaRight" fmla="*/ 71280 w 70920"/>
                <a:gd name="textAreaTop" fmla="*/ -360 h 48600"/>
                <a:gd name="textAreaBottom" fmla="*/ 48600 h 4860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4480" bIns="2448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4" name="PlaceHolder 1"/>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grpSp>
        <p:nvGrpSpPr>
          <p:cNvPr id="295" name="Google Shape;490;p33"/>
          <p:cNvGrpSpPr/>
          <p:nvPr/>
        </p:nvGrpSpPr>
        <p:grpSpPr>
          <a:xfrm>
            <a:off x="309240" y="4191120"/>
            <a:ext cx="407160" cy="774000"/>
            <a:chOff x="309240" y="4191120"/>
            <a:chExt cx="407160" cy="774000"/>
          </a:xfrm>
        </p:grpSpPr>
        <p:sp>
          <p:nvSpPr>
            <p:cNvPr id="296" name="Google Shape;491;p33"/>
            <p:cNvSpPr/>
            <p:nvPr/>
          </p:nvSpPr>
          <p:spPr>
            <a:xfrm flipV="1" rot="16200000">
              <a:off x="294840" y="458820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7" name="Google Shape;492;p33"/>
            <p:cNvSpPr/>
            <p:nvPr/>
          </p:nvSpPr>
          <p:spPr>
            <a:xfrm flipV="1" rot="16200000">
              <a:off x="370800" y="420192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8" name="Google Shape;493;p33"/>
            <p:cNvSpPr/>
            <p:nvPr/>
          </p:nvSpPr>
          <p:spPr>
            <a:xfrm flipV="1" rot="16200000">
              <a:off x="551520" y="479988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99" name="Google Shape;494;p33"/>
          <p:cNvSpPr/>
          <p:nvPr/>
        </p:nvSpPr>
        <p:spPr>
          <a:xfrm rot="21162600">
            <a:off x="-1106640" y="-168480"/>
            <a:ext cx="2377440" cy="3280680"/>
          </a:xfrm>
          <a:custGeom>
            <a:avLst/>
            <a:gdLst>
              <a:gd name="textAreaLeft" fmla="*/ 0 w 2377440"/>
              <a:gd name="textAreaRight" fmla="*/ 2377800 w 2377440"/>
              <a:gd name="textAreaTop" fmla="*/ 0 h 3280680"/>
              <a:gd name="textAreaBottom" fmla="*/ 3281040 h 3280680"/>
            </a:gdLst>
            <a:ahLst/>
            <a:rect l="textAreaLeft" t="textAreaTop" r="textAreaRight" b="textAreaBottom"/>
            <a:pathLst>
              <a:path w="101122" h="177476">
                <a:moveTo>
                  <a:pt x="101122" y="1588"/>
                </a:moveTo>
                <a:cubicBezTo>
                  <a:pt x="86784" y="-5579"/>
                  <a:pt x="65422" y="14355"/>
                  <a:pt x="62394" y="30096"/>
                </a:cubicBezTo>
                <a:cubicBezTo>
                  <a:pt x="60607" y="39388"/>
                  <a:pt x="65183" y="48829"/>
                  <a:pt x="67235" y="58066"/>
                </a:cubicBezTo>
                <a:cubicBezTo>
                  <a:pt x="70580" y="73118"/>
                  <a:pt x="72962" y="90008"/>
                  <a:pt x="67235" y="104324"/>
                </a:cubicBezTo>
                <a:cubicBezTo>
                  <a:pt x="64080" y="112212"/>
                  <a:pt x="57357" y="120872"/>
                  <a:pt x="48947" y="122074"/>
                </a:cubicBezTo>
                <a:cubicBezTo>
                  <a:pt x="38880" y="123512"/>
                  <a:pt x="25880" y="119590"/>
                  <a:pt x="18826" y="126915"/>
                </a:cubicBezTo>
                <a:cubicBezTo>
                  <a:pt x="6352" y="139869"/>
                  <a:pt x="0" y="159492"/>
                  <a:pt x="0" y="17747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00" name="Google Shape;495;p33"/>
          <p:cNvSpPr/>
          <p:nvPr/>
        </p:nvSpPr>
        <p:spPr>
          <a:xfrm flipH="1" rot="8900400">
            <a:off x="6624720" y="-1792080"/>
            <a:ext cx="2500920" cy="3820320"/>
          </a:xfrm>
          <a:custGeom>
            <a:avLst/>
            <a:gdLst>
              <a:gd name="textAreaLeft" fmla="*/ -360 w 2500920"/>
              <a:gd name="textAreaRight" fmla="*/ 2500920 w 2500920"/>
              <a:gd name="textAreaTop" fmla="*/ 0 h 3820320"/>
              <a:gd name="textAreaBottom" fmla="*/ 3820680 h 382032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01" name="Google Shape;496;p33"/>
          <p:cNvSpPr/>
          <p:nvPr/>
        </p:nvSpPr>
        <p:spPr>
          <a:xfrm rot="7711200">
            <a:off x="7729920" y="4501800"/>
            <a:ext cx="1967760" cy="1102680"/>
          </a:xfrm>
          <a:custGeom>
            <a:avLst/>
            <a:gdLst>
              <a:gd name="textAreaLeft" fmla="*/ 0 w 1967760"/>
              <a:gd name="textAreaRight" fmla="*/ 1968120 w 1967760"/>
              <a:gd name="textAreaTop" fmla="*/ 0 h 1102680"/>
              <a:gd name="textAreaBottom" fmla="*/ 1103040 h 110268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302" name="Google Shape;497;p33"/>
          <p:cNvGrpSpPr/>
          <p:nvPr/>
        </p:nvGrpSpPr>
        <p:grpSpPr>
          <a:xfrm>
            <a:off x="5566680" y="4651560"/>
            <a:ext cx="946080" cy="332280"/>
            <a:chOff x="5566680" y="4651560"/>
            <a:chExt cx="946080" cy="332280"/>
          </a:xfrm>
        </p:grpSpPr>
        <p:sp>
          <p:nvSpPr>
            <p:cNvPr id="303" name="Google Shape;498;p33"/>
            <p:cNvSpPr/>
            <p:nvPr/>
          </p:nvSpPr>
          <p:spPr>
            <a:xfrm flipV="1" rot="1078800">
              <a:off x="5572800" y="4685400"/>
              <a:ext cx="73440" cy="52920"/>
            </a:xfrm>
            <a:custGeom>
              <a:avLst/>
              <a:gdLst>
                <a:gd name="textAreaLeft" fmla="*/ 0 w 73440"/>
                <a:gd name="textAreaRight" fmla="*/ 73800 w 73440"/>
                <a:gd name="textAreaTop" fmla="*/ -360 h 52920"/>
                <a:gd name="textAreaBottom" fmla="*/ 52920 h 529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4" name="Google Shape;499;p33"/>
            <p:cNvSpPr/>
            <p:nvPr/>
          </p:nvSpPr>
          <p:spPr>
            <a:xfrm flipV="1" rot="1078800">
              <a:off x="5689440" y="4917240"/>
              <a:ext cx="68400" cy="56880"/>
            </a:xfrm>
            <a:custGeom>
              <a:avLst/>
              <a:gdLst>
                <a:gd name="textAreaLeft" fmla="*/ 0 w 68400"/>
                <a:gd name="textAreaRight" fmla="*/ 68760 w 68400"/>
                <a:gd name="textAreaTop" fmla="*/ 360 h 56880"/>
                <a:gd name="textAreaBottom" fmla="*/ 57600 h 5688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5" name="Google Shape;500;p33"/>
            <p:cNvSpPr/>
            <p:nvPr/>
          </p:nvSpPr>
          <p:spPr>
            <a:xfrm flipV="1" rot="1078800">
              <a:off x="6224400" y="4878000"/>
              <a:ext cx="87840" cy="66960"/>
            </a:xfrm>
            <a:custGeom>
              <a:avLst/>
              <a:gdLst>
                <a:gd name="textAreaLeft" fmla="*/ 0 w 87840"/>
                <a:gd name="textAreaRight" fmla="*/ 88200 w 87840"/>
                <a:gd name="textAreaTop" fmla="*/ 360 h 66960"/>
                <a:gd name="textAreaBottom" fmla="*/ 67680 h 66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6" name="Google Shape;501;p33"/>
            <p:cNvSpPr/>
            <p:nvPr/>
          </p:nvSpPr>
          <p:spPr>
            <a:xfrm flipV="1" rot="1078800">
              <a:off x="5862240" y="4744800"/>
              <a:ext cx="59400" cy="43560"/>
            </a:xfrm>
            <a:custGeom>
              <a:avLst/>
              <a:gdLst>
                <a:gd name="textAreaLeft" fmla="*/ 0 w 59400"/>
                <a:gd name="textAreaRight" fmla="*/ 59760 w 59400"/>
                <a:gd name="textAreaTop" fmla="*/ -360 h 43560"/>
                <a:gd name="textAreaBottom" fmla="*/ 43560 h 4356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7" name="Google Shape;502;p33"/>
            <p:cNvSpPr/>
            <p:nvPr/>
          </p:nvSpPr>
          <p:spPr>
            <a:xfrm flipV="1" rot="1078800">
              <a:off x="6137640" y="4664880"/>
              <a:ext cx="99360" cy="61200"/>
            </a:xfrm>
            <a:custGeom>
              <a:avLst/>
              <a:gdLst>
                <a:gd name="textAreaLeft" fmla="*/ 0 w 99360"/>
                <a:gd name="textAreaRight" fmla="*/ 99720 w 99360"/>
                <a:gd name="textAreaTop" fmla="*/ 360 h 61200"/>
                <a:gd name="textAreaBottom" fmla="*/ 61920 h 6120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0600" bIns="306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8" name="Google Shape;503;p33"/>
            <p:cNvSpPr/>
            <p:nvPr/>
          </p:nvSpPr>
          <p:spPr>
            <a:xfrm flipV="1" rot="1078800">
              <a:off x="6436080" y="4682160"/>
              <a:ext cx="70920" cy="48600"/>
            </a:xfrm>
            <a:custGeom>
              <a:avLst/>
              <a:gdLst>
                <a:gd name="textAreaLeft" fmla="*/ 0 w 70920"/>
                <a:gd name="textAreaRight" fmla="*/ 71280 w 70920"/>
                <a:gd name="textAreaTop" fmla="*/ -360 h 48600"/>
                <a:gd name="textAreaBottom" fmla="*/ 48600 h 4860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4480" bIns="2448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09" name="PlaceHolder 1"/>
          <p:cNvSpPr>
            <a:spLocks noGrp="1"/>
          </p:cNvSpPr>
          <p:nvPr>
            <p:ph type="title"/>
          </p:nvPr>
        </p:nvSpPr>
        <p:spPr>
          <a:xfrm>
            <a:off x="713160" y="539640"/>
            <a:ext cx="4447800" cy="1108800"/>
          </a:xfrm>
          <a:prstGeom prst="rect">
            <a:avLst/>
          </a:prstGeom>
          <a:noFill/>
          <a:ln w="0">
            <a:noFill/>
          </a:ln>
        </p:spPr>
        <p:txBody>
          <a:bodyPr lIns="91440" rIns="91440" tIns="91440" bIns="91440" anchor="ctr">
            <a:noAutofit/>
          </a:bodyPr>
          <a:p>
            <a:pPr indent="0">
              <a:buNone/>
            </a:pPr>
            <a:r>
              <a:rPr b="0" lang="fr-FR" sz="8500" spc="-1" strike="noStrike">
                <a:solidFill>
                  <a:schemeClr val="dk1"/>
                </a:solidFill>
                <a:latin typeface="Arial"/>
              </a:rPr>
              <a:t>Click to edit the title text format</a:t>
            </a:r>
            <a:endParaRPr b="0" lang="fr-FR" sz="8500" spc="-1" strike="noStrike">
              <a:solidFill>
                <a:schemeClr val="dk1"/>
              </a:solidFill>
              <a:latin typeface="Arial"/>
            </a:endParaRPr>
          </a:p>
        </p:txBody>
      </p:sp>
      <p:sp>
        <p:nvSpPr>
          <p:cNvPr id="310" name="Google Shape;507;p34"/>
          <p:cNvSpPr/>
          <p:nvPr/>
        </p:nvSpPr>
        <p:spPr>
          <a:xfrm>
            <a:off x="713160" y="3611880"/>
            <a:ext cx="494532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200" spc="-1" strike="noStrike">
                <a:solidFill>
                  <a:schemeClr val="dk1"/>
                </a:solidFill>
                <a:latin typeface="Nunito"/>
                <a:ea typeface="Nunito"/>
              </a:rPr>
              <a:t>CREDITS:</a:t>
            </a:r>
            <a:r>
              <a:rPr b="0" lang="en" sz="1200" spc="-1" strike="noStrike">
                <a:solidFill>
                  <a:schemeClr val="dk1"/>
                </a:solidFill>
                <a:latin typeface="Nunito"/>
                <a:ea typeface="Nunito"/>
              </a:rPr>
              <a:t> This presentation template was created by </a:t>
            </a:r>
            <a:r>
              <a:rPr b="1" lang="en" sz="1200" spc="-1" strike="noStrike" u="sng">
                <a:solidFill>
                  <a:schemeClr val="hlink"/>
                </a:solidFill>
                <a:uFillTx/>
                <a:latin typeface="Nunito"/>
                <a:ea typeface="Nunito"/>
                <a:hlinkClick r:id="rId2"/>
              </a:rPr>
              <a:t>Slidesgo</a:t>
            </a:r>
            <a:r>
              <a:rPr b="0" lang="en" sz="1200" spc="-1" strike="noStrike">
                <a:solidFill>
                  <a:schemeClr val="dk1"/>
                </a:solidFill>
                <a:latin typeface="Nunito"/>
                <a:ea typeface="Nunito"/>
              </a:rPr>
              <a:t>, and includes icons, infographics &amp; images by </a:t>
            </a:r>
            <a:r>
              <a:rPr b="1" lang="en" sz="1200" spc="-1" strike="noStrike" u="sng">
                <a:solidFill>
                  <a:schemeClr val="dk1"/>
                </a:solidFill>
                <a:uFillTx/>
                <a:latin typeface="Nunito"/>
                <a:ea typeface="Nunito"/>
                <a:hlinkClick r:id="rId3"/>
              </a:rPr>
              <a:t>Freepik</a:t>
            </a:r>
            <a:r>
              <a:rPr b="0" lang="en" sz="1200" spc="-1" strike="noStrike" u="sng">
                <a:solidFill>
                  <a:schemeClr val="dk1"/>
                </a:solidFill>
                <a:uFillTx/>
                <a:latin typeface="Nunito"/>
                <a:ea typeface="Nunito"/>
              </a:rPr>
              <a:t> </a:t>
            </a:r>
            <a:endParaRPr b="0" lang="en-US" sz="1200" spc="-1" strike="noStrike">
              <a:solidFill>
                <a:srgbClr val="000000"/>
              </a:solidFill>
              <a:latin typeface="OpenSymbol"/>
            </a:endParaRPr>
          </a:p>
        </p:txBody>
      </p:sp>
      <p:sp>
        <p:nvSpPr>
          <p:cNvPr id="311" name="Google Shape;508;p34"/>
          <p:cNvSpPr/>
          <p:nvPr/>
        </p:nvSpPr>
        <p:spPr>
          <a:xfrm rot="9921000">
            <a:off x="-903240" y="3746160"/>
            <a:ext cx="2904120" cy="2126520"/>
          </a:xfrm>
          <a:custGeom>
            <a:avLst/>
            <a:gdLst>
              <a:gd name="textAreaLeft" fmla="*/ 0 w 2904120"/>
              <a:gd name="textAreaRight" fmla="*/ 2904480 w 2904120"/>
              <a:gd name="textAreaTop" fmla="*/ 0 h 2126520"/>
              <a:gd name="textAreaBottom" fmla="*/ 2126880 h 2126520"/>
            </a:gdLst>
            <a:ahLst/>
            <a:rect l="textAreaLeft" t="textAreaTop" r="textAreaRight" b="textAreaBottom"/>
            <a:pathLst>
              <a:path w="116183" h="85068">
                <a:moveTo>
                  <a:pt x="0" y="620"/>
                </a:moveTo>
                <a:cubicBezTo>
                  <a:pt x="13873" y="-2847"/>
                  <a:pt x="30423" y="9498"/>
                  <a:pt x="37114" y="22136"/>
                </a:cubicBezTo>
                <a:cubicBezTo>
                  <a:pt x="41392" y="30216"/>
                  <a:pt x="41051" y="42272"/>
                  <a:pt x="48948" y="46878"/>
                </a:cubicBezTo>
                <a:cubicBezTo>
                  <a:pt x="63258" y="55224"/>
                  <a:pt x="82179" y="50245"/>
                  <a:pt x="97895" y="55484"/>
                </a:cubicBezTo>
                <a:cubicBezTo>
                  <a:pt x="108893" y="59150"/>
                  <a:pt x="114745" y="73564"/>
                  <a:pt x="116183" y="85068"/>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12" name="Google Shape;509;p34"/>
          <p:cNvSpPr/>
          <p:nvPr/>
        </p:nvSpPr>
        <p:spPr>
          <a:xfrm flipH="1" rot="150000">
            <a:off x="-225720" y="-545040"/>
            <a:ext cx="2237040" cy="1057320"/>
          </a:xfrm>
          <a:custGeom>
            <a:avLst/>
            <a:gdLst>
              <a:gd name="textAreaLeft" fmla="*/ 360 w 2237040"/>
              <a:gd name="textAreaRight" fmla="*/ 2237760 w 2237040"/>
              <a:gd name="textAreaTop" fmla="*/ 0 h 1057320"/>
              <a:gd name="textAreaBottom" fmla="*/ 1057680 h 105732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313" name="Google Shape;510;p34"/>
          <p:cNvGrpSpPr/>
          <p:nvPr/>
        </p:nvGrpSpPr>
        <p:grpSpPr>
          <a:xfrm>
            <a:off x="156600" y="937080"/>
            <a:ext cx="407520" cy="774360"/>
            <a:chOff x="156600" y="937080"/>
            <a:chExt cx="407520" cy="774360"/>
          </a:xfrm>
        </p:grpSpPr>
        <p:sp>
          <p:nvSpPr>
            <p:cNvPr id="314" name="Google Shape;511;p34"/>
            <p:cNvSpPr/>
            <p:nvPr/>
          </p:nvSpPr>
          <p:spPr>
            <a:xfrm flipV="1" rot="16200000">
              <a:off x="142200" y="133416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5" name="Google Shape;512;p34"/>
            <p:cNvSpPr/>
            <p:nvPr/>
          </p:nvSpPr>
          <p:spPr>
            <a:xfrm flipV="1" rot="16200000">
              <a:off x="218520" y="94788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6" name="Google Shape;513;p34"/>
            <p:cNvSpPr/>
            <p:nvPr/>
          </p:nvSpPr>
          <p:spPr>
            <a:xfrm flipV="1" rot="16200000">
              <a:off x="399240" y="154620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3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4"/>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18" name="Google Shape;515;p35"/>
          <p:cNvGrpSpPr/>
          <p:nvPr/>
        </p:nvGrpSpPr>
        <p:grpSpPr>
          <a:xfrm>
            <a:off x="8563680" y="1270440"/>
            <a:ext cx="407160" cy="774000"/>
            <a:chOff x="8563680" y="1270440"/>
            <a:chExt cx="407160" cy="774000"/>
          </a:xfrm>
        </p:grpSpPr>
        <p:sp>
          <p:nvSpPr>
            <p:cNvPr id="319" name="Google Shape;516;p35"/>
            <p:cNvSpPr/>
            <p:nvPr/>
          </p:nvSpPr>
          <p:spPr>
            <a:xfrm flipV="1" rot="5400000">
              <a:off x="8864280" y="155592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0" name="Google Shape;517;p35"/>
            <p:cNvSpPr/>
            <p:nvPr/>
          </p:nvSpPr>
          <p:spPr>
            <a:xfrm flipV="1" rot="5400000">
              <a:off x="8826840" y="197280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1" name="Google Shape;518;p35"/>
            <p:cNvSpPr/>
            <p:nvPr/>
          </p:nvSpPr>
          <p:spPr>
            <a:xfrm flipV="1" rot="5400000">
              <a:off x="8520840" y="131292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322" name="Google Shape;519;p35"/>
          <p:cNvSpPr/>
          <p:nvPr/>
        </p:nvSpPr>
        <p:spPr>
          <a:xfrm rot="13128600">
            <a:off x="7373520" y="2936160"/>
            <a:ext cx="2527560" cy="4436280"/>
          </a:xfrm>
          <a:custGeom>
            <a:avLst/>
            <a:gdLst>
              <a:gd name="textAreaLeft" fmla="*/ 0 w 2527560"/>
              <a:gd name="textAreaRight" fmla="*/ 2527920 w 2527560"/>
              <a:gd name="textAreaTop" fmla="*/ 0 h 4436280"/>
              <a:gd name="textAreaBottom" fmla="*/ 4436640 h 4436280"/>
            </a:gdLst>
            <a:ahLst/>
            <a:rect l="textAreaLeft" t="textAreaTop" r="textAreaRight" b="textAreaBottom"/>
            <a:pathLst>
              <a:path w="101122" h="177476">
                <a:moveTo>
                  <a:pt x="101122" y="1588"/>
                </a:moveTo>
                <a:cubicBezTo>
                  <a:pt x="86784" y="-5579"/>
                  <a:pt x="65422" y="14355"/>
                  <a:pt x="62394" y="30096"/>
                </a:cubicBezTo>
                <a:cubicBezTo>
                  <a:pt x="60607" y="39388"/>
                  <a:pt x="65183" y="48829"/>
                  <a:pt x="67235" y="58066"/>
                </a:cubicBezTo>
                <a:cubicBezTo>
                  <a:pt x="70580" y="73118"/>
                  <a:pt x="72962" y="90008"/>
                  <a:pt x="67235" y="104324"/>
                </a:cubicBezTo>
                <a:cubicBezTo>
                  <a:pt x="64080" y="112212"/>
                  <a:pt x="57357" y="120872"/>
                  <a:pt x="48947" y="122074"/>
                </a:cubicBezTo>
                <a:cubicBezTo>
                  <a:pt x="38880" y="123512"/>
                  <a:pt x="25880" y="119590"/>
                  <a:pt x="18826" y="126915"/>
                </a:cubicBezTo>
                <a:cubicBezTo>
                  <a:pt x="6352" y="139869"/>
                  <a:pt x="0" y="159492"/>
                  <a:pt x="0" y="17747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23" name="Google Shape;520;p35"/>
          <p:cNvSpPr/>
          <p:nvPr/>
        </p:nvSpPr>
        <p:spPr>
          <a:xfrm rot="10800000">
            <a:off x="-577440" y="-1024920"/>
            <a:ext cx="2446920" cy="3128760"/>
          </a:xfrm>
          <a:custGeom>
            <a:avLst/>
            <a:gdLst>
              <a:gd name="textAreaLeft" fmla="*/ 0 w 2446920"/>
              <a:gd name="textAreaRight" fmla="*/ 2447280 w 2446920"/>
              <a:gd name="textAreaTop" fmla="*/ 0 h 3128760"/>
              <a:gd name="textAreaBottom" fmla="*/ 3129120 h 312876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24" name="Google Shape;521;p35"/>
          <p:cNvSpPr/>
          <p:nvPr/>
        </p:nvSpPr>
        <p:spPr>
          <a:xfrm>
            <a:off x="8211600" y="-228600"/>
            <a:ext cx="2237040" cy="1057320"/>
          </a:xfrm>
          <a:custGeom>
            <a:avLst/>
            <a:gdLst>
              <a:gd name="textAreaLeft" fmla="*/ 0 w 2237040"/>
              <a:gd name="textAreaRight" fmla="*/ 2237400 w 2237040"/>
              <a:gd name="textAreaTop" fmla="*/ 0 h 1057320"/>
              <a:gd name="textAreaBottom" fmla="*/ 1057680 h 105732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325" name="Google Shape;522;p35"/>
          <p:cNvGrpSpPr/>
          <p:nvPr/>
        </p:nvGrpSpPr>
        <p:grpSpPr>
          <a:xfrm>
            <a:off x="131760" y="4479840"/>
            <a:ext cx="889920" cy="511200"/>
            <a:chOff x="131760" y="4479840"/>
            <a:chExt cx="889920" cy="511200"/>
          </a:xfrm>
        </p:grpSpPr>
        <p:sp>
          <p:nvSpPr>
            <p:cNvPr id="326" name="Google Shape;523;p35"/>
            <p:cNvSpPr/>
            <p:nvPr/>
          </p:nvSpPr>
          <p:spPr>
            <a:xfrm>
              <a:off x="131760" y="4669200"/>
              <a:ext cx="73440" cy="52920"/>
            </a:xfrm>
            <a:custGeom>
              <a:avLst/>
              <a:gdLst>
                <a:gd name="textAreaLeft" fmla="*/ 0 w 73440"/>
                <a:gd name="textAreaRight" fmla="*/ 73800 w 73440"/>
                <a:gd name="textAreaTop" fmla="*/ 0 h 52920"/>
                <a:gd name="textAreaBottom" fmla="*/ 53280 h 529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7" name="Google Shape;524;p35"/>
            <p:cNvSpPr/>
            <p:nvPr/>
          </p:nvSpPr>
          <p:spPr>
            <a:xfrm>
              <a:off x="314640" y="4479840"/>
              <a:ext cx="68400" cy="56880"/>
            </a:xfrm>
            <a:custGeom>
              <a:avLst/>
              <a:gdLst>
                <a:gd name="textAreaLeft" fmla="*/ 0 w 68400"/>
                <a:gd name="textAreaRight" fmla="*/ 68760 w 68400"/>
                <a:gd name="textAreaTop" fmla="*/ 0 h 56880"/>
                <a:gd name="textAreaBottom" fmla="*/ 57240 h 5688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8" name="Google Shape;525;p35"/>
            <p:cNvSpPr/>
            <p:nvPr/>
          </p:nvSpPr>
          <p:spPr>
            <a:xfrm>
              <a:off x="812160" y="4676040"/>
              <a:ext cx="87840" cy="66960"/>
            </a:xfrm>
            <a:custGeom>
              <a:avLst/>
              <a:gdLst>
                <a:gd name="textAreaLeft" fmla="*/ 0 w 87840"/>
                <a:gd name="textAreaRight" fmla="*/ 88200 w 87840"/>
                <a:gd name="textAreaTop" fmla="*/ 0 h 66960"/>
                <a:gd name="textAreaBottom" fmla="*/ 67320 h 66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9" name="Google Shape;526;p35"/>
            <p:cNvSpPr/>
            <p:nvPr/>
          </p:nvSpPr>
          <p:spPr>
            <a:xfrm>
              <a:off x="423720" y="4709880"/>
              <a:ext cx="59400" cy="43560"/>
            </a:xfrm>
            <a:custGeom>
              <a:avLst/>
              <a:gdLst>
                <a:gd name="textAreaLeft" fmla="*/ 0 w 59400"/>
                <a:gd name="textAreaRight" fmla="*/ 59760 w 59400"/>
                <a:gd name="textAreaTop" fmla="*/ 0 h 43560"/>
                <a:gd name="textAreaBottom" fmla="*/ 43920 h 4356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0" name="Google Shape;527;p35"/>
            <p:cNvSpPr/>
            <p:nvPr/>
          </p:nvSpPr>
          <p:spPr>
            <a:xfrm>
              <a:off x="662760" y="4859640"/>
              <a:ext cx="99360" cy="61560"/>
            </a:xfrm>
            <a:custGeom>
              <a:avLst/>
              <a:gdLst>
                <a:gd name="textAreaLeft" fmla="*/ 0 w 99360"/>
                <a:gd name="textAreaRight" fmla="*/ 99720 w 99360"/>
                <a:gd name="textAreaTop" fmla="*/ 0 h 61560"/>
                <a:gd name="textAreaBottom" fmla="*/ 61920 h 6156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1" name="Google Shape;528;p35"/>
            <p:cNvSpPr/>
            <p:nvPr/>
          </p:nvSpPr>
          <p:spPr>
            <a:xfrm>
              <a:off x="950760" y="4942800"/>
              <a:ext cx="70920" cy="48240"/>
            </a:xfrm>
            <a:custGeom>
              <a:avLst/>
              <a:gdLst>
                <a:gd name="textAreaLeft" fmla="*/ 0 w 70920"/>
                <a:gd name="textAreaRight" fmla="*/ 71280 w 70920"/>
                <a:gd name="textAreaTop" fmla="*/ 0 h 48240"/>
                <a:gd name="textAreaBottom" fmla="*/ 48600 h 4824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4120" bIns="2412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32" name="Google Shape;530;p36"/>
          <p:cNvGrpSpPr/>
          <p:nvPr/>
        </p:nvGrpSpPr>
        <p:grpSpPr>
          <a:xfrm>
            <a:off x="8379360" y="4191840"/>
            <a:ext cx="407160" cy="774000"/>
            <a:chOff x="8379360" y="4191840"/>
            <a:chExt cx="407160" cy="774000"/>
          </a:xfrm>
        </p:grpSpPr>
        <p:sp>
          <p:nvSpPr>
            <p:cNvPr id="333" name="Google Shape;531;p36"/>
            <p:cNvSpPr/>
            <p:nvPr/>
          </p:nvSpPr>
          <p:spPr>
            <a:xfrm rot="16200000">
              <a:off x="8679960" y="458856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4" name="Google Shape;532;p36"/>
            <p:cNvSpPr/>
            <p:nvPr/>
          </p:nvSpPr>
          <p:spPr>
            <a:xfrm rot="16200000">
              <a:off x="8642520" y="420300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35" name="Google Shape;533;p36"/>
            <p:cNvSpPr/>
            <p:nvPr/>
          </p:nvSpPr>
          <p:spPr>
            <a:xfrm rot="16200000">
              <a:off x="8336520" y="480096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336" name="Google Shape;534;p36"/>
          <p:cNvSpPr/>
          <p:nvPr/>
        </p:nvSpPr>
        <p:spPr>
          <a:xfrm flipH="1" rot="437400">
            <a:off x="7823880" y="-168480"/>
            <a:ext cx="2377440" cy="3280680"/>
          </a:xfrm>
          <a:custGeom>
            <a:avLst/>
            <a:gdLst>
              <a:gd name="textAreaLeft" fmla="*/ 360 w 2377440"/>
              <a:gd name="textAreaRight" fmla="*/ 2378160 w 2377440"/>
              <a:gd name="textAreaTop" fmla="*/ 0 h 3280680"/>
              <a:gd name="textAreaBottom" fmla="*/ 3281040 h 3280680"/>
            </a:gdLst>
            <a:ahLst/>
            <a:rect l="textAreaLeft" t="textAreaTop" r="textAreaRight" b="textAreaBottom"/>
            <a:pathLst>
              <a:path w="101122" h="177476">
                <a:moveTo>
                  <a:pt x="101122" y="1588"/>
                </a:moveTo>
                <a:cubicBezTo>
                  <a:pt x="86784" y="-5579"/>
                  <a:pt x="65422" y="14355"/>
                  <a:pt x="62394" y="30096"/>
                </a:cubicBezTo>
                <a:cubicBezTo>
                  <a:pt x="60607" y="39388"/>
                  <a:pt x="65183" y="48829"/>
                  <a:pt x="67235" y="58066"/>
                </a:cubicBezTo>
                <a:cubicBezTo>
                  <a:pt x="70580" y="73118"/>
                  <a:pt x="72962" y="90008"/>
                  <a:pt x="67235" y="104324"/>
                </a:cubicBezTo>
                <a:cubicBezTo>
                  <a:pt x="64080" y="112212"/>
                  <a:pt x="57357" y="120872"/>
                  <a:pt x="48947" y="122074"/>
                </a:cubicBezTo>
                <a:cubicBezTo>
                  <a:pt x="38880" y="123512"/>
                  <a:pt x="25880" y="119590"/>
                  <a:pt x="18826" y="126915"/>
                </a:cubicBezTo>
                <a:cubicBezTo>
                  <a:pt x="6352" y="139869"/>
                  <a:pt x="0" y="159492"/>
                  <a:pt x="0" y="17747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37" name="Google Shape;535;p36"/>
          <p:cNvSpPr/>
          <p:nvPr/>
        </p:nvSpPr>
        <p:spPr>
          <a:xfrm rot="12699600">
            <a:off x="-405720" y="-2157840"/>
            <a:ext cx="3241800" cy="4343400"/>
          </a:xfrm>
          <a:custGeom>
            <a:avLst/>
            <a:gdLst>
              <a:gd name="textAreaLeft" fmla="*/ 0 w 3241800"/>
              <a:gd name="textAreaRight" fmla="*/ 3242160 w 3241800"/>
              <a:gd name="textAreaTop" fmla="*/ 0 h 4343400"/>
              <a:gd name="textAreaBottom" fmla="*/ 4343760 h 434340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38" name="Google Shape;536;p36"/>
          <p:cNvSpPr/>
          <p:nvPr/>
        </p:nvSpPr>
        <p:spPr>
          <a:xfrm flipH="1" rot="16200000">
            <a:off x="-988200" y="4430520"/>
            <a:ext cx="2237040" cy="1057320"/>
          </a:xfrm>
          <a:custGeom>
            <a:avLst/>
            <a:gdLst>
              <a:gd name="textAreaLeft" fmla="*/ 360 w 2237040"/>
              <a:gd name="textAreaRight" fmla="*/ 2237760 w 2237040"/>
              <a:gd name="textAreaTop" fmla="*/ 0 h 1057320"/>
              <a:gd name="textAreaBottom" fmla="*/ 1057680 h 105732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339" name="Google Shape;537;p36"/>
          <p:cNvGrpSpPr/>
          <p:nvPr/>
        </p:nvGrpSpPr>
        <p:grpSpPr>
          <a:xfrm>
            <a:off x="4967640" y="110160"/>
            <a:ext cx="945720" cy="333720"/>
            <a:chOff x="4967640" y="110160"/>
            <a:chExt cx="945720" cy="333720"/>
          </a:xfrm>
        </p:grpSpPr>
        <p:sp>
          <p:nvSpPr>
            <p:cNvPr id="340" name="Google Shape;538;p36"/>
            <p:cNvSpPr/>
            <p:nvPr/>
          </p:nvSpPr>
          <p:spPr>
            <a:xfrm rot="9721200">
              <a:off x="5833440" y="146160"/>
              <a:ext cx="73440" cy="52920"/>
            </a:xfrm>
            <a:custGeom>
              <a:avLst/>
              <a:gdLst>
                <a:gd name="textAreaLeft" fmla="*/ 0 w 73440"/>
                <a:gd name="textAreaRight" fmla="*/ 73800 w 73440"/>
                <a:gd name="textAreaTop" fmla="*/ 0 h 52920"/>
                <a:gd name="textAreaBottom" fmla="*/ 53280 h 529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1" name="Google Shape;539;p36"/>
            <p:cNvSpPr/>
            <p:nvPr/>
          </p:nvSpPr>
          <p:spPr>
            <a:xfrm rot="9721200">
              <a:off x="5722200" y="377640"/>
              <a:ext cx="68400" cy="56880"/>
            </a:xfrm>
            <a:custGeom>
              <a:avLst/>
              <a:gdLst>
                <a:gd name="textAreaLeft" fmla="*/ 0 w 68400"/>
                <a:gd name="textAreaRight" fmla="*/ 68760 w 68400"/>
                <a:gd name="textAreaTop" fmla="*/ 0 h 56880"/>
                <a:gd name="textAreaBottom" fmla="*/ 57240 h 5688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2" name="Google Shape;540;p36"/>
            <p:cNvSpPr/>
            <p:nvPr/>
          </p:nvSpPr>
          <p:spPr>
            <a:xfrm rot="9721200">
              <a:off x="5167800" y="337680"/>
              <a:ext cx="87840" cy="66960"/>
            </a:xfrm>
            <a:custGeom>
              <a:avLst/>
              <a:gdLst>
                <a:gd name="textAreaLeft" fmla="*/ 0 w 87840"/>
                <a:gd name="textAreaRight" fmla="*/ 88200 w 87840"/>
                <a:gd name="textAreaTop" fmla="*/ 0 h 66960"/>
                <a:gd name="textAreaBottom" fmla="*/ 67320 h 66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3" name="Google Shape;541;p36"/>
            <p:cNvSpPr/>
            <p:nvPr/>
          </p:nvSpPr>
          <p:spPr>
            <a:xfrm rot="9721200">
              <a:off x="5558400" y="204120"/>
              <a:ext cx="59400" cy="43560"/>
            </a:xfrm>
            <a:custGeom>
              <a:avLst/>
              <a:gdLst>
                <a:gd name="textAreaLeft" fmla="*/ 0 w 59400"/>
                <a:gd name="textAreaRight" fmla="*/ 59760 w 59400"/>
                <a:gd name="textAreaTop" fmla="*/ 0 h 43560"/>
                <a:gd name="textAreaBottom" fmla="*/ 43920 h 4356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4" name="Google Shape;542;p36"/>
            <p:cNvSpPr/>
            <p:nvPr/>
          </p:nvSpPr>
          <p:spPr>
            <a:xfrm rot="9721200">
              <a:off x="5243040" y="123840"/>
              <a:ext cx="99360" cy="61560"/>
            </a:xfrm>
            <a:custGeom>
              <a:avLst/>
              <a:gdLst>
                <a:gd name="textAreaLeft" fmla="*/ 0 w 99360"/>
                <a:gd name="textAreaRight" fmla="*/ 99720 w 99360"/>
                <a:gd name="textAreaTop" fmla="*/ 0 h 61560"/>
                <a:gd name="textAreaBottom" fmla="*/ 61920 h 6156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5" name="Google Shape;543;p36"/>
            <p:cNvSpPr/>
            <p:nvPr/>
          </p:nvSpPr>
          <p:spPr>
            <a:xfrm rot="9721200">
              <a:off x="4973400" y="142200"/>
              <a:ext cx="70920" cy="48240"/>
            </a:xfrm>
            <a:custGeom>
              <a:avLst/>
              <a:gdLst>
                <a:gd name="textAreaLeft" fmla="*/ 0 w 70920"/>
                <a:gd name="textAreaRight" fmla="*/ 71280 w 70920"/>
                <a:gd name="textAreaTop" fmla="*/ 0 h 48240"/>
                <a:gd name="textAreaBottom" fmla="*/ 48600 h 4824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4120" bIns="2412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46" name="Google Shape;50;p5"/>
          <p:cNvGrpSpPr/>
          <p:nvPr/>
        </p:nvGrpSpPr>
        <p:grpSpPr>
          <a:xfrm>
            <a:off x="4132800" y="4304160"/>
            <a:ext cx="1010520" cy="599400"/>
            <a:chOff x="4132800" y="4304160"/>
            <a:chExt cx="1010520" cy="599400"/>
          </a:xfrm>
        </p:grpSpPr>
        <p:sp>
          <p:nvSpPr>
            <p:cNvPr id="347" name="Google Shape;51;p5"/>
            <p:cNvSpPr/>
            <p:nvPr/>
          </p:nvSpPr>
          <p:spPr>
            <a:xfrm flipH="1">
              <a:off x="5059800" y="4537800"/>
              <a:ext cx="83520" cy="60120"/>
            </a:xfrm>
            <a:custGeom>
              <a:avLst/>
              <a:gdLst>
                <a:gd name="textAreaLeft" fmla="*/ 360 w 83520"/>
                <a:gd name="textAreaRight" fmla="*/ 8424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8" name="Google Shape;52;p5"/>
            <p:cNvSpPr/>
            <p:nvPr/>
          </p:nvSpPr>
          <p:spPr>
            <a:xfrm flipH="1">
              <a:off x="4857840" y="4323240"/>
              <a:ext cx="77760" cy="64440"/>
            </a:xfrm>
            <a:custGeom>
              <a:avLst/>
              <a:gdLst>
                <a:gd name="textAreaLeft" fmla="*/ 360 w 77760"/>
                <a:gd name="textAreaRight" fmla="*/ 7848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49" name="Google Shape;53;p5"/>
            <p:cNvSpPr/>
            <p:nvPr/>
          </p:nvSpPr>
          <p:spPr>
            <a:xfrm flipH="1">
              <a:off x="4440240" y="4304160"/>
              <a:ext cx="77040" cy="51120"/>
            </a:xfrm>
            <a:custGeom>
              <a:avLst/>
              <a:gdLst>
                <a:gd name="textAreaLeft" fmla="*/ 360 w 77040"/>
                <a:gd name="textAreaRight" fmla="*/ 7776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50" name="Google Shape;54;p5"/>
            <p:cNvSpPr/>
            <p:nvPr/>
          </p:nvSpPr>
          <p:spPr>
            <a:xfrm flipH="1">
              <a:off x="4270320" y="4546080"/>
              <a:ext cx="99720" cy="75960"/>
            </a:xfrm>
            <a:custGeom>
              <a:avLst/>
              <a:gdLst>
                <a:gd name="textAreaLeft" fmla="*/ -360 w 99720"/>
                <a:gd name="textAreaRight" fmla="*/ 9972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51" name="Google Shape;55;p5"/>
            <p:cNvSpPr/>
            <p:nvPr/>
          </p:nvSpPr>
          <p:spPr>
            <a:xfrm flipH="1">
              <a:off x="4744080" y="4584240"/>
              <a:ext cx="67680" cy="49320"/>
            </a:xfrm>
            <a:custGeom>
              <a:avLst/>
              <a:gdLst>
                <a:gd name="textAreaLeft" fmla="*/ 360 w 67680"/>
                <a:gd name="textAreaRight" fmla="*/ 6840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52" name="Google Shape;56;p5"/>
            <p:cNvSpPr/>
            <p:nvPr/>
          </p:nvSpPr>
          <p:spPr>
            <a:xfrm flipH="1">
              <a:off x="4426920" y="4754160"/>
              <a:ext cx="112680" cy="69840"/>
            </a:xfrm>
            <a:custGeom>
              <a:avLst/>
              <a:gdLst>
                <a:gd name="textAreaLeft" fmla="*/ -360 w 112680"/>
                <a:gd name="textAreaRight" fmla="*/ 11268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53" name="Google Shape;57;p5"/>
            <p:cNvSpPr/>
            <p:nvPr/>
          </p:nvSpPr>
          <p:spPr>
            <a:xfrm flipH="1">
              <a:off x="4132800" y="4848840"/>
              <a:ext cx="80640" cy="54720"/>
            </a:xfrm>
            <a:custGeom>
              <a:avLst/>
              <a:gdLst>
                <a:gd name="textAreaLeft" fmla="*/ 360 w 80640"/>
                <a:gd name="textAreaRight" fmla="*/ 8136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54" name="Google Shape;58;p5"/>
          <p:cNvGrpSpPr/>
          <p:nvPr/>
        </p:nvGrpSpPr>
        <p:grpSpPr>
          <a:xfrm>
            <a:off x="8423280" y="152280"/>
            <a:ext cx="407160" cy="774000"/>
            <a:chOff x="8423280" y="152280"/>
            <a:chExt cx="407160" cy="774000"/>
          </a:xfrm>
        </p:grpSpPr>
        <p:sp>
          <p:nvSpPr>
            <p:cNvPr id="355" name="Google Shape;59;p5"/>
            <p:cNvSpPr/>
            <p:nvPr/>
          </p:nvSpPr>
          <p:spPr>
            <a:xfrm flipV="1" rot="5400000">
              <a:off x="8723880" y="43776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56" name="Google Shape;60;p5"/>
            <p:cNvSpPr/>
            <p:nvPr/>
          </p:nvSpPr>
          <p:spPr>
            <a:xfrm flipV="1" rot="5400000">
              <a:off x="8686440" y="85464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57" name="Google Shape;61;p5"/>
            <p:cNvSpPr/>
            <p:nvPr/>
          </p:nvSpPr>
          <p:spPr>
            <a:xfrm flipV="1" rot="5400000">
              <a:off x="8380440" y="19476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358" name="Google Shape;62;p5"/>
          <p:cNvSpPr/>
          <p:nvPr/>
        </p:nvSpPr>
        <p:spPr>
          <a:xfrm rot="1185000">
            <a:off x="7131600" y="3052080"/>
            <a:ext cx="2755440" cy="3083760"/>
          </a:xfrm>
          <a:custGeom>
            <a:avLst/>
            <a:gdLst>
              <a:gd name="textAreaLeft" fmla="*/ 0 w 2755440"/>
              <a:gd name="textAreaRight" fmla="*/ 2755800 w 2755440"/>
              <a:gd name="textAreaTop" fmla="*/ 0 h 3083760"/>
              <a:gd name="textAreaBottom" fmla="*/ 3084120 h 308376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59" name="PlaceHolder 1"/>
          <p:cNvSpPr>
            <a:spLocks noGrp="1"/>
          </p:cNvSpPr>
          <p:nvPr>
            <p:ph type="body"/>
          </p:nvPr>
        </p:nvSpPr>
        <p:spPr>
          <a:xfrm>
            <a:off x="560880" y="280440"/>
            <a:ext cx="4582440" cy="4582440"/>
          </a:xfrm>
          <a:prstGeom prst="rect">
            <a:avLst/>
          </a:prstGeom>
          <a:noFill/>
          <a:ln w="19080">
            <a:solidFill>
              <a:schemeClr val="accent1"/>
            </a:solidFill>
            <a:round/>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360" name="PlaceHolder 2"/>
          <p:cNvSpPr>
            <a:spLocks noGrp="1"/>
          </p:cNvSpPr>
          <p:nvPr>
            <p:ph type="title"/>
          </p:nvPr>
        </p:nvSpPr>
        <p:spPr>
          <a:xfrm>
            <a:off x="5727960" y="369000"/>
            <a:ext cx="270252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4" name="PlaceHolder 1"/>
          <p:cNvSpPr>
            <a:spLocks noGrp="1"/>
          </p:cNvSpPr>
          <p:nvPr>
            <p:ph type="title"/>
          </p:nvPr>
        </p:nvSpPr>
        <p:spPr>
          <a:xfrm>
            <a:off x="720000" y="369000"/>
            <a:ext cx="7703640" cy="5724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grpSp>
        <p:nvGrpSpPr>
          <p:cNvPr id="365" name="Google Shape;71;p6"/>
          <p:cNvGrpSpPr/>
          <p:nvPr/>
        </p:nvGrpSpPr>
        <p:grpSpPr>
          <a:xfrm>
            <a:off x="309240" y="205920"/>
            <a:ext cx="407160" cy="774000"/>
            <a:chOff x="309240" y="205920"/>
            <a:chExt cx="407160" cy="774000"/>
          </a:xfrm>
        </p:grpSpPr>
        <p:sp>
          <p:nvSpPr>
            <p:cNvPr id="366" name="Google Shape;72;p6"/>
            <p:cNvSpPr/>
            <p:nvPr/>
          </p:nvSpPr>
          <p:spPr>
            <a:xfrm rot="5400000">
              <a:off x="294840" y="49104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7" name="Google Shape;73;p6"/>
            <p:cNvSpPr/>
            <p:nvPr/>
          </p:nvSpPr>
          <p:spPr>
            <a:xfrm rot="5400000">
              <a:off x="370800" y="90864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8" name="Google Shape;74;p6"/>
            <p:cNvSpPr/>
            <p:nvPr/>
          </p:nvSpPr>
          <p:spPr>
            <a:xfrm rot="5400000">
              <a:off x="551520" y="24876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369" name="Google Shape;75;p6"/>
          <p:cNvSpPr/>
          <p:nvPr/>
        </p:nvSpPr>
        <p:spPr>
          <a:xfrm flipH="1" rot="11237400">
            <a:off x="-1107000" y="1907280"/>
            <a:ext cx="2377440" cy="3280680"/>
          </a:xfrm>
          <a:custGeom>
            <a:avLst/>
            <a:gdLst>
              <a:gd name="textAreaLeft" fmla="*/ 360 w 2377440"/>
              <a:gd name="textAreaRight" fmla="*/ 2378160 w 2377440"/>
              <a:gd name="textAreaTop" fmla="*/ 0 h 3280680"/>
              <a:gd name="textAreaBottom" fmla="*/ 3281040 h 3280680"/>
            </a:gdLst>
            <a:ahLst/>
            <a:rect l="textAreaLeft" t="textAreaTop" r="textAreaRight" b="textAreaBottom"/>
            <a:pathLst>
              <a:path w="101122" h="177476">
                <a:moveTo>
                  <a:pt x="101122" y="1588"/>
                </a:moveTo>
                <a:cubicBezTo>
                  <a:pt x="86784" y="-5579"/>
                  <a:pt x="65422" y="14355"/>
                  <a:pt x="62394" y="30096"/>
                </a:cubicBezTo>
                <a:cubicBezTo>
                  <a:pt x="60607" y="39388"/>
                  <a:pt x="65183" y="48829"/>
                  <a:pt x="67235" y="58066"/>
                </a:cubicBezTo>
                <a:cubicBezTo>
                  <a:pt x="70580" y="73118"/>
                  <a:pt x="72962" y="90008"/>
                  <a:pt x="67235" y="104324"/>
                </a:cubicBezTo>
                <a:cubicBezTo>
                  <a:pt x="64080" y="112212"/>
                  <a:pt x="57357" y="120872"/>
                  <a:pt x="48947" y="122074"/>
                </a:cubicBezTo>
                <a:cubicBezTo>
                  <a:pt x="38880" y="123512"/>
                  <a:pt x="25880" y="119590"/>
                  <a:pt x="18826" y="126915"/>
                </a:cubicBezTo>
                <a:cubicBezTo>
                  <a:pt x="6352" y="139869"/>
                  <a:pt x="0" y="159492"/>
                  <a:pt x="0" y="177476"/>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70" name="Google Shape;76;p6"/>
          <p:cNvSpPr/>
          <p:nvPr/>
        </p:nvSpPr>
        <p:spPr>
          <a:xfrm rot="1899600">
            <a:off x="6259680" y="2833920"/>
            <a:ext cx="3241800" cy="4343400"/>
          </a:xfrm>
          <a:custGeom>
            <a:avLst/>
            <a:gdLst>
              <a:gd name="textAreaLeft" fmla="*/ 0 w 3241800"/>
              <a:gd name="textAreaRight" fmla="*/ 3242160 w 3241800"/>
              <a:gd name="textAreaTop" fmla="*/ 0 h 4343400"/>
              <a:gd name="textAreaBottom" fmla="*/ 4343760 h 4343400"/>
            </a:gdLst>
            <a:ahLst/>
            <a:rect l="textAreaLeft" t="textAreaTop" r="textAreaRight" b="textAreaBottom"/>
            <a:pathLst>
              <a:path w="97895" h="125161">
                <a:moveTo>
                  <a:pt x="97895" y="30494"/>
                </a:moveTo>
                <a:cubicBezTo>
                  <a:pt x="87751" y="16967"/>
                  <a:pt x="70438" y="-6713"/>
                  <a:pt x="55940" y="1986"/>
                </a:cubicBezTo>
                <a:cubicBezTo>
                  <a:pt x="52285" y="4179"/>
                  <a:pt x="52713" y="10096"/>
                  <a:pt x="52713" y="14358"/>
                </a:cubicBezTo>
                <a:cubicBezTo>
                  <a:pt x="52713" y="31808"/>
                  <a:pt x="64821" y="50924"/>
                  <a:pt x="57016" y="66532"/>
                </a:cubicBezTo>
                <a:cubicBezTo>
                  <a:pt x="54911" y="70741"/>
                  <a:pt x="50948" y="75285"/>
                  <a:pt x="46258" y="75676"/>
                </a:cubicBezTo>
                <a:cubicBezTo>
                  <a:pt x="34275" y="76675"/>
                  <a:pt x="19944" y="70217"/>
                  <a:pt x="10220" y="77290"/>
                </a:cubicBezTo>
                <a:cubicBezTo>
                  <a:pt x="3187" y="82406"/>
                  <a:pt x="4433" y="93899"/>
                  <a:pt x="3766" y="102570"/>
                </a:cubicBezTo>
                <a:cubicBezTo>
                  <a:pt x="3180" y="110182"/>
                  <a:pt x="1366" y="117650"/>
                  <a:pt x="0" y="125161"/>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371" name="Google Shape;77;p6"/>
          <p:cNvSpPr/>
          <p:nvPr/>
        </p:nvSpPr>
        <p:spPr>
          <a:xfrm flipH="1" rot="5400000">
            <a:off x="7845480" y="-468360"/>
            <a:ext cx="2237040" cy="1057320"/>
          </a:xfrm>
          <a:custGeom>
            <a:avLst/>
            <a:gdLst>
              <a:gd name="textAreaLeft" fmla="*/ 360 w 2237040"/>
              <a:gd name="textAreaRight" fmla="*/ 2237760 w 2237040"/>
              <a:gd name="textAreaTop" fmla="*/ 0 h 1057320"/>
              <a:gd name="textAreaBottom" fmla="*/ 1057680 h 1057320"/>
            </a:gdLst>
            <a:ahLst/>
            <a:rect l="textAreaLeft" t="textAreaTop" r="textAreaRight" b="textAreaBottom"/>
            <a:pathLst>
              <a:path w="152758" h="72211">
                <a:moveTo>
                  <a:pt x="0" y="0"/>
                </a:moveTo>
                <a:cubicBezTo>
                  <a:pt x="18357" y="13352"/>
                  <a:pt x="40341" y="32164"/>
                  <a:pt x="40341" y="54864"/>
                </a:cubicBezTo>
                <a:cubicBezTo>
                  <a:pt x="40341" y="62092"/>
                  <a:pt x="26219" y="71110"/>
                  <a:pt x="21515" y="65622"/>
                </a:cubicBezTo>
                <a:cubicBezTo>
                  <a:pt x="18705" y="62344"/>
                  <a:pt x="20256" y="56345"/>
                  <a:pt x="22591" y="52713"/>
                </a:cubicBezTo>
                <a:cubicBezTo>
                  <a:pt x="31580" y="38729"/>
                  <a:pt x="54691" y="61441"/>
                  <a:pt x="70462" y="66698"/>
                </a:cubicBezTo>
                <a:cubicBezTo>
                  <a:pt x="96708" y="75447"/>
                  <a:pt x="132645" y="74936"/>
                  <a:pt x="152758" y="55940"/>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372" name="Google Shape;78;p6"/>
          <p:cNvGrpSpPr/>
          <p:nvPr/>
        </p:nvGrpSpPr>
        <p:grpSpPr>
          <a:xfrm>
            <a:off x="3182040" y="4651920"/>
            <a:ext cx="946080" cy="333360"/>
            <a:chOff x="3182040" y="4651920"/>
            <a:chExt cx="946080" cy="333360"/>
          </a:xfrm>
        </p:grpSpPr>
        <p:sp>
          <p:nvSpPr>
            <p:cNvPr id="373" name="Google Shape;79;p6"/>
            <p:cNvSpPr/>
            <p:nvPr/>
          </p:nvSpPr>
          <p:spPr>
            <a:xfrm rot="20521200">
              <a:off x="3188160" y="4896360"/>
              <a:ext cx="73440" cy="52920"/>
            </a:xfrm>
            <a:custGeom>
              <a:avLst/>
              <a:gdLst>
                <a:gd name="textAreaLeft" fmla="*/ 0 w 73440"/>
                <a:gd name="textAreaRight" fmla="*/ 73800 w 73440"/>
                <a:gd name="textAreaTop" fmla="*/ 0 h 52920"/>
                <a:gd name="textAreaBottom" fmla="*/ 53280 h 529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4" name="Google Shape;80;p6"/>
            <p:cNvSpPr/>
            <p:nvPr/>
          </p:nvSpPr>
          <p:spPr>
            <a:xfrm rot="20521200">
              <a:off x="3304800" y="4660920"/>
              <a:ext cx="68400" cy="56880"/>
            </a:xfrm>
            <a:custGeom>
              <a:avLst/>
              <a:gdLst>
                <a:gd name="textAreaLeft" fmla="*/ 0 w 68400"/>
                <a:gd name="textAreaRight" fmla="*/ 68760 w 68400"/>
                <a:gd name="textAreaTop" fmla="*/ 0 h 56880"/>
                <a:gd name="textAreaBottom" fmla="*/ 57240 h 5688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5" name="Google Shape;81;p6"/>
            <p:cNvSpPr/>
            <p:nvPr/>
          </p:nvSpPr>
          <p:spPr>
            <a:xfrm rot="20521200">
              <a:off x="3839760" y="4690440"/>
              <a:ext cx="87840" cy="66960"/>
            </a:xfrm>
            <a:custGeom>
              <a:avLst/>
              <a:gdLst>
                <a:gd name="textAreaLeft" fmla="*/ 0 w 87840"/>
                <a:gd name="textAreaRight" fmla="*/ 88200 w 87840"/>
                <a:gd name="textAreaTop" fmla="*/ 0 h 66960"/>
                <a:gd name="textAreaBottom" fmla="*/ 67320 h 66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6" name="Google Shape;82;p6"/>
            <p:cNvSpPr/>
            <p:nvPr/>
          </p:nvSpPr>
          <p:spPr>
            <a:xfrm rot="20521200">
              <a:off x="3477600" y="4847400"/>
              <a:ext cx="59400" cy="43560"/>
            </a:xfrm>
            <a:custGeom>
              <a:avLst/>
              <a:gdLst>
                <a:gd name="textAreaLeft" fmla="*/ 0 w 59400"/>
                <a:gd name="textAreaRight" fmla="*/ 59760 w 59400"/>
                <a:gd name="textAreaTop" fmla="*/ 0 h 43560"/>
                <a:gd name="textAreaBottom" fmla="*/ 43920 h 4356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7" name="Google Shape;83;p6"/>
            <p:cNvSpPr/>
            <p:nvPr/>
          </p:nvSpPr>
          <p:spPr>
            <a:xfrm rot="20521200">
              <a:off x="3753000" y="4909680"/>
              <a:ext cx="99360" cy="61560"/>
            </a:xfrm>
            <a:custGeom>
              <a:avLst/>
              <a:gdLst>
                <a:gd name="textAreaLeft" fmla="*/ 0 w 99360"/>
                <a:gd name="textAreaRight" fmla="*/ 99720 w 99360"/>
                <a:gd name="textAreaTop" fmla="*/ 0 h 61560"/>
                <a:gd name="textAreaBottom" fmla="*/ 61920 h 6156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78" name="Google Shape;84;p6"/>
            <p:cNvSpPr/>
            <p:nvPr/>
          </p:nvSpPr>
          <p:spPr>
            <a:xfrm rot="20521200">
              <a:off x="4051080" y="4904640"/>
              <a:ext cx="70920" cy="48240"/>
            </a:xfrm>
            <a:custGeom>
              <a:avLst/>
              <a:gdLst>
                <a:gd name="textAreaLeft" fmla="*/ 0 w 70920"/>
                <a:gd name="textAreaRight" fmla="*/ 71280 w 70920"/>
                <a:gd name="textAreaTop" fmla="*/ 0 h 48240"/>
                <a:gd name="textAreaBottom" fmla="*/ 48600 h 4824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4120" bIns="2412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80" name="PlaceHolder 1"/>
          <p:cNvSpPr>
            <a:spLocks noGrp="1"/>
          </p:cNvSpPr>
          <p:nvPr>
            <p:ph type="title"/>
          </p:nvPr>
        </p:nvSpPr>
        <p:spPr>
          <a:xfrm>
            <a:off x="720000" y="1099440"/>
            <a:ext cx="4294440" cy="681120"/>
          </a:xfrm>
          <a:prstGeom prst="rect">
            <a:avLst/>
          </a:prstGeom>
          <a:noFill/>
          <a:ln w="0">
            <a:noFill/>
          </a:ln>
        </p:spPr>
        <p:txBody>
          <a:bodyPr lIns="91440" rIns="91440" tIns="91440" bIns="91440" anchor="b">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381" name="PlaceHolder 2"/>
          <p:cNvSpPr>
            <a:spLocks noGrp="1"/>
          </p:cNvSpPr>
          <p:nvPr>
            <p:ph type="body"/>
          </p:nvPr>
        </p:nvSpPr>
        <p:spPr>
          <a:xfrm>
            <a:off x="5379120" y="-128880"/>
            <a:ext cx="3810960" cy="5400720"/>
          </a:xfrm>
          <a:prstGeom prst="rect">
            <a:avLst/>
          </a:prstGeom>
          <a:noFill/>
          <a:ln w="19080">
            <a:solidFill>
              <a:schemeClr val="accent1"/>
            </a:solidFill>
            <a:round/>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382" name="Google Shape;89;p7"/>
          <p:cNvSpPr/>
          <p:nvPr/>
        </p:nvSpPr>
        <p:spPr>
          <a:xfrm rot="18090000">
            <a:off x="-1600200" y="-1160640"/>
            <a:ext cx="4248720" cy="2388240"/>
          </a:xfrm>
          <a:custGeom>
            <a:avLst/>
            <a:gdLst>
              <a:gd name="textAreaLeft" fmla="*/ 0 w 4248720"/>
              <a:gd name="textAreaRight" fmla="*/ 4249080 w 4248720"/>
              <a:gd name="textAreaTop" fmla="*/ 0 h 2388240"/>
              <a:gd name="textAreaBottom" fmla="*/ 2388600 h 2388240"/>
            </a:gdLst>
            <a:ahLst/>
            <a:rect l="textAreaLeft" t="textAreaTop" r="textAreaRight" b="textAreaBottom"/>
            <a:pathLst>
              <a:path w="169971" h="95546">
                <a:moveTo>
                  <a:pt x="0" y="0"/>
                </a:moveTo>
                <a:cubicBezTo>
                  <a:pt x="18437" y="7683"/>
                  <a:pt x="39462" y="17922"/>
                  <a:pt x="47872" y="36038"/>
                </a:cubicBezTo>
                <a:cubicBezTo>
                  <a:pt x="51516" y="43888"/>
                  <a:pt x="53788" y="52664"/>
                  <a:pt x="53788" y="61319"/>
                </a:cubicBezTo>
                <a:cubicBezTo>
                  <a:pt x="53788" y="65169"/>
                  <a:pt x="49344" y="75274"/>
                  <a:pt x="48410" y="71539"/>
                </a:cubicBezTo>
                <a:cubicBezTo>
                  <a:pt x="45058" y="58136"/>
                  <a:pt x="76652" y="65765"/>
                  <a:pt x="89827" y="69925"/>
                </a:cubicBezTo>
                <a:cubicBezTo>
                  <a:pt x="104990" y="74713"/>
                  <a:pt x="116119" y="88687"/>
                  <a:pt x="131244" y="93592"/>
                </a:cubicBezTo>
                <a:cubicBezTo>
                  <a:pt x="143666" y="97620"/>
                  <a:pt x="158986" y="94737"/>
                  <a:pt x="169971" y="87675"/>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383" name="Google Shape;90;p7"/>
          <p:cNvGrpSpPr/>
          <p:nvPr/>
        </p:nvGrpSpPr>
        <p:grpSpPr>
          <a:xfrm>
            <a:off x="3929040" y="183600"/>
            <a:ext cx="1010520" cy="599400"/>
            <a:chOff x="3929040" y="183600"/>
            <a:chExt cx="1010520" cy="599400"/>
          </a:xfrm>
        </p:grpSpPr>
        <p:sp>
          <p:nvSpPr>
            <p:cNvPr id="384" name="Google Shape;91;p7"/>
            <p:cNvSpPr/>
            <p:nvPr/>
          </p:nvSpPr>
          <p:spPr>
            <a:xfrm rot="10800000">
              <a:off x="4856040" y="48888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5" name="Google Shape;92;p7"/>
            <p:cNvSpPr/>
            <p:nvPr/>
          </p:nvSpPr>
          <p:spPr>
            <a:xfrm rot="10800000">
              <a:off x="4654080" y="69912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6" name="Google Shape;93;p7"/>
            <p:cNvSpPr/>
            <p:nvPr/>
          </p:nvSpPr>
          <p:spPr>
            <a:xfrm rot="10800000">
              <a:off x="4236480" y="73188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7" name="Google Shape;94;p7"/>
            <p:cNvSpPr/>
            <p:nvPr/>
          </p:nvSpPr>
          <p:spPr>
            <a:xfrm rot="10800000">
              <a:off x="4067280" y="46512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8" name="Google Shape;95;p7"/>
            <p:cNvSpPr/>
            <p:nvPr/>
          </p:nvSpPr>
          <p:spPr>
            <a:xfrm rot="10800000">
              <a:off x="4540320" y="45360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89" name="Google Shape;96;p7"/>
            <p:cNvSpPr/>
            <p:nvPr/>
          </p:nvSpPr>
          <p:spPr>
            <a:xfrm rot="10800000">
              <a:off x="4224240" y="26280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0" name="Google Shape;97;p7"/>
            <p:cNvSpPr/>
            <p:nvPr/>
          </p:nvSpPr>
          <p:spPr>
            <a:xfrm rot="10800000">
              <a:off x="3929040" y="18360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391" name="Google Shape;98;p7"/>
          <p:cNvGrpSpPr/>
          <p:nvPr/>
        </p:nvGrpSpPr>
        <p:grpSpPr>
          <a:xfrm>
            <a:off x="563760" y="4375440"/>
            <a:ext cx="774000" cy="407160"/>
            <a:chOff x="563760" y="4375440"/>
            <a:chExt cx="774000" cy="407160"/>
          </a:xfrm>
        </p:grpSpPr>
        <p:sp>
          <p:nvSpPr>
            <p:cNvPr id="392" name="Google Shape;99;p7"/>
            <p:cNvSpPr/>
            <p:nvPr/>
          </p:nvSpPr>
          <p:spPr>
            <a:xfrm flipH="1">
              <a:off x="946440" y="4690440"/>
              <a:ext cx="120960" cy="92160"/>
            </a:xfrm>
            <a:custGeom>
              <a:avLst/>
              <a:gdLst>
                <a:gd name="textAreaLeft" fmla="*/ 360 w 120960"/>
                <a:gd name="textAreaRight" fmla="*/ 12168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3" name="Google Shape;100;p7"/>
            <p:cNvSpPr/>
            <p:nvPr/>
          </p:nvSpPr>
          <p:spPr>
            <a:xfrm flipH="1">
              <a:off x="563400" y="4649760"/>
              <a:ext cx="82440" cy="60120"/>
            </a:xfrm>
            <a:custGeom>
              <a:avLst/>
              <a:gdLst>
                <a:gd name="textAreaLeft" fmla="*/ -360 w 82440"/>
                <a:gd name="textAreaRight" fmla="*/ 8244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4" name="Google Shape;101;p7"/>
            <p:cNvSpPr/>
            <p:nvPr/>
          </p:nvSpPr>
          <p:spPr>
            <a:xfrm flipH="1">
              <a:off x="1129680" y="4375440"/>
              <a:ext cx="207720" cy="122040"/>
            </a:xfrm>
            <a:custGeom>
              <a:avLst/>
              <a:gdLst>
                <a:gd name="textAreaLeft" fmla="*/ -360 w 207720"/>
                <a:gd name="textAreaRight" fmla="*/ 20772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95" name="Google Shape;103;p8"/>
          <p:cNvGrpSpPr/>
          <p:nvPr/>
        </p:nvGrpSpPr>
        <p:grpSpPr>
          <a:xfrm>
            <a:off x="8238960" y="2704680"/>
            <a:ext cx="599040" cy="1010520"/>
            <a:chOff x="8238960" y="2704680"/>
            <a:chExt cx="599040" cy="1010520"/>
          </a:xfrm>
        </p:grpSpPr>
        <p:sp>
          <p:nvSpPr>
            <p:cNvPr id="396" name="Google Shape;104;p8"/>
            <p:cNvSpPr/>
            <p:nvPr/>
          </p:nvSpPr>
          <p:spPr>
            <a:xfrm flipV="1" rot="16200000">
              <a:off x="8532360" y="3643200"/>
              <a:ext cx="83520" cy="60120"/>
            </a:xfrm>
            <a:custGeom>
              <a:avLst/>
              <a:gdLst>
                <a:gd name="textAreaLeft" fmla="*/ 0 w 83520"/>
                <a:gd name="textAreaRight" fmla="*/ 83880 w 83520"/>
                <a:gd name="textAreaTop" fmla="*/ -360 h 60120"/>
                <a:gd name="textAreaBottom" fmla="*/ 6012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7" name="Google Shape;105;p8"/>
            <p:cNvSpPr/>
            <p:nvPr/>
          </p:nvSpPr>
          <p:spPr>
            <a:xfrm flipV="1" rot="16200000">
              <a:off x="8747640" y="3435840"/>
              <a:ext cx="77760" cy="64440"/>
            </a:xfrm>
            <a:custGeom>
              <a:avLst/>
              <a:gdLst>
                <a:gd name="textAreaLeft" fmla="*/ 0 w 77760"/>
                <a:gd name="textAreaRight" fmla="*/ 78120 w 77760"/>
                <a:gd name="textAreaTop" fmla="*/ -360 h 64440"/>
                <a:gd name="textAreaBottom" fmla="*/ 6444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8" name="Google Shape;106;p8"/>
            <p:cNvSpPr/>
            <p:nvPr/>
          </p:nvSpPr>
          <p:spPr>
            <a:xfrm flipV="1" rot="16200000">
              <a:off x="8773920" y="3024720"/>
              <a:ext cx="77040" cy="51120"/>
            </a:xfrm>
            <a:custGeom>
              <a:avLst/>
              <a:gdLst>
                <a:gd name="textAreaLeft" fmla="*/ 0 w 77040"/>
                <a:gd name="textAreaRight" fmla="*/ 77400 w 77040"/>
                <a:gd name="textAreaTop" fmla="*/ 360 h 51120"/>
                <a:gd name="textAreaBottom" fmla="*/ 5184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99" name="Google Shape;107;p8"/>
            <p:cNvSpPr/>
            <p:nvPr/>
          </p:nvSpPr>
          <p:spPr>
            <a:xfrm flipV="1" rot="16200000">
              <a:off x="8508600" y="2854080"/>
              <a:ext cx="99720" cy="75960"/>
            </a:xfrm>
            <a:custGeom>
              <a:avLst/>
              <a:gdLst>
                <a:gd name="textAreaLeft" fmla="*/ 0 w 99720"/>
                <a:gd name="textAreaRight" fmla="*/ 100080 w 99720"/>
                <a:gd name="textAreaTop" fmla="*/ -360 h 75960"/>
                <a:gd name="textAreaBottom" fmla="*/ 7596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0" name="Google Shape;108;p8"/>
            <p:cNvSpPr/>
            <p:nvPr/>
          </p:nvSpPr>
          <p:spPr>
            <a:xfrm flipV="1" rot="16200000">
              <a:off x="8499600" y="3324960"/>
              <a:ext cx="67680" cy="49320"/>
            </a:xfrm>
            <a:custGeom>
              <a:avLst/>
              <a:gdLst>
                <a:gd name="textAreaLeft" fmla="*/ 0 w 67680"/>
                <a:gd name="textAreaRight" fmla="*/ 68040 w 67680"/>
                <a:gd name="textAreaTop" fmla="*/ -360 h 49320"/>
                <a:gd name="textAreaBottom" fmla="*/ 4932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1" name="Google Shape;109;p8"/>
            <p:cNvSpPr/>
            <p:nvPr/>
          </p:nvSpPr>
          <p:spPr>
            <a:xfrm flipV="1" rot="16200000">
              <a:off x="8296560" y="3020040"/>
              <a:ext cx="112680" cy="69840"/>
            </a:xfrm>
            <a:custGeom>
              <a:avLst/>
              <a:gdLst>
                <a:gd name="textAreaLeft" fmla="*/ 0 w 112680"/>
                <a:gd name="textAreaRight" fmla="*/ 113040 w 112680"/>
                <a:gd name="textAreaTop" fmla="*/ 360 h 69840"/>
                <a:gd name="textAreaBottom" fmla="*/ 7056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2" name="Google Shape;110;p8"/>
            <p:cNvSpPr/>
            <p:nvPr/>
          </p:nvSpPr>
          <p:spPr>
            <a:xfrm flipV="1" rot="16200000">
              <a:off x="8226000" y="2717640"/>
              <a:ext cx="80640" cy="54720"/>
            </a:xfrm>
            <a:custGeom>
              <a:avLst/>
              <a:gdLst>
                <a:gd name="textAreaLeft" fmla="*/ 0 w 80640"/>
                <a:gd name="textAreaRight" fmla="*/ 81000 w 80640"/>
                <a:gd name="textAreaTop" fmla="*/ 360 h 54720"/>
                <a:gd name="textAreaBottom" fmla="*/ 5544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03" name="Google Shape;111;p8"/>
          <p:cNvGrpSpPr/>
          <p:nvPr/>
        </p:nvGrpSpPr>
        <p:grpSpPr>
          <a:xfrm>
            <a:off x="713520" y="1150200"/>
            <a:ext cx="407520" cy="774360"/>
            <a:chOff x="713520" y="1150200"/>
            <a:chExt cx="407520" cy="774360"/>
          </a:xfrm>
        </p:grpSpPr>
        <p:sp>
          <p:nvSpPr>
            <p:cNvPr id="404" name="Google Shape;112;p8"/>
            <p:cNvSpPr/>
            <p:nvPr/>
          </p:nvSpPr>
          <p:spPr>
            <a:xfrm rot="5400000">
              <a:off x="699120" y="143568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5" name="Google Shape;113;p8"/>
            <p:cNvSpPr/>
            <p:nvPr/>
          </p:nvSpPr>
          <p:spPr>
            <a:xfrm rot="5400000">
              <a:off x="775440" y="185328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06" name="Google Shape;114;p8"/>
            <p:cNvSpPr/>
            <p:nvPr/>
          </p:nvSpPr>
          <p:spPr>
            <a:xfrm rot="5400000">
              <a:off x="956160" y="119304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407" name="Google Shape;115;p8"/>
          <p:cNvSpPr/>
          <p:nvPr/>
        </p:nvSpPr>
        <p:spPr>
          <a:xfrm flipH="1" rot="10800000">
            <a:off x="-905760" y="788760"/>
            <a:ext cx="5061240" cy="5090400"/>
          </a:xfrm>
          <a:custGeom>
            <a:avLst/>
            <a:gdLst>
              <a:gd name="textAreaLeft" fmla="*/ -360 w 5061240"/>
              <a:gd name="textAreaRight" fmla="*/ 5061240 w 5061240"/>
              <a:gd name="textAreaTop" fmla="*/ 0 h 5090400"/>
              <a:gd name="textAreaBottom" fmla="*/ 5090760 h 509040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08" name="Google Shape;116;p8"/>
          <p:cNvSpPr/>
          <p:nvPr/>
        </p:nvSpPr>
        <p:spPr>
          <a:xfrm flipH="1" rot="10800000">
            <a:off x="-677160" y="-1223280"/>
            <a:ext cx="3940560" cy="3148200"/>
          </a:xfrm>
          <a:custGeom>
            <a:avLst/>
            <a:gdLst>
              <a:gd name="textAreaLeft" fmla="*/ 360 w 3940560"/>
              <a:gd name="textAreaRight" fmla="*/ 3941280 w 3940560"/>
              <a:gd name="textAreaTop" fmla="*/ 0 h 3148200"/>
              <a:gd name="textAreaBottom" fmla="*/ 3148560 h 314820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09" name="Google Shape;117;p8"/>
          <p:cNvSpPr/>
          <p:nvPr/>
        </p:nvSpPr>
        <p:spPr>
          <a:xfrm rot="20476200">
            <a:off x="5063040" y="-1288080"/>
            <a:ext cx="4512960" cy="2679840"/>
          </a:xfrm>
          <a:custGeom>
            <a:avLst/>
            <a:gdLst>
              <a:gd name="textAreaLeft" fmla="*/ 0 w 4512960"/>
              <a:gd name="textAreaRight" fmla="*/ 4513320 w 4512960"/>
              <a:gd name="textAreaTop" fmla="*/ 0 h 2679840"/>
              <a:gd name="textAreaBottom" fmla="*/ 2680200 h 2679840"/>
            </a:gdLst>
            <a:ahLst/>
            <a:rect l="textAreaLeft" t="textAreaTop" r="textAreaRight" b="textAreaBottom"/>
            <a:pathLst>
              <a:path w="125696" h="121957">
                <a:moveTo>
                  <a:pt x="0" y="0"/>
                </a:moveTo>
                <a:cubicBezTo>
                  <a:pt x="2429" y="13372"/>
                  <a:pt x="11499" y="25222"/>
                  <a:pt x="20977" y="34963"/>
                </a:cubicBezTo>
                <a:cubicBezTo>
                  <a:pt x="33981" y="48328"/>
                  <a:pt x="53230" y="56620"/>
                  <a:pt x="61856" y="73152"/>
                </a:cubicBezTo>
                <a:cubicBezTo>
                  <a:pt x="69438" y="87683"/>
                  <a:pt x="69009" y="126065"/>
                  <a:pt x="53250" y="121562"/>
                </a:cubicBezTo>
                <a:cubicBezTo>
                  <a:pt x="49080" y="120371"/>
                  <a:pt x="48372" y="111509"/>
                  <a:pt x="51636" y="108653"/>
                </a:cubicBezTo>
                <a:cubicBezTo>
                  <a:pt x="54080" y="106515"/>
                  <a:pt x="58103" y="107118"/>
                  <a:pt x="61318" y="107577"/>
                </a:cubicBezTo>
                <a:cubicBezTo>
                  <a:pt x="68707" y="108633"/>
                  <a:pt x="74729" y="114210"/>
                  <a:pt x="81758" y="116721"/>
                </a:cubicBezTo>
                <a:cubicBezTo>
                  <a:pt x="89532" y="119498"/>
                  <a:pt x="98730" y="120586"/>
                  <a:pt x="106500" y="117797"/>
                </a:cubicBezTo>
                <a:cubicBezTo>
                  <a:pt x="113676" y="115221"/>
                  <a:pt x="121137" y="109912"/>
                  <a:pt x="123713" y="102736"/>
                </a:cubicBezTo>
                <a:cubicBezTo>
                  <a:pt x="126865" y="93954"/>
                  <a:pt x="125430" y="84074"/>
                  <a:pt x="124788" y="7476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10" name="Google Shape;118;p8"/>
          <p:cNvSpPr/>
          <p:nvPr/>
        </p:nvSpPr>
        <p:spPr>
          <a:xfrm rot="1404600">
            <a:off x="6973560" y="3012480"/>
            <a:ext cx="3128760" cy="3309840"/>
          </a:xfrm>
          <a:custGeom>
            <a:avLst/>
            <a:gdLst>
              <a:gd name="textAreaLeft" fmla="*/ 0 w 3128760"/>
              <a:gd name="textAreaRight" fmla="*/ 3129120 w 3128760"/>
              <a:gd name="textAreaTop" fmla="*/ 0 h 3309840"/>
              <a:gd name="textAreaBottom" fmla="*/ 3310200 h 330984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11" name="PlaceHolder 1"/>
          <p:cNvSpPr>
            <a:spLocks noGrp="1"/>
          </p:cNvSpPr>
          <p:nvPr>
            <p:ph type="title"/>
          </p:nvPr>
        </p:nvSpPr>
        <p:spPr>
          <a:xfrm>
            <a:off x="1411920" y="1255320"/>
            <a:ext cx="6319800" cy="2632320"/>
          </a:xfrm>
          <a:prstGeom prst="rect">
            <a:avLst/>
          </a:prstGeom>
          <a:noFill/>
          <a:ln w="0">
            <a:noFill/>
          </a:ln>
        </p:spPr>
        <p:txBody>
          <a:bodyPr lIns="91440" rIns="91440" tIns="91440" bIns="91440" anchor="ctr">
            <a:noAutofit/>
          </a:bodyPr>
          <a:p>
            <a:pPr indent="0">
              <a:buNone/>
            </a:pPr>
            <a:r>
              <a:rPr b="0" lang="fr-FR" sz="10000" spc="-1" strike="noStrike">
                <a:solidFill>
                  <a:schemeClr val="dk1"/>
                </a:solidFill>
                <a:latin typeface="Arial"/>
              </a:rPr>
              <a:t>Click to edit the title text format</a:t>
            </a:r>
            <a:endParaRPr b="0" lang="fr-FR" sz="10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12" name="Google Shape;121;p9"/>
          <p:cNvGrpSpPr/>
          <p:nvPr/>
        </p:nvGrpSpPr>
        <p:grpSpPr>
          <a:xfrm>
            <a:off x="7112880" y="568440"/>
            <a:ext cx="1010160" cy="599040"/>
            <a:chOff x="7112880" y="568440"/>
            <a:chExt cx="1010160" cy="599040"/>
          </a:xfrm>
        </p:grpSpPr>
        <p:sp>
          <p:nvSpPr>
            <p:cNvPr id="413" name="Google Shape;122;p9"/>
            <p:cNvSpPr/>
            <p:nvPr/>
          </p:nvSpPr>
          <p:spPr>
            <a:xfrm>
              <a:off x="7112880" y="802080"/>
              <a:ext cx="83520" cy="60120"/>
            </a:xfrm>
            <a:custGeom>
              <a:avLst/>
              <a:gdLst>
                <a:gd name="textAreaLeft" fmla="*/ 0 w 83520"/>
                <a:gd name="textAreaRight" fmla="*/ 83880 w 83520"/>
                <a:gd name="textAreaTop" fmla="*/ 0 h 60120"/>
                <a:gd name="textAreaBottom" fmla="*/ 6048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4" name="Google Shape;123;p9"/>
            <p:cNvSpPr/>
            <p:nvPr/>
          </p:nvSpPr>
          <p:spPr>
            <a:xfrm>
              <a:off x="7320600" y="587520"/>
              <a:ext cx="77760" cy="64440"/>
            </a:xfrm>
            <a:custGeom>
              <a:avLst/>
              <a:gdLst>
                <a:gd name="textAreaLeft" fmla="*/ 0 w 77760"/>
                <a:gd name="textAreaRight" fmla="*/ 78120 w 77760"/>
                <a:gd name="textAreaTop" fmla="*/ 0 h 64440"/>
                <a:gd name="textAreaBottom" fmla="*/ 6480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5" name="Google Shape;124;p9"/>
            <p:cNvSpPr/>
            <p:nvPr/>
          </p:nvSpPr>
          <p:spPr>
            <a:xfrm>
              <a:off x="7738560" y="568440"/>
              <a:ext cx="77040" cy="51120"/>
            </a:xfrm>
            <a:custGeom>
              <a:avLst/>
              <a:gdLst>
                <a:gd name="textAreaLeft" fmla="*/ 0 w 77040"/>
                <a:gd name="textAreaRight" fmla="*/ 77400 w 77040"/>
                <a:gd name="textAreaTop" fmla="*/ 0 h 51120"/>
                <a:gd name="textAreaBottom" fmla="*/ 5148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6" name="Google Shape;125;p9"/>
            <p:cNvSpPr/>
            <p:nvPr/>
          </p:nvSpPr>
          <p:spPr>
            <a:xfrm>
              <a:off x="7885440" y="810000"/>
              <a:ext cx="99720" cy="75960"/>
            </a:xfrm>
            <a:custGeom>
              <a:avLst/>
              <a:gdLst>
                <a:gd name="textAreaLeft" fmla="*/ 0 w 99720"/>
                <a:gd name="textAreaRight" fmla="*/ 100080 w 99720"/>
                <a:gd name="textAreaTop" fmla="*/ 0 h 75960"/>
                <a:gd name="textAreaBottom" fmla="*/ 7632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7" name="Google Shape;126;p9"/>
            <p:cNvSpPr/>
            <p:nvPr/>
          </p:nvSpPr>
          <p:spPr>
            <a:xfrm>
              <a:off x="7444080" y="848160"/>
              <a:ext cx="67680" cy="49320"/>
            </a:xfrm>
            <a:custGeom>
              <a:avLst/>
              <a:gdLst>
                <a:gd name="textAreaLeft" fmla="*/ 0 w 67680"/>
                <a:gd name="textAreaRight" fmla="*/ 68040 w 67680"/>
                <a:gd name="textAreaTop" fmla="*/ 0 h 49320"/>
                <a:gd name="textAreaBottom" fmla="*/ 4968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8" name="Google Shape;127;p9"/>
            <p:cNvSpPr/>
            <p:nvPr/>
          </p:nvSpPr>
          <p:spPr>
            <a:xfrm>
              <a:off x="7715520" y="1018440"/>
              <a:ext cx="112680" cy="69840"/>
            </a:xfrm>
            <a:custGeom>
              <a:avLst/>
              <a:gdLst>
                <a:gd name="textAreaLeft" fmla="*/ 0 w 112680"/>
                <a:gd name="textAreaRight" fmla="*/ 113040 w 112680"/>
                <a:gd name="textAreaTop" fmla="*/ 0 h 69840"/>
                <a:gd name="textAreaBottom" fmla="*/ 7020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9" name="Google Shape;128;p9"/>
            <p:cNvSpPr/>
            <p:nvPr/>
          </p:nvSpPr>
          <p:spPr>
            <a:xfrm>
              <a:off x="8042400" y="1112760"/>
              <a:ext cx="80640" cy="54720"/>
            </a:xfrm>
            <a:custGeom>
              <a:avLst/>
              <a:gdLst>
                <a:gd name="textAreaLeft" fmla="*/ 0 w 80640"/>
                <a:gd name="textAreaRight" fmla="*/ 81000 w 80640"/>
                <a:gd name="textAreaTop" fmla="*/ 0 h 54720"/>
                <a:gd name="textAreaBottom" fmla="*/ 5508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20" name="Google Shape;129;p9"/>
          <p:cNvGrpSpPr/>
          <p:nvPr/>
        </p:nvGrpSpPr>
        <p:grpSpPr>
          <a:xfrm>
            <a:off x="272520" y="3689280"/>
            <a:ext cx="407520" cy="774000"/>
            <a:chOff x="272520" y="3689280"/>
            <a:chExt cx="407520" cy="774000"/>
          </a:xfrm>
        </p:grpSpPr>
        <p:sp>
          <p:nvSpPr>
            <p:cNvPr id="421" name="Google Shape;130;p9"/>
            <p:cNvSpPr/>
            <p:nvPr/>
          </p:nvSpPr>
          <p:spPr>
            <a:xfrm flipV="1" rot="16200000">
              <a:off x="258120" y="4086360"/>
              <a:ext cx="120960" cy="92160"/>
            </a:xfrm>
            <a:custGeom>
              <a:avLst/>
              <a:gdLst>
                <a:gd name="textAreaLeft" fmla="*/ 0 w 120960"/>
                <a:gd name="textAreaRight" fmla="*/ 121320 w 120960"/>
                <a:gd name="textAreaTop" fmla="*/ 360 h 92160"/>
                <a:gd name="textAreaBottom" fmla="*/ 9288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2" name="Google Shape;131;p9"/>
            <p:cNvSpPr/>
            <p:nvPr/>
          </p:nvSpPr>
          <p:spPr>
            <a:xfrm flipV="1" rot="16200000">
              <a:off x="334440" y="3700080"/>
              <a:ext cx="82440" cy="60120"/>
            </a:xfrm>
            <a:custGeom>
              <a:avLst/>
              <a:gdLst>
                <a:gd name="textAreaLeft" fmla="*/ 0 w 82440"/>
                <a:gd name="textAreaRight" fmla="*/ 82800 w 82440"/>
                <a:gd name="textAreaTop" fmla="*/ -360 h 60120"/>
                <a:gd name="textAreaBottom" fmla="*/ 6012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3" name="Google Shape;132;p9"/>
            <p:cNvSpPr/>
            <p:nvPr/>
          </p:nvSpPr>
          <p:spPr>
            <a:xfrm flipV="1" rot="16200000">
              <a:off x="515160" y="4298040"/>
              <a:ext cx="207720" cy="122040"/>
            </a:xfrm>
            <a:custGeom>
              <a:avLst/>
              <a:gdLst>
                <a:gd name="textAreaLeft" fmla="*/ 0 w 207720"/>
                <a:gd name="textAreaRight" fmla="*/ 208080 w 207720"/>
                <a:gd name="textAreaTop" fmla="*/ -360 h 122040"/>
                <a:gd name="textAreaBottom" fmla="*/ 12204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424" name="Google Shape;133;p9"/>
          <p:cNvSpPr/>
          <p:nvPr/>
        </p:nvSpPr>
        <p:spPr>
          <a:xfrm>
            <a:off x="-2694960" y="-747360"/>
            <a:ext cx="5641560" cy="5674320"/>
          </a:xfrm>
          <a:custGeom>
            <a:avLst/>
            <a:gdLst>
              <a:gd name="textAreaLeft" fmla="*/ 0 w 5641560"/>
              <a:gd name="textAreaRight" fmla="*/ 5641920 w 5641560"/>
              <a:gd name="textAreaTop" fmla="*/ 0 h 5674320"/>
              <a:gd name="textAreaBottom" fmla="*/ 5674680 h 5674320"/>
            </a:gdLst>
            <a:ahLst/>
            <a:rect l="textAreaLeft" t="textAreaTop" r="textAreaRight" b="textAreaBottom"/>
            <a:pathLst>
              <a:path w="225681" h="226986">
                <a:moveTo>
                  <a:pt x="225681" y="0"/>
                </a:moveTo>
                <a:cubicBezTo>
                  <a:pt x="216325" y="12757"/>
                  <a:pt x="209318" y="28425"/>
                  <a:pt x="196097" y="37113"/>
                </a:cubicBezTo>
                <a:cubicBezTo>
                  <a:pt x="183019" y="45707"/>
                  <a:pt x="166720" y="48201"/>
                  <a:pt x="151453" y="51636"/>
                </a:cubicBezTo>
                <a:cubicBezTo>
                  <a:pt x="144804" y="53132"/>
                  <a:pt x="137608" y="52818"/>
                  <a:pt x="131013" y="51098"/>
                </a:cubicBezTo>
                <a:cubicBezTo>
                  <a:pt x="127173" y="50096"/>
                  <a:pt x="122099" y="50508"/>
                  <a:pt x="119718" y="47333"/>
                </a:cubicBezTo>
                <a:cubicBezTo>
                  <a:pt x="117330" y="44148"/>
                  <a:pt x="117555" y="34241"/>
                  <a:pt x="121331" y="35500"/>
                </a:cubicBezTo>
                <a:cubicBezTo>
                  <a:pt x="132264" y="39146"/>
                  <a:pt x="133233" y="62335"/>
                  <a:pt x="124559" y="69924"/>
                </a:cubicBezTo>
                <a:cubicBezTo>
                  <a:pt x="115255" y="78065"/>
                  <a:pt x="101417" y="78677"/>
                  <a:pt x="89596" y="82296"/>
                </a:cubicBezTo>
                <a:cubicBezTo>
                  <a:pt x="76784" y="86218"/>
                  <a:pt x="64488" y="92041"/>
                  <a:pt x="53020" y="98970"/>
                </a:cubicBezTo>
                <a:cubicBezTo>
                  <a:pt x="32246" y="111521"/>
                  <a:pt x="13383" y="131002"/>
                  <a:pt x="5149" y="153834"/>
                </a:cubicBezTo>
                <a:cubicBezTo>
                  <a:pt x="-3124" y="176774"/>
                  <a:pt x="-330" y="203497"/>
                  <a:pt x="6225" y="22698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25" name="Google Shape;134;p9"/>
          <p:cNvSpPr/>
          <p:nvPr/>
        </p:nvSpPr>
        <p:spPr>
          <a:xfrm>
            <a:off x="-1630440" y="3432600"/>
            <a:ext cx="4392720" cy="3509280"/>
          </a:xfrm>
          <a:custGeom>
            <a:avLst/>
            <a:gdLst>
              <a:gd name="textAreaLeft" fmla="*/ 0 w 4392720"/>
              <a:gd name="textAreaRight" fmla="*/ 4393080 w 4392720"/>
              <a:gd name="textAreaTop" fmla="*/ 0 h 3509280"/>
              <a:gd name="textAreaBottom" fmla="*/ 3509640 h 3509280"/>
            </a:gdLst>
            <a:ahLst/>
            <a:rect l="textAreaLeft" t="textAreaTop" r="textAreaRight" b="textAreaBottom"/>
            <a:pathLst>
              <a:path w="175724" h="140387">
                <a:moveTo>
                  <a:pt x="0" y="0"/>
                </a:moveTo>
                <a:cubicBezTo>
                  <a:pt x="6166" y="19727"/>
                  <a:pt x="25235" y="35928"/>
                  <a:pt x="44645" y="43030"/>
                </a:cubicBezTo>
                <a:cubicBezTo>
                  <a:pt x="74433" y="53929"/>
                  <a:pt x="107754" y="52470"/>
                  <a:pt x="137698" y="62932"/>
                </a:cubicBezTo>
                <a:cubicBezTo>
                  <a:pt x="153259" y="68369"/>
                  <a:pt x="167806" y="81780"/>
                  <a:pt x="173198" y="97356"/>
                </a:cubicBezTo>
                <a:cubicBezTo>
                  <a:pt x="177899" y="110937"/>
                  <a:pt x="175053" y="126753"/>
                  <a:pt x="170509" y="140387"/>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26" name="Google Shape;135;p9"/>
          <p:cNvSpPr/>
          <p:nvPr/>
        </p:nvSpPr>
        <p:spPr>
          <a:xfrm flipH="1" rot="10800000">
            <a:off x="7295040" y="3907080"/>
            <a:ext cx="2136240" cy="2072520"/>
          </a:xfrm>
          <a:custGeom>
            <a:avLst/>
            <a:gdLst>
              <a:gd name="textAreaLeft" fmla="*/ 360 w 2136240"/>
              <a:gd name="textAreaRight" fmla="*/ 2136960 w 2136240"/>
              <a:gd name="textAreaTop" fmla="*/ 0 h 2072520"/>
              <a:gd name="textAreaBottom" fmla="*/ 2072880 h 2072520"/>
            </a:gdLst>
            <a:ahLst/>
            <a:rect l="textAreaLeft" t="textAreaTop" r="textAreaRight" b="textAreaBottom"/>
            <a:pathLst>
              <a:path w="125696" h="121957">
                <a:moveTo>
                  <a:pt x="0" y="0"/>
                </a:moveTo>
                <a:cubicBezTo>
                  <a:pt x="2429" y="13372"/>
                  <a:pt x="11499" y="25222"/>
                  <a:pt x="20977" y="34963"/>
                </a:cubicBezTo>
                <a:cubicBezTo>
                  <a:pt x="33981" y="48328"/>
                  <a:pt x="53230" y="56620"/>
                  <a:pt x="61856" y="73152"/>
                </a:cubicBezTo>
                <a:cubicBezTo>
                  <a:pt x="69438" y="87683"/>
                  <a:pt x="69009" y="126065"/>
                  <a:pt x="53250" y="121562"/>
                </a:cubicBezTo>
                <a:cubicBezTo>
                  <a:pt x="49080" y="120371"/>
                  <a:pt x="48372" y="111509"/>
                  <a:pt x="51636" y="108653"/>
                </a:cubicBezTo>
                <a:cubicBezTo>
                  <a:pt x="54080" y="106515"/>
                  <a:pt x="58103" y="107118"/>
                  <a:pt x="61318" y="107577"/>
                </a:cubicBezTo>
                <a:cubicBezTo>
                  <a:pt x="68707" y="108633"/>
                  <a:pt x="74729" y="114210"/>
                  <a:pt x="81758" y="116721"/>
                </a:cubicBezTo>
                <a:cubicBezTo>
                  <a:pt x="89532" y="119498"/>
                  <a:pt x="98730" y="120586"/>
                  <a:pt x="106500" y="117797"/>
                </a:cubicBezTo>
                <a:cubicBezTo>
                  <a:pt x="113676" y="115221"/>
                  <a:pt x="121137" y="109912"/>
                  <a:pt x="123713" y="102736"/>
                </a:cubicBezTo>
                <a:cubicBezTo>
                  <a:pt x="126865" y="93954"/>
                  <a:pt x="125430" y="84074"/>
                  <a:pt x="124788" y="7476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27" name="Google Shape;136;p9"/>
          <p:cNvSpPr/>
          <p:nvPr/>
        </p:nvSpPr>
        <p:spPr>
          <a:xfrm flipH="1" rot="9395400">
            <a:off x="7197480" y="-2024280"/>
            <a:ext cx="3558960" cy="3764880"/>
          </a:xfrm>
          <a:custGeom>
            <a:avLst/>
            <a:gdLst>
              <a:gd name="textAreaLeft" fmla="*/ 360 w 3558960"/>
              <a:gd name="textAreaRight" fmla="*/ 3559680 w 3558960"/>
              <a:gd name="textAreaTop" fmla="*/ 0 h 3764880"/>
              <a:gd name="textAreaBottom" fmla="*/ 3765240 h 376488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28" name="PlaceHolder 1"/>
          <p:cNvSpPr>
            <a:spLocks noGrp="1"/>
          </p:cNvSpPr>
          <p:nvPr>
            <p:ph type="title"/>
          </p:nvPr>
        </p:nvSpPr>
        <p:spPr>
          <a:xfrm>
            <a:off x="1029600" y="1145520"/>
            <a:ext cx="7084440" cy="1334520"/>
          </a:xfrm>
          <a:prstGeom prst="rect">
            <a:avLst/>
          </a:prstGeom>
          <a:noFill/>
          <a:ln w="0">
            <a:noFill/>
          </a:ln>
        </p:spPr>
        <p:txBody>
          <a:bodyPr lIns="91440" rIns="91440" tIns="91440" bIns="91440" anchor="b">
            <a:noAutofit/>
          </a:bodyPr>
          <a:p>
            <a:pPr indent="0">
              <a:buNone/>
            </a:pPr>
            <a:r>
              <a:rPr b="0" lang="fr-FR" sz="4500" spc="-1" strike="noStrike">
                <a:solidFill>
                  <a:schemeClr val="dk1"/>
                </a:solidFill>
                <a:latin typeface="Arial"/>
              </a:rPr>
              <a:t>Click to edit the title text format</a:t>
            </a:r>
            <a:endParaRPr b="0" lang="fr-FR" sz="4500" spc="-1" strike="noStrike">
              <a:solidFill>
                <a:schemeClr val="dk1"/>
              </a:solidFill>
              <a:latin typeface="Arial"/>
            </a:endParaRPr>
          </a:p>
        </p:txBody>
      </p:sp>
      <p:sp>
        <p:nvSpPr>
          <p:cNvPr id="42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0" name="PlaceHolder 1"/>
          <p:cNvSpPr>
            <a:spLocks noGrp="1"/>
          </p:cNvSpPr>
          <p:nvPr>
            <p:ph type="title"/>
          </p:nvPr>
        </p:nvSpPr>
        <p:spPr>
          <a:xfrm>
            <a:off x="713160" y="539640"/>
            <a:ext cx="4167720" cy="1332720"/>
          </a:xfrm>
          <a:prstGeom prst="rect">
            <a:avLst/>
          </a:prstGeom>
          <a:solidFill>
            <a:schemeClr val="lt1"/>
          </a:solid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grpSp>
        <p:nvGrpSpPr>
          <p:cNvPr id="431" name="Google Shape;141;p10"/>
          <p:cNvGrpSpPr/>
          <p:nvPr/>
        </p:nvGrpSpPr>
        <p:grpSpPr>
          <a:xfrm>
            <a:off x="8416800" y="2066400"/>
            <a:ext cx="599400" cy="1010520"/>
            <a:chOff x="8416800" y="2066400"/>
            <a:chExt cx="599400" cy="1010520"/>
          </a:xfrm>
        </p:grpSpPr>
        <p:sp>
          <p:nvSpPr>
            <p:cNvPr id="432" name="Google Shape;142;p10"/>
            <p:cNvSpPr/>
            <p:nvPr/>
          </p:nvSpPr>
          <p:spPr>
            <a:xfrm flipV="1" rot="16200000">
              <a:off x="8710200" y="3004920"/>
              <a:ext cx="83520" cy="60120"/>
            </a:xfrm>
            <a:custGeom>
              <a:avLst/>
              <a:gdLst>
                <a:gd name="textAreaLeft" fmla="*/ 0 w 83520"/>
                <a:gd name="textAreaRight" fmla="*/ 83880 w 83520"/>
                <a:gd name="textAreaTop" fmla="*/ -360 h 60120"/>
                <a:gd name="textAreaBottom" fmla="*/ 60120 h 6012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3" name="Google Shape;143;p10"/>
            <p:cNvSpPr/>
            <p:nvPr/>
          </p:nvSpPr>
          <p:spPr>
            <a:xfrm flipV="1" rot="16200000">
              <a:off x="8925480" y="2797560"/>
              <a:ext cx="77760" cy="64440"/>
            </a:xfrm>
            <a:custGeom>
              <a:avLst/>
              <a:gdLst>
                <a:gd name="textAreaLeft" fmla="*/ 0 w 77760"/>
                <a:gd name="textAreaRight" fmla="*/ 78120 w 77760"/>
                <a:gd name="textAreaTop" fmla="*/ -360 h 64440"/>
                <a:gd name="textAreaBottom" fmla="*/ 64440 h 644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4" name="Google Shape;144;p10"/>
            <p:cNvSpPr/>
            <p:nvPr/>
          </p:nvSpPr>
          <p:spPr>
            <a:xfrm flipV="1" rot="16200000">
              <a:off x="8952120" y="2386440"/>
              <a:ext cx="77040" cy="51120"/>
            </a:xfrm>
            <a:custGeom>
              <a:avLst/>
              <a:gdLst>
                <a:gd name="textAreaLeft" fmla="*/ 0 w 77040"/>
                <a:gd name="textAreaRight" fmla="*/ 77400 w 77040"/>
                <a:gd name="textAreaTop" fmla="*/ 360 h 51120"/>
                <a:gd name="textAreaBottom" fmla="*/ 51840 h 5112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5" name="Google Shape;145;p10"/>
            <p:cNvSpPr/>
            <p:nvPr/>
          </p:nvSpPr>
          <p:spPr>
            <a:xfrm flipV="1" rot="16200000">
              <a:off x="8686440" y="2215800"/>
              <a:ext cx="99720" cy="75960"/>
            </a:xfrm>
            <a:custGeom>
              <a:avLst/>
              <a:gdLst>
                <a:gd name="textAreaLeft" fmla="*/ 0 w 99720"/>
                <a:gd name="textAreaRight" fmla="*/ 100080 w 99720"/>
                <a:gd name="textAreaTop" fmla="*/ -360 h 75960"/>
                <a:gd name="textAreaBottom" fmla="*/ 75960 h 7596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38160" bIns="38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6" name="Google Shape;146;p10"/>
            <p:cNvSpPr/>
            <p:nvPr/>
          </p:nvSpPr>
          <p:spPr>
            <a:xfrm flipV="1" rot="16200000">
              <a:off x="8677440" y="2686680"/>
              <a:ext cx="67680" cy="49320"/>
            </a:xfrm>
            <a:custGeom>
              <a:avLst/>
              <a:gdLst>
                <a:gd name="textAreaLeft" fmla="*/ 0 w 67680"/>
                <a:gd name="textAreaRight" fmla="*/ 68040 w 67680"/>
                <a:gd name="textAreaTop" fmla="*/ -360 h 49320"/>
                <a:gd name="textAreaBottom" fmla="*/ 49320 h 493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4840" bIns="248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7" name="Google Shape;147;p10"/>
            <p:cNvSpPr/>
            <p:nvPr/>
          </p:nvSpPr>
          <p:spPr>
            <a:xfrm flipV="1" rot="16200000">
              <a:off x="8474400" y="2381760"/>
              <a:ext cx="112680" cy="69840"/>
            </a:xfrm>
            <a:custGeom>
              <a:avLst/>
              <a:gdLst>
                <a:gd name="textAreaLeft" fmla="*/ 0 w 112680"/>
                <a:gd name="textAreaRight" fmla="*/ 113040 w 112680"/>
                <a:gd name="textAreaTop" fmla="*/ 360 h 69840"/>
                <a:gd name="textAreaBottom" fmla="*/ 70560 h 698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38" name="Google Shape;148;p10"/>
            <p:cNvSpPr/>
            <p:nvPr/>
          </p:nvSpPr>
          <p:spPr>
            <a:xfrm flipV="1" rot="16200000">
              <a:off x="8403840" y="2079360"/>
              <a:ext cx="80640" cy="54720"/>
            </a:xfrm>
            <a:custGeom>
              <a:avLst/>
              <a:gdLst>
                <a:gd name="textAreaLeft" fmla="*/ 0 w 80640"/>
                <a:gd name="textAreaRight" fmla="*/ 81000 w 80640"/>
                <a:gd name="textAreaTop" fmla="*/ 360 h 54720"/>
                <a:gd name="textAreaBottom" fmla="*/ 55440 h 5472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39" name="Google Shape;149;p10"/>
          <p:cNvGrpSpPr/>
          <p:nvPr/>
        </p:nvGrpSpPr>
        <p:grpSpPr>
          <a:xfrm>
            <a:off x="306000" y="92520"/>
            <a:ext cx="407160" cy="774360"/>
            <a:chOff x="306000" y="92520"/>
            <a:chExt cx="407160" cy="774360"/>
          </a:xfrm>
        </p:grpSpPr>
        <p:sp>
          <p:nvSpPr>
            <p:cNvPr id="440" name="Google Shape;150;p10"/>
            <p:cNvSpPr/>
            <p:nvPr/>
          </p:nvSpPr>
          <p:spPr>
            <a:xfrm rot="5400000">
              <a:off x="291600" y="37800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41" name="Google Shape;151;p10"/>
            <p:cNvSpPr/>
            <p:nvPr/>
          </p:nvSpPr>
          <p:spPr>
            <a:xfrm rot="5400000">
              <a:off x="367560" y="79560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42" name="Google Shape;152;p10"/>
            <p:cNvSpPr/>
            <p:nvPr/>
          </p:nvSpPr>
          <p:spPr>
            <a:xfrm rot="5400000">
              <a:off x="548280" y="13536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443" name="Google Shape;153;p10"/>
          <p:cNvSpPr/>
          <p:nvPr/>
        </p:nvSpPr>
        <p:spPr>
          <a:xfrm>
            <a:off x="-806760" y="2729880"/>
            <a:ext cx="2481120" cy="4410360"/>
          </a:xfrm>
          <a:custGeom>
            <a:avLst/>
            <a:gdLst>
              <a:gd name="textAreaLeft" fmla="*/ 0 w 2481120"/>
              <a:gd name="textAreaRight" fmla="*/ 2481480 w 2481120"/>
              <a:gd name="textAreaTop" fmla="*/ 0 h 4410360"/>
              <a:gd name="textAreaBottom" fmla="*/ 4410720 h 4410360"/>
            </a:gdLst>
            <a:ahLst/>
            <a:rect l="textAreaLeft" t="textAreaTop" r="textAreaRight" b="textAreaBottom"/>
            <a:pathLst>
              <a:path w="99254" h="176426">
                <a:moveTo>
                  <a:pt x="0" y="0"/>
                </a:moveTo>
                <a:cubicBezTo>
                  <a:pt x="0" y="13498"/>
                  <a:pt x="3633" y="28005"/>
                  <a:pt x="11833" y="38728"/>
                </a:cubicBezTo>
                <a:cubicBezTo>
                  <a:pt x="18855" y="47911"/>
                  <a:pt x="32820" y="48458"/>
                  <a:pt x="43569" y="52713"/>
                </a:cubicBezTo>
                <a:cubicBezTo>
                  <a:pt x="53465" y="56630"/>
                  <a:pt x="63303" y="62050"/>
                  <a:pt x="70463" y="69925"/>
                </a:cubicBezTo>
                <a:cubicBezTo>
                  <a:pt x="79694" y="80079"/>
                  <a:pt x="85525" y="95734"/>
                  <a:pt x="82834" y="109190"/>
                </a:cubicBezTo>
                <a:cubicBezTo>
                  <a:pt x="81341" y="116653"/>
                  <a:pt x="72493" y="125050"/>
                  <a:pt x="76917" y="131243"/>
                </a:cubicBezTo>
                <a:cubicBezTo>
                  <a:pt x="81231" y="137283"/>
                  <a:pt x="91203" y="138125"/>
                  <a:pt x="94667" y="144690"/>
                </a:cubicBezTo>
                <a:cubicBezTo>
                  <a:pt x="98230" y="151442"/>
                  <a:pt x="100530" y="159941"/>
                  <a:pt x="98433" y="167282"/>
                </a:cubicBezTo>
                <a:cubicBezTo>
                  <a:pt x="97316" y="171191"/>
                  <a:pt x="93616" y="173987"/>
                  <a:pt x="90364" y="176426"/>
                </a:cubicBezTo>
              </a:path>
            </a:pathLst>
          </a:custGeom>
          <a:noFill/>
          <a:ln w="1905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44" name="Google Shape;154;p10"/>
          <p:cNvSpPr/>
          <p:nvPr/>
        </p:nvSpPr>
        <p:spPr>
          <a:xfrm>
            <a:off x="6899760" y="-820440"/>
            <a:ext cx="3216960" cy="2580120"/>
          </a:xfrm>
          <a:custGeom>
            <a:avLst/>
            <a:gdLst>
              <a:gd name="textAreaLeft" fmla="*/ 0 w 3216960"/>
              <a:gd name="textAreaRight" fmla="*/ 3217320 w 3216960"/>
              <a:gd name="textAreaTop" fmla="*/ 0 h 2580120"/>
              <a:gd name="textAreaBottom" fmla="*/ 2580480 h 2580120"/>
            </a:gdLst>
            <a:ahLst/>
            <a:rect l="textAreaLeft" t="textAreaTop" r="textAreaRight" b="textAreaBottom"/>
            <a:pathLst>
              <a:path w="128696" h="103218">
                <a:moveTo>
                  <a:pt x="24152" y="0"/>
                </a:moveTo>
                <a:cubicBezTo>
                  <a:pt x="38138" y="13054"/>
                  <a:pt x="44140" y="40028"/>
                  <a:pt x="34372" y="56478"/>
                </a:cubicBezTo>
                <a:cubicBezTo>
                  <a:pt x="28872" y="65741"/>
                  <a:pt x="12905" y="72315"/>
                  <a:pt x="3713" y="66698"/>
                </a:cubicBezTo>
                <a:cubicBezTo>
                  <a:pt x="665" y="64835"/>
                  <a:pt x="-841" y="59795"/>
                  <a:pt x="486" y="56478"/>
                </a:cubicBezTo>
                <a:cubicBezTo>
                  <a:pt x="1964" y="52782"/>
                  <a:pt x="6189" y="49332"/>
                  <a:pt x="10167" y="49485"/>
                </a:cubicBezTo>
                <a:cubicBezTo>
                  <a:pt x="18525" y="49807"/>
                  <a:pt x="25466" y="56800"/>
                  <a:pt x="31683" y="62395"/>
                </a:cubicBezTo>
                <a:cubicBezTo>
                  <a:pt x="43274" y="72827"/>
                  <a:pt x="51083" y="88231"/>
                  <a:pt x="65031" y="95205"/>
                </a:cubicBezTo>
                <a:cubicBezTo>
                  <a:pt x="77109" y="101244"/>
                  <a:pt x="91419" y="104269"/>
                  <a:pt x="104835" y="102736"/>
                </a:cubicBezTo>
                <a:cubicBezTo>
                  <a:pt x="118817" y="101138"/>
                  <a:pt x="130054" y="81761"/>
                  <a:pt x="128502" y="67773"/>
                </a:cubicBezTo>
              </a:path>
            </a:pathLst>
          </a:custGeom>
          <a:noFill/>
          <a:ln w="1905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45" name="Google Shape;155;p10"/>
          <p:cNvSpPr/>
          <p:nvPr/>
        </p:nvSpPr>
        <p:spPr>
          <a:xfrm>
            <a:off x="5002200" y="3751560"/>
            <a:ext cx="4853880" cy="2298960"/>
          </a:xfrm>
          <a:custGeom>
            <a:avLst/>
            <a:gdLst>
              <a:gd name="textAreaLeft" fmla="*/ 0 w 4853880"/>
              <a:gd name="textAreaRight" fmla="*/ 4854240 w 4853880"/>
              <a:gd name="textAreaTop" fmla="*/ 0 h 2298960"/>
              <a:gd name="textAreaBottom" fmla="*/ 2299320 h 2298960"/>
            </a:gdLst>
            <a:ahLst/>
            <a:rect l="textAreaLeft" t="textAreaTop" r="textAreaRight" b="textAreaBottom"/>
            <a:pathLst>
              <a:path w="194176" h="91978">
                <a:moveTo>
                  <a:pt x="194176" y="0"/>
                </a:moveTo>
                <a:cubicBezTo>
                  <a:pt x="186286" y="7101"/>
                  <a:pt x="179319" y="17359"/>
                  <a:pt x="168895" y="19364"/>
                </a:cubicBezTo>
                <a:cubicBezTo>
                  <a:pt x="153216" y="22380"/>
                  <a:pt x="135427" y="14089"/>
                  <a:pt x="121024" y="20978"/>
                </a:cubicBezTo>
                <a:cubicBezTo>
                  <a:pt x="108557" y="26941"/>
                  <a:pt x="104380" y="45171"/>
                  <a:pt x="91440" y="50023"/>
                </a:cubicBezTo>
                <a:cubicBezTo>
                  <a:pt x="85059" y="52416"/>
                  <a:pt x="77633" y="48990"/>
                  <a:pt x="71001" y="50561"/>
                </a:cubicBezTo>
                <a:cubicBezTo>
                  <a:pt x="58222" y="53588"/>
                  <a:pt x="48540" y="64196"/>
                  <a:pt x="37652" y="71539"/>
                </a:cubicBezTo>
                <a:cubicBezTo>
                  <a:pt x="25812" y="79524"/>
                  <a:pt x="12245" y="84631"/>
                  <a:pt x="0" y="91978"/>
                </a:cubicBezTo>
              </a:path>
            </a:pathLst>
          </a:custGeom>
          <a:no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446" name="PlaceHolder 1"/>
          <p:cNvSpPr>
            <a:spLocks noGrp="1"/>
          </p:cNvSpPr>
          <p:nvPr>
            <p:ph type="title"/>
          </p:nvPr>
        </p:nvSpPr>
        <p:spPr>
          <a:xfrm>
            <a:off x="716760" y="510840"/>
            <a:ext cx="7710120" cy="482040"/>
          </a:xfrm>
          <a:prstGeom prst="rect">
            <a:avLst/>
          </a:prstGeom>
          <a:noFill/>
          <a:ln w="0">
            <a:noFill/>
          </a:ln>
        </p:spPr>
        <p:txBody>
          <a:bodyPr lIns="91440" rIns="91440" tIns="91440" bIns="91440" anchor="t">
            <a:noAutofit/>
          </a:bodyPr>
          <a:p>
            <a:pPr indent="0">
              <a:buNone/>
            </a:pPr>
            <a:r>
              <a:rPr b="0" lang="fr-FR" sz="2400" spc="-1" strike="noStrike">
                <a:solidFill>
                  <a:schemeClr val="dk1"/>
                </a:solidFill>
                <a:latin typeface="Arial"/>
              </a:rPr>
              <a:t>Click to edit the title text format</a:t>
            </a:r>
            <a:endParaRPr b="0" lang="fr-FR"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4.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4.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title"/>
          </p:nvPr>
        </p:nvSpPr>
        <p:spPr>
          <a:xfrm>
            <a:off x="714240" y="876240"/>
            <a:ext cx="4266720" cy="2723760"/>
          </a:xfrm>
          <a:prstGeom prst="rect">
            <a:avLst/>
          </a:prstGeom>
          <a:noFill/>
          <a:ln w="0">
            <a:noFill/>
          </a:ln>
        </p:spPr>
        <p:txBody>
          <a:bodyPr lIns="91440" rIns="91440" tIns="91440" bIns="91440" anchor="b">
            <a:normAutofit fontScale="91831"/>
          </a:bodyPr>
          <a:p>
            <a:pPr indent="0">
              <a:lnSpc>
                <a:spcPct val="100000"/>
              </a:lnSpc>
              <a:buNone/>
              <a:tabLst>
                <a:tab algn="l" pos="0"/>
              </a:tabLst>
            </a:pPr>
            <a:r>
              <a:rPr b="1" lang="en" sz="6000" spc="-1" strike="noStrike">
                <a:solidFill>
                  <a:schemeClr val="dk1"/>
                </a:solidFill>
                <a:latin typeface="Varela Round"/>
                <a:ea typeface="Varela Round"/>
              </a:rPr>
              <a:t>The Meaning of Success and Failure</a:t>
            </a:r>
            <a:endParaRPr b="0" lang="fr-FR" sz="6000" spc="-1" strike="noStrike">
              <a:solidFill>
                <a:schemeClr val="dk1"/>
              </a:solidFill>
              <a:latin typeface="Arial"/>
            </a:endParaRPr>
          </a:p>
        </p:txBody>
      </p:sp>
      <p:sp>
        <p:nvSpPr>
          <p:cNvPr id="448" name="PlaceHolder 2"/>
          <p:cNvSpPr>
            <a:spLocks noGrp="1"/>
          </p:cNvSpPr>
          <p:nvPr>
            <p:ph type="subTitle"/>
          </p:nvPr>
        </p:nvSpPr>
        <p:spPr>
          <a:xfrm>
            <a:off x="714240" y="3600360"/>
            <a:ext cx="4266720" cy="856800"/>
          </a:xfrm>
          <a:prstGeom prst="rect">
            <a:avLst/>
          </a:prstGeom>
          <a:noFill/>
          <a:ln w="0">
            <a:noFill/>
          </a:ln>
        </p:spPr>
        <p:txBody>
          <a:bodyPr lIns="91440" rIns="91440" tIns="91440" bIns="91440" anchor="t">
            <a:normAutofit/>
          </a:bodyPr>
          <a:p>
            <a:pPr indent="0" algn="ctr">
              <a:buNone/>
            </a:pPr>
            <a:endParaRPr b="0" lang="en-US" sz="1600" spc="-1" strike="noStrike">
              <a:solidFill>
                <a:schemeClr val="dk1"/>
              </a:solidFill>
              <a:latin typeface="Nunito"/>
              <a:ea typeface="Nunito"/>
            </a:endParaRPr>
          </a:p>
        </p:txBody>
      </p:sp>
      <p:sp>
        <p:nvSpPr>
          <p:cNvPr id="449" name="Google Shape;556;p40"/>
          <p:cNvSpPr/>
          <p:nvPr/>
        </p:nvSpPr>
        <p:spPr>
          <a:xfrm>
            <a:off x="5306760" y="736920"/>
            <a:ext cx="3161520" cy="3898440"/>
          </a:xfrm>
          <a:prstGeom prst="flowChartDocument">
            <a:avLst/>
          </a:prstGeom>
          <a:blipFill rotWithShape="0">
            <a:blip r:embed="rId1"/>
            <a:srcRect/>
            <a:stretch/>
          </a:blip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450" name="Google Shape;557;p40"/>
          <p:cNvGrpSpPr/>
          <p:nvPr/>
        </p:nvGrpSpPr>
        <p:grpSpPr>
          <a:xfrm>
            <a:off x="4393440" y="314640"/>
            <a:ext cx="1333080" cy="679320"/>
            <a:chOff x="4393440" y="314640"/>
            <a:chExt cx="1333080" cy="679320"/>
          </a:xfrm>
        </p:grpSpPr>
        <p:sp>
          <p:nvSpPr>
            <p:cNvPr id="451" name="Google Shape;558;p40"/>
            <p:cNvSpPr/>
            <p:nvPr/>
          </p:nvSpPr>
          <p:spPr>
            <a:xfrm rot="20905200">
              <a:off x="4399920" y="767520"/>
              <a:ext cx="104760" cy="75600"/>
            </a:xfrm>
            <a:custGeom>
              <a:avLst/>
              <a:gdLst>
                <a:gd name="textAreaLeft" fmla="*/ 0 w 104760"/>
                <a:gd name="textAreaRight" fmla="*/ 105120 w 104760"/>
                <a:gd name="textAreaTop" fmla="*/ 0 h 75600"/>
                <a:gd name="textAreaBottom" fmla="*/ 75960 h 7560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7800" bIns="378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2" name="Google Shape;559;p40"/>
            <p:cNvSpPr/>
            <p:nvPr/>
          </p:nvSpPr>
          <p:spPr>
            <a:xfrm rot="20905200">
              <a:off x="4601160" y="452160"/>
              <a:ext cx="97560" cy="81000"/>
            </a:xfrm>
            <a:custGeom>
              <a:avLst/>
              <a:gdLst>
                <a:gd name="textAreaLeft" fmla="*/ 0 w 97560"/>
                <a:gd name="textAreaRight" fmla="*/ 97920 w 97560"/>
                <a:gd name="textAreaTop" fmla="*/ 0 h 81000"/>
                <a:gd name="textAreaBottom" fmla="*/ 81360 h 8100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40680" bIns="406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3" name="Google Shape;560;p40"/>
            <p:cNvSpPr/>
            <p:nvPr/>
          </p:nvSpPr>
          <p:spPr>
            <a:xfrm rot="20905200">
              <a:off x="5108760" y="323640"/>
              <a:ext cx="96840" cy="64440"/>
            </a:xfrm>
            <a:custGeom>
              <a:avLst/>
              <a:gdLst>
                <a:gd name="textAreaLeft" fmla="*/ 0 w 96840"/>
                <a:gd name="textAreaRight" fmla="*/ 97200 w 96840"/>
                <a:gd name="textAreaTop" fmla="*/ 0 h 64440"/>
                <a:gd name="textAreaBottom" fmla="*/ 64800 h 6444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4" name="Google Shape;561;p40"/>
            <p:cNvSpPr/>
            <p:nvPr/>
          </p:nvSpPr>
          <p:spPr>
            <a:xfrm rot="20905200">
              <a:off x="5352480" y="580680"/>
              <a:ext cx="124920" cy="95400"/>
            </a:xfrm>
            <a:custGeom>
              <a:avLst/>
              <a:gdLst>
                <a:gd name="textAreaLeft" fmla="*/ 0 w 124920"/>
                <a:gd name="textAreaRight" fmla="*/ 125280 w 124920"/>
                <a:gd name="textAreaTop" fmla="*/ 0 h 95400"/>
                <a:gd name="textAreaBottom" fmla="*/ 95760 h 9540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47880" bIns="478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5" name="Google Shape;562;p40"/>
            <p:cNvSpPr/>
            <p:nvPr/>
          </p:nvSpPr>
          <p:spPr>
            <a:xfrm rot="20905200">
              <a:off x="4817160" y="742680"/>
              <a:ext cx="84960" cy="61920"/>
            </a:xfrm>
            <a:custGeom>
              <a:avLst/>
              <a:gdLst>
                <a:gd name="textAreaLeft" fmla="*/ 0 w 84960"/>
                <a:gd name="textAreaRight" fmla="*/ 85320 w 84960"/>
                <a:gd name="textAreaTop" fmla="*/ 0 h 61920"/>
                <a:gd name="textAreaBottom" fmla="*/ 62280 h 6192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6" name="Google Shape;563;p40"/>
            <p:cNvSpPr/>
            <p:nvPr/>
          </p:nvSpPr>
          <p:spPr>
            <a:xfrm rot="20905200">
              <a:off x="5195520" y="877680"/>
              <a:ext cx="141480" cy="87480"/>
            </a:xfrm>
            <a:custGeom>
              <a:avLst/>
              <a:gdLst>
                <a:gd name="textAreaLeft" fmla="*/ 0 w 141480"/>
                <a:gd name="textAreaRight" fmla="*/ 141840 w 141480"/>
                <a:gd name="textAreaTop" fmla="*/ 0 h 87480"/>
                <a:gd name="textAreaBottom" fmla="*/ 87840 h 8748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43920" bIns="43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57" name="Google Shape;564;p40"/>
            <p:cNvSpPr/>
            <p:nvPr/>
          </p:nvSpPr>
          <p:spPr>
            <a:xfrm rot="20905200">
              <a:off x="5619240" y="915480"/>
              <a:ext cx="101160" cy="68760"/>
            </a:xfrm>
            <a:custGeom>
              <a:avLst/>
              <a:gdLst>
                <a:gd name="textAreaLeft" fmla="*/ 0 w 101160"/>
                <a:gd name="textAreaRight" fmla="*/ 101520 w 101160"/>
                <a:gd name="textAreaTop" fmla="*/ 0 h 68760"/>
                <a:gd name="textAreaBottom" fmla="*/ 69120 h 6876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34560" bIns="3456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458" name="Google Shape;565;p40"/>
          <p:cNvSpPr/>
          <p:nvPr/>
        </p:nvSpPr>
        <p:spPr>
          <a:xfrm rot="20721000">
            <a:off x="6588720" y="-557640"/>
            <a:ext cx="2904120" cy="2126520"/>
          </a:xfrm>
          <a:custGeom>
            <a:avLst/>
            <a:gdLst>
              <a:gd name="textAreaLeft" fmla="*/ 0 w 2904120"/>
              <a:gd name="textAreaRight" fmla="*/ 2904480 w 2904120"/>
              <a:gd name="textAreaTop" fmla="*/ 0 h 2126520"/>
              <a:gd name="textAreaBottom" fmla="*/ 2126880 h 2126520"/>
            </a:gdLst>
            <a:ahLst/>
            <a:rect l="textAreaLeft" t="textAreaTop" r="textAreaRight" b="textAreaBottom"/>
            <a:pathLst>
              <a:path w="116183" h="85068">
                <a:moveTo>
                  <a:pt x="0" y="620"/>
                </a:moveTo>
                <a:cubicBezTo>
                  <a:pt x="13873" y="-2847"/>
                  <a:pt x="30423" y="9498"/>
                  <a:pt x="37114" y="22136"/>
                </a:cubicBezTo>
                <a:cubicBezTo>
                  <a:pt x="41392" y="30216"/>
                  <a:pt x="41051" y="42272"/>
                  <a:pt x="48948" y="46878"/>
                </a:cubicBezTo>
                <a:cubicBezTo>
                  <a:pt x="63258" y="55224"/>
                  <a:pt x="82179" y="50245"/>
                  <a:pt x="97895" y="55484"/>
                </a:cubicBezTo>
                <a:cubicBezTo>
                  <a:pt x="108893" y="59150"/>
                  <a:pt x="114745" y="73564"/>
                  <a:pt x="116183" y="85068"/>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59" name="Google Shape;566;p40"/>
          <p:cNvSpPr/>
          <p:nvPr/>
        </p:nvSpPr>
        <p:spPr>
          <a:xfrm flipH="1">
            <a:off x="5374440" y="4340520"/>
            <a:ext cx="5158800" cy="1333800"/>
          </a:xfrm>
          <a:custGeom>
            <a:avLst/>
            <a:gdLst>
              <a:gd name="textAreaLeft" fmla="*/ 360 w 5158800"/>
              <a:gd name="textAreaRight" fmla="*/ 5159520 w 5158800"/>
              <a:gd name="textAreaTop" fmla="*/ 0 h 1333800"/>
              <a:gd name="textAreaBottom" fmla="*/ 1334160 h 1333800"/>
            </a:gdLst>
            <a:ahLst/>
            <a:rect l="textAreaLeft" t="textAreaTop" r="textAreaRight" b="textAreaBottom"/>
            <a:pathLst>
              <a:path w="206363" h="53369">
                <a:moveTo>
                  <a:pt x="1968" y="53369"/>
                </a:moveTo>
                <a:cubicBezTo>
                  <a:pt x="-2136" y="41065"/>
                  <a:pt x="1228" y="26804"/>
                  <a:pt x="5733" y="14642"/>
                </a:cubicBezTo>
                <a:cubicBezTo>
                  <a:pt x="7667" y="9419"/>
                  <a:pt x="9416" y="1750"/>
                  <a:pt x="14877" y="657"/>
                </a:cubicBezTo>
                <a:cubicBezTo>
                  <a:pt x="39302" y="-4230"/>
                  <a:pt x="59893" y="27013"/>
                  <a:pt x="84802" y="27013"/>
                </a:cubicBezTo>
                <a:cubicBezTo>
                  <a:pt x="94825" y="27013"/>
                  <a:pt x="102803" y="18190"/>
                  <a:pt x="111696" y="13566"/>
                </a:cubicBezTo>
                <a:cubicBezTo>
                  <a:pt x="123707" y="7321"/>
                  <a:pt x="138196" y="2992"/>
                  <a:pt x="151499" y="5498"/>
                </a:cubicBezTo>
                <a:cubicBezTo>
                  <a:pt x="173396" y="9623"/>
                  <a:pt x="193145" y="25749"/>
                  <a:pt x="206363" y="43687"/>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ubTitle"/>
          </p:nvPr>
        </p:nvSpPr>
        <p:spPr>
          <a:xfrm>
            <a:off x="723960" y="1209600"/>
            <a:ext cx="7714800" cy="2457000"/>
          </a:xfrm>
          <a:prstGeom prst="rect">
            <a:avLst/>
          </a:prstGeom>
          <a:noFill/>
          <a:ln w="0">
            <a:noFill/>
          </a:ln>
        </p:spPr>
        <p:txBody>
          <a:bodyPr lIns="91440" rIns="91440" tIns="91440" bIns="91440" anchor="t">
            <a:normAutofit/>
          </a:bodyPr>
          <a:p>
            <a:pPr>
              <a:lnSpc>
                <a:spcPct val="100000"/>
              </a:lnSpc>
              <a:tabLst>
                <a:tab algn="l" pos="0"/>
              </a:tabLst>
            </a:pPr>
            <a:r>
              <a:rPr b="0" lang="en" sz="1600" spc="-1" strike="noStrike">
                <a:solidFill>
                  <a:schemeClr val="dk1"/>
                </a:solidFill>
                <a:latin typeface="Nunito"/>
                <a:ea typeface="Nunito"/>
              </a:rPr>
              <a:t>Success and failure hold unique meanings for individuals. In a world often defined by financial gains and recognition, true success transcends material values. In Hemingway's 'The Old Man and the Sea,' we explore a nuanced understanding of success, rooted in resilience and dignity.</a:t>
            </a:r>
            <a:endParaRPr b="0" lang="en-US" sz="1600" spc="-1" strike="noStrike">
              <a:solidFill>
                <a:srgbClr val="000000"/>
              </a:solidFill>
              <a:latin typeface="OpenSymbol"/>
            </a:endParaRPr>
          </a:p>
        </p:txBody>
      </p:sp>
      <p:sp>
        <p:nvSpPr>
          <p:cNvPr id="461" name="PlaceHolder 2"/>
          <p:cNvSpPr>
            <a:spLocks noGrp="1"/>
          </p:cNvSpPr>
          <p:nvPr>
            <p:ph type="title"/>
          </p:nvPr>
        </p:nvSpPr>
        <p:spPr>
          <a:xfrm>
            <a:off x="723960" y="371520"/>
            <a:ext cx="7714800" cy="571320"/>
          </a:xfrm>
          <a:prstGeom prst="rect">
            <a:avLst/>
          </a:prstGeom>
          <a:noFill/>
          <a:ln w="0">
            <a:noFill/>
          </a:ln>
        </p:spPr>
        <p:txBody>
          <a:bodyPr lIns="91440" rIns="91440" tIns="91440" bIns="91440" anchor="t">
            <a:normAutofit fontScale="74840"/>
          </a:bodyPr>
          <a:p>
            <a:pPr indent="0">
              <a:lnSpc>
                <a:spcPct val="100000"/>
              </a:lnSpc>
              <a:buNone/>
              <a:tabLst>
                <a:tab algn="l" pos="0"/>
              </a:tabLst>
            </a:pPr>
            <a:r>
              <a:rPr b="1" lang="en" sz="3500" spc="-1" strike="noStrike">
                <a:solidFill>
                  <a:schemeClr val="dk1"/>
                </a:solidFill>
                <a:latin typeface="Varela Round"/>
                <a:ea typeface="Varela Round"/>
              </a:rPr>
              <a:t>Introduction</a:t>
            </a:r>
            <a:endParaRPr b="0" lang="fr-FR" sz="35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title"/>
          </p:nvPr>
        </p:nvSpPr>
        <p:spPr>
          <a:xfrm>
            <a:off x="714240" y="1724040"/>
            <a:ext cx="3828600" cy="1352160"/>
          </a:xfrm>
          <a:prstGeom prst="rect">
            <a:avLst/>
          </a:prstGeom>
          <a:noFill/>
          <a:ln w="0">
            <a:noFill/>
          </a:ln>
        </p:spPr>
        <p:txBody>
          <a:bodyPr lIns="91440" rIns="91440" tIns="91440" bIns="91440" anchor="b">
            <a:normAutofit/>
          </a:bodyPr>
          <a:p>
            <a:pPr indent="0">
              <a:lnSpc>
                <a:spcPct val="100000"/>
              </a:lnSpc>
              <a:buNone/>
              <a:tabLst>
                <a:tab algn="l" pos="0"/>
              </a:tabLst>
            </a:pPr>
            <a:r>
              <a:rPr b="1" lang="en" sz="4000" spc="-1" strike="noStrike">
                <a:solidFill>
                  <a:schemeClr val="dk1"/>
                </a:solidFill>
                <a:latin typeface="Varela Round"/>
                <a:ea typeface="Varela Round"/>
              </a:rPr>
              <a:t>Defining Success</a:t>
            </a:r>
            <a:endParaRPr b="0" lang="fr-FR" sz="4000" spc="-1" strike="noStrike">
              <a:solidFill>
                <a:schemeClr val="dk1"/>
              </a:solidFill>
              <a:latin typeface="Arial"/>
            </a:endParaRPr>
          </a:p>
        </p:txBody>
      </p:sp>
      <p:sp>
        <p:nvSpPr>
          <p:cNvPr id="463" name="PlaceHolder 2"/>
          <p:cNvSpPr>
            <a:spLocks noGrp="1"/>
          </p:cNvSpPr>
          <p:nvPr>
            <p:ph type="title"/>
          </p:nvPr>
        </p:nvSpPr>
        <p:spPr>
          <a:xfrm>
            <a:off x="714240" y="1104840"/>
            <a:ext cx="1095120" cy="618840"/>
          </a:xfrm>
          <a:prstGeom prst="rect">
            <a:avLst/>
          </a:prstGeom>
          <a:noFill/>
          <a:ln w="0">
            <a:noFill/>
          </a:ln>
        </p:spPr>
        <p:txBody>
          <a:bodyPr lIns="91440" rIns="91440" tIns="91440" bIns="91440" anchor="ctr">
            <a:normAutofit fontScale="74995" lnSpcReduction="20000"/>
          </a:bodyPr>
          <a:p>
            <a:pPr indent="0" algn="ctr">
              <a:lnSpc>
                <a:spcPct val="100000"/>
              </a:lnSpc>
              <a:buNone/>
              <a:tabLst>
                <a:tab algn="l" pos="0"/>
              </a:tabLst>
            </a:pPr>
            <a:r>
              <a:rPr b="1" lang="en" sz="5000" spc="-1" strike="noStrike">
                <a:solidFill>
                  <a:schemeClr val="accent1"/>
                </a:solidFill>
                <a:latin typeface="Varela Round"/>
                <a:ea typeface="Varela Round"/>
              </a:rPr>
              <a:t>01</a:t>
            </a:r>
            <a:endParaRPr b="0" lang="fr-FR" sz="5000" spc="-1" strike="noStrike">
              <a:solidFill>
                <a:schemeClr val="dk1"/>
              </a:solidFill>
              <a:latin typeface="Arial"/>
            </a:endParaRPr>
          </a:p>
        </p:txBody>
      </p:sp>
      <p:sp>
        <p:nvSpPr>
          <p:cNvPr id="464" name="PlaceHolder 3"/>
          <p:cNvSpPr>
            <a:spLocks noGrp="1"/>
          </p:cNvSpPr>
          <p:nvPr>
            <p:ph type="subTitle"/>
          </p:nvPr>
        </p:nvSpPr>
        <p:spPr>
          <a:xfrm>
            <a:off x="714240" y="3067200"/>
            <a:ext cx="3828600" cy="1028520"/>
          </a:xfrm>
          <a:prstGeom prst="rect">
            <a:avLst/>
          </a:prstGeom>
          <a:noFill/>
          <a:ln w="0">
            <a:noFill/>
          </a:ln>
        </p:spPr>
        <p:txBody>
          <a:bodyPr lIns="91440" rIns="91440" tIns="91440" bIns="91440" anchor="t">
            <a:normAutofit/>
          </a:bodyPr>
          <a:p>
            <a:pPr indent="0" algn="ctr">
              <a:buNone/>
            </a:pPr>
            <a:endParaRPr b="0" lang="en-US" sz="1800" spc="-1" strike="noStrike">
              <a:solidFill>
                <a:schemeClr val="dk1"/>
              </a:solidFill>
              <a:latin typeface="Nunito"/>
              <a:ea typeface="Nunito"/>
            </a:endParaRPr>
          </a:p>
        </p:txBody>
      </p:sp>
      <p:sp>
        <p:nvSpPr>
          <p:cNvPr id="465" name="Google Shape;976;p69"/>
          <p:cNvSpPr/>
          <p:nvPr/>
        </p:nvSpPr>
        <p:spPr>
          <a:xfrm>
            <a:off x="5007600" y="942480"/>
            <a:ext cx="3406320" cy="3258720"/>
          </a:xfrm>
          <a:prstGeom prst="ellipse">
            <a:avLst/>
          </a:prstGeom>
          <a:blipFill rotWithShape="0">
            <a:blip r:embed="rId1"/>
            <a:srcRect/>
            <a:stretch/>
          </a:blip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66" name="Google Shape;977;p69"/>
          <p:cNvSpPr/>
          <p:nvPr/>
        </p:nvSpPr>
        <p:spPr>
          <a:xfrm rot="6585600">
            <a:off x="5811480" y="2593080"/>
            <a:ext cx="3199680" cy="3150000"/>
          </a:xfrm>
          <a:custGeom>
            <a:avLst/>
            <a:gdLst>
              <a:gd name="textAreaLeft" fmla="*/ 0 w 3199680"/>
              <a:gd name="textAreaRight" fmla="*/ 3200040 w 3199680"/>
              <a:gd name="textAreaTop" fmla="*/ 0 h 3150000"/>
              <a:gd name="textAreaBottom" fmla="*/ 3150360 h 3150000"/>
            </a:gdLst>
            <a:ahLst/>
            <a:rect l="textAreaLeft" t="textAreaTop" r="textAreaRight" b="textAreaBottom"/>
            <a:pathLst>
              <a:path w="116183" h="85068">
                <a:moveTo>
                  <a:pt x="0" y="620"/>
                </a:moveTo>
                <a:cubicBezTo>
                  <a:pt x="13873" y="-2847"/>
                  <a:pt x="30423" y="9498"/>
                  <a:pt x="37114" y="22136"/>
                </a:cubicBezTo>
                <a:cubicBezTo>
                  <a:pt x="41392" y="30216"/>
                  <a:pt x="41051" y="42272"/>
                  <a:pt x="48948" y="46878"/>
                </a:cubicBezTo>
                <a:cubicBezTo>
                  <a:pt x="63258" y="55224"/>
                  <a:pt x="82179" y="50245"/>
                  <a:pt x="97895" y="55484"/>
                </a:cubicBezTo>
                <a:cubicBezTo>
                  <a:pt x="108893" y="59150"/>
                  <a:pt x="114745" y="73564"/>
                  <a:pt x="116183" y="85068"/>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67" name="Google Shape;978;p69"/>
          <p:cNvSpPr/>
          <p:nvPr/>
        </p:nvSpPr>
        <p:spPr>
          <a:xfrm flipH="1" rot="13500000">
            <a:off x="6122520" y="177480"/>
            <a:ext cx="5158800" cy="1333800"/>
          </a:xfrm>
          <a:custGeom>
            <a:avLst/>
            <a:gdLst>
              <a:gd name="textAreaLeft" fmla="*/ 360 w 5158800"/>
              <a:gd name="textAreaRight" fmla="*/ 5159520 w 5158800"/>
              <a:gd name="textAreaTop" fmla="*/ 0 h 1333800"/>
              <a:gd name="textAreaBottom" fmla="*/ 1334160 h 1333800"/>
            </a:gdLst>
            <a:ahLst/>
            <a:rect l="textAreaLeft" t="textAreaTop" r="textAreaRight" b="textAreaBottom"/>
            <a:pathLst>
              <a:path w="206363" h="53369">
                <a:moveTo>
                  <a:pt x="1968" y="53369"/>
                </a:moveTo>
                <a:cubicBezTo>
                  <a:pt x="-2136" y="41065"/>
                  <a:pt x="1228" y="26804"/>
                  <a:pt x="5733" y="14642"/>
                </a:cubicBezTo>
                <a:cubicBezTo>
                  <a:pt x="7667" y="9419"/>
                  <a:pt x="9416" y="1750"/>
                  <a:pt x="14877" y="657"/>
                </a:cubicBezTo>
                <a:cubicBezTo>
                  <a:pt x="39302" y="-4230"/>
                  <a:pt x="59893" y="27013"/>
                  <a:pt x="84802" y="27013"/>
                </a:cubicBezTo>
                <a:cubicBezTo>
                  <a:pt x="94825" y="27013"/>
                  <a:pt x="102803" y="18190"/>
                  <a:pt x="111696" y="13566"/>
                </a:cubicBezTo>
                <a:cubicBezTo>
                  <a:pt x="123707" y="7321"/>
                  <a:pt x="138196" y="2992"/>
                  <a:pt x="151499" y="5498"/>
                </a:cubicBezTo>
                <a:cubicBezTo>
                  <a:pt x="173396" y="9623"/>
                  <a:pt x="193145" y="25749"/>
                  <a:pt x="206363" y="43687"/>
                </a:cubicBezTo>
              </a:path>
            </a:pathLst>
          </a:custGeom>
          <a:noFill/>
          <a:ln w="19050">
            <a:solidFill>
              <a:srgbClr val="93b7f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ubTitle"/>
          </p:nvPr>
        </p:nvSpPr>
        <p:spPr>
          <a:xfrm>
            <a:off x="723960" y="1209600"/>
            <a:ext cx="7714800" cy="2457000"/>
          </a:xfrm>
          <a:prstGeom prst="rect">
            <a:avLst/>
          </a:prstGeom>
          <a:noFill/>
          <a:ln w="0">
            <a:noFill/>
          </a:ln>
        </p:spPr>
        <p:txBody>
          <a:bodyPr lIns="91440" rIns="91440" tIns="91440" bIns="91440" anchor="t">
            <a:normAutofit/>
          </a:bodyPr>
          <a:p>
            <a:pPr>
              <a:lnSpc>
                <a:spcPct val="100000"/>
              </a:lnSpc>
              <a:tabLst>
                <a:tab algn="l" pos="0"/>
              </a:tabLst>
            </a:pPr>
            <a:r>
              <a:rPr b="0" lang="en" sz="1600" spc="-1" strike="noStrike">
                <a:solidFill>
                  <a:schemeClr val="dk1"/>
                </a:solidFill>
                <a:latin typeface="Nunito"/>
                <a:ea typeface="Nunito"/>
              </a:rPr>
              <a:t>Success can be perceived differently across cultures; some view it as wealth and fame, while others emphasize personal fulfillment and contributions to society. Understanding these differences allows us to appreciate broader interpretations of what it means to succeed.</a:t>
            </a:r>
            <a:endParaRPr b="0" lang="en-US" sz="1600" spc="-1" strike="noStrike">
              <a:solidFill>
                <a:srgbClr val="000000"/>
              </a:solidFill>
              <a:latin typeface="OpenSymbol"/>
            </a:endParaRPr>
          </a:p>
        </p:txBody>
      </p:sp>
      <p:sp>
        <p:nvSpPr>
          <p:cNvPr id="469" name="PlaceHolder 2"/>
          <p:cNvSpPr>
            <a:spLocks noGrp="1"/>
          </p:cNvSpPr>
          <p:nvPr>
            <p:ph type="title"/>
          </p:nvPr>
        </p:nvSpPr>
        <p:spPr>
          <a:xfrm>
            <a:off x="723960" y="371520"/>
            <a:ext cx="7714800" cy="571320"/>
          </a:xfrm>
          <a:prstGeom prst="rect">
            <a:avLst/>
          </a:prstGeom>
          <a:noFill/>
          <a:ln w="0">
            <a:noFill/>
          </a:ln>
        </p:spPr>
        <p:txBody>
          <a:bodyPr lIns="91440" rIns="91440" tIns="91440" bIns="91440" anchor="t">
            <a:normAutofit fontScale="74840"/>
          </a:bodyPr>
          <a:p>
            <a:pPr indent="0">
              <a:lnSpc>
                <a:spcPct val="100000"/>
              </a:lnSpc>
              <a:buNone/>
              <a:tabLst>
                <a:tab algn="l" pos="0"/>
              </a:tabLst>
            </a:pPr>
            <a:r>
              <a:rPr b="1" lang="en" sz="3500" spc="-1" strike="noStrike">
                <a:solidFill>
                  <a:schemeClr val="dk1"/>
                </a:solidFill>
                <a:latin typeface="Varela Round"/>
                <a:ea typeface="Varela Round"/>
              </a:rPr>
              <a:t>Cultural variations of success</a:t>
            </a:r>
            <a:endParaRPr b="0" lang="fr-FR" sz="35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Google Shape;714;p54"/>
          <p:cNvSpPr/>
          <p:nvPr/>
        </p:nvSpPr>
        <p:spPr>
          <a:xfrm>
            <a:off x="713160" y="539640"/>
            <a:ext cx="3120480" cy="4064040"/>
          </a:xfrm>
          <a:prstGeom prst="round1Rect">
            <a:avLst>
              <a:gd name="adj" fmla="val 50000"/>
            </a:avLst>
          </a:prstGeom>
          <a:blipFill rotWithShape="0">
            <a:blip r:embed="rId1"/>
            <a:srcRect/>
            <a:stretch/>
          </a:blip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71" name="PlaceHolder 1"/>
          <p:cNvSpPr>
            <a:spLocks noGrp="1"/>
          </p:cNvSpPr>
          <p:nvPr>
            <p:ph type="title"/>
          </p:nvPr>
        </p:nvSpPr>
        <p:spPr>
          <a:xfrm>
            <a:off x="3990960" y="466560"/>
            <a:ext cx="4514400" cy="1418760"/>
          </a:xfrm>
          <a:prstGeom prst="rect">
            <a:avLst/>
          </a:prstGeom>
          <a:noFill/>
          <a:ln w="0">
            <a:noFill/>
          </a:ln>
        </p:spPr>
        <p:txBody>
          <a:bodyPr lIns="91440" rIns="91440" tIns="91440" bIns="91440" anchor="b">
            <a:normAutofit/>
          </a:bodyPr>
          <a:p>
            <a:pPr indent="0">
              <a:lnSpc>
                <a:spcPct val="100000"/>
              </a:lnSpc>
              <a:buNone/>
              <a:tabLst>
                <a:tab algn="l" pos="0"/>
              </a:tabLst>
            </a:pPr>
            <a:r>
              <a:rPr b="1" lang="en" sz="3500" spc="-1" strike="noStrike">
                <a:solidFill>
                  <a:schemeClr val="dk1"/>
                </a:solidFill>
                <a:latin typeface="Varela Round"/>
                <a:ea typeface="Varela Round"/>
              </a:rPr>
              <a:t>Contemporary definitions of success</a:t>
            </a:r>
            <a:endParaRPr b="0" lang="fr-FR" sz="3500" spc="-1" strike="noStrike">
              <a:solidFill>
                <a:schemeClr val="dk1"/>
              </a:solidFill>
              <a:latin typeface="Arial"/>
            </a:endParaRPr>
          </a:p>
        </p:txBody>
      </p:sp>
      <p:sp>
        <p:nvSpPr>
          <p:cNvPr id="472" name="PlaceHolder 2"/>
          <p:cNvSpPr>
            <a:spLocks noGrp="1"/>
          </p:cNvSpPr>
          <p:nvPr>
            <p:ph type="subTitle"/>
          </p:nvPr>
        </p:nvSpPr>
        <p:spPr>
          <a:xfrm>
            <a:off x="3990960" y="1962000"/>
            <a:ext cx="4514400" cy="2647440"/>
          </a:xfrm>
          <a:prstGeom prst="rect">
            <a:avLst/>
          </a:prstGeom>
          <a:noFill/>
          <a:ln w="0">
            <a:noFill/>
          </a:ln>
        </p:spPr>
        <p:txBody>
          <a:bodyPr lIns="91440" rIns="91440" tIns="91440" bIns="91440" anchor="t">
            <a:normAutofit/>
          </a:bodyPr>
          <a:p>
            <a:pPr indent="0">
              <a:lnSpc>
                <a:spcPct val="100000"/>
              </a:lnSpc>
              <a:spcAft>
                <a:spcPts val="1599"/>
              </a:spcAft>
              <a:buNone/>
              <a:tabLst>
                <a:tab algn="l" pos="0"/>
              </a:tabLst>
            </a:pPr>
            <a:r>
              <a:rPr b="0" lang="en" sz="1400" spc="-1" strike="noStrike">
                <a:solidFill>
                  <a:schemeClr val="dk1"/>
                </a:solidFill>
                <a:latin typeface="Nunito"/>
                <a:ea typeface="Nunito"/>
              </a:rPr>
              <a:t>In today's society, success is often equated with high-paying jobs and social media influence. However, this narrow view raises questions about true happiness. Are wealth and fame the ultimate goals, or is there a deeper sense of fulfillment to pursue?</a:t>
            </a:r>
            <a:endParaRPr b="0" lang="en-US" sz="1400" spc="-1" strike="noStrike">
              <a:solidFill>
                <a:srgbClr val="000000"/>
              </a:solidFill>
              <a:latin typeface="OpenSymbol"/>
            </a:endParaRPr>
          </a:p>
        </p:txBody>
      </p:sp>
      <p:sp>
        <p:nvSpPr>
          <p:cNvPr id="473" name="Google Shape;717;p54"/>
          <p:cNvSpPr/>
          <p:nvPr/>
        </p:nvSpPr>
        <p:spPr>
          <a:xfrm flipH="1" rot="21599400">
            <a:off x="-672120" y="2589480"/>
            <a:ext cx="3430080" cy="3778200"/>
          </a:xfrm>
          <a:custGeom>
            <a:avLst/>
            <a:gdLst>
              <a:gd name="textAreaLeft" fmla="*/ 360 w 3430080"/>
              <a:gd name="textAreaRight" fmla="*/ 3430800 w 3430080"/>
              <a:gd name="textAreaTop" fmla="*/ 0 h 3778200"/>
              <a:gd name="textAreaBottom" fmla="*/ 3778560 h 377820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title"/>
          </p:nvPr>
        </p:nvSpPr>
        <p:spPr>
          <a:xfrm>
            <a:off x="1028880" y="1143000"/>
            <a:ext cx="7086240" cy="1333080"/>
          </a:xfrm>
          <a:prstGeom prst="rect">
            <a:avLst/>
          </a:prstGeom>
          <a:noFill/>
          <a:ln w="0">
            <a:noFill/>
          </a:ln>
        </p:spPr>
        <p:txBody>
          <a:bodyPr lIns="91440" rIns="91440" tIns="91440" bIns="91440" anchor="b">
            <a:normAutofit fontScale="93526" lnSpcReduction="10000"/>
          </a:bodyPr>
          <a:p>
            <a:pPr indent="0" algn="ctr">
              <a:lnSpc>
                <a:spcPct val="100000"/>
              </a:lnSpc>
              <a:buNone/>
              <a:tabLst>
                <a:tab algn="l" pos="0"/>
              </a:tabLst>
            </a:pPr>
            <a:r>
              <a:rPr b="1" lang="en" sz="4500" spc="-1" strike="noStrike">
                <a:solidFill>
                  <a:schemeClr val="dk1"/>
                </a:solidFill>
                <a:latin typeface="Varela Round"/>
                <a:ea typeface="Varela Round"/>
              </a:rPr>
              <a:t>Success in The Old Man and the Sea</a:t>
            </a:r>
            <a:endParaRPr b="0" lang="fr-FR" sz="4500" spc="-1" strike="noStrike">
              <a:solidFill>
                <a:schemeClr val="dk1"/>
              </a:solidFill>
              <a:latin typeface="Arial"/>
            </a:endParaRPr>
          </a:p>
        </p:txBody>
      </p:sp>
      <p:sp>
        <p:nvSpPr>
          <p:cNvPr id="475" name="PlaceHolder 2"/>
          <p:cNvSpPr>
            <a:spLocks noGrp="1"/>
          </p:cNvSpPr>
          <p:nvPr>
            <p:ph type="subTitle"/>
          </p:nvPr>
        </p:nvSpPr>
        <p:spPr>
          <a:xfrm>
            <a:off x="1028880" y="2562120"/>
            <a:ext cx="7086240" cy="1476000"/>
          </a:xfrm>
          <a:prstGeom prst="rect">
            <a:avLst/>
          </a:prstGeom>
          <a:noFill/>
          <a:ln w="0">
            <a:noFill/>
          </a:ln>
        </p:spPr>
        <p:txBody>
          <a:bodyPr lIns="91440" rIns="91440" tIns="91440" bIns="91440" anchor="t">
            <a:normAutofit fontScale="93333"/>
          </a:bodyPr>
          <a:p>
            <a:pPr indent="0" algn="ctr">
              <a:lnSpc>
                <a:spcPct val="100000"/>
              </a:lnSpc>
              <a:buNone/>
              <a:tabLst>
                <a:tab algn="l" pos="0"/>
              </a:tabLst>
            </a:pPr>
            <a:r>
              <a:rPr b="0" lang="en" sz="1800" spc="-1" strike="noStrike">
                <a:solidFill>
                  <a:schemeClr val="dk1"/>
                </a:solidFill>
                <a:latin typeface="Nunito"/>
                <a:ea typeface="Nunito"/>
              </a:rPr>
              <a:t>In 'The Old Man and the Sea', success is portrayed as a profound concept beyond mere victory. Santiago's battle with the marlin showcases strength, courage, and perseverance. Even though he returns with only the fish's bones, his tenacity and pride exemplify true success, proving that it's characterized by effort rather than outcome.</a:t>
            </a:r>
            <a:endParaRPr b="0" lang="en-US" sz="18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title"/>
          </p:nvPr>
        </p:nvSpPr>
        <p:spPr>
          <a:xfrm>
            <a:off x="4600440" y="1866960"/>
            <a:ext cx="3561840" cy="1447560"/>
          </a:xfrm>
          <a:prstGeom prst="rect">
            <a:avLst/>
          </a:prstGeom>
          <a:noFill/>
          <a:ln w="0">
            <a:noFill/>
          </a:ln>
        </p:spPr>
        <p:txBody>
          <a:bodyPr lIns="91440" rIns="91440" tIns="91440" bIns="91440" anchor="b">
            <a:normAutofit/>
          </a:bodyPr>
          <a:p>
            <a:pPr indent="0">
              <a:lnSpc>
                <a:spcPct val="100000"/>
              </a:lnSpc>
              <a:buNone/>
              <a:tabLst>
                <a:tab algn="l" pos="0"/>
              </a:tabLst>
            </a:pPr>
            <a:r>
              <a:rPr b="1" lang="en" sz="4000" spc="-1" strike="noStrike">
                <a:solidFill>
                  <a:schemeClr val="dk1"/>
                </a:solidFill>
                <a:latin typeface="Varela Round"/>
                <a:ea typeface="Varela Round"/>
              </a:rPr>
              <a:t>Lessons from Failure</a:t>
            </a:r>
            <a:endParaRPr b="0" lang="fr-FR" sz="4000" spc="-1" strike="noStrike">
              <a:solidFill>
                <a:schemeClr val="dk1"/>
              </a:solidFill>
              <a:latin typeface="Arial"/>
            </a:endParaRPr>
          </a:p>
        </p:txBody>
      </p:sp>
      <p:sp>
        <p:nvSpPr>
          <p:cNvPr id="477" name="PlaceHolder 2"/>
          <p:cNvSpPr>
            <a:spLocks noGrp="1"/>
          </p:cNvSpPr>
          <p:nvPr>
            <p:ph type="title"/>
          </p:nvPr>
        </p:nvSpPr>
        <p:spPr>
          <a:xfrm>
            <a:off x="4600440" y="1123920"/>
            <a:ext cx="1095120" cy="618840"/>
          </a:xfrm>
          <a:prstGeom prst="rect">
            <a:avLst/>
          </a:prstGeom>
          <a:noFill/>
          <a:ln w="0">
            <a:noFill/>
          </a:ln>
        </p:spPr>
        <p:txBody>
          <a:bodyPr lIns="91440" rIns="91440" tIns="91440" bIns="91440" anchor="ctr">
            <a:normAutofit fontScale="74995" lnSpcReduction="20000"/>
          </a:bodyPr>
          <a:p>
            <a:pPr indent="0">
              <a:lnSpc>
                <a:spcPct val="100000"/>
              </a:lnSpc>
              <a:buNone/>
              <a:tabLst>
                <a:tab algn="l" pos="0"/>
              </a:tabLst>
            </a:pPr>
            <a:r>
              <a:rPr b="1" lang="en" sz="5000" spc="-1" strike="noStrike">
                <a:solidFill>
                  <a:schemeClr val="accent1"/>
                </a:solidFill>
                <a:latin typeface="Varela Round"/>
                <a:ea typeface="Varela Round"/>
              </a:rPr>
              <a:t>02</a:t>
            </a:r>
            <a:endParaRPr b="0" lang="fr-FR" sz="5000" spc="-1" strike="noStrike">
              <a:solidFill>
                <a:schemeClr val="dk1"/>
              </a:solidFill>
              <a:latin typeface="Arial"/>
            </a:endParaRPr>
          </a:p>
        </p:txBody>
      </p:sp>
      <p:sp>
        <p:nvSpPr>
          <p:cNvPr id="478" name="PlaceHolder 3"/>
          <p:cNvSpPr>
            <a:spLocks noGrp="1"/>
          </p:cNvSpPr>
          <p:nvPr>
            <p:ph type="subTitle"/>
          </p:nvPr>
        </p:nvSpPr>
        <p:spPr>
          <a:xfrm>
            <a:off x="4600440" y="3305160"/>
            <a:ext cx="3561840" cy="713880"/>
          </a:xfrm>
          <a:prstGeom prst="rect">
            <a:avLst/>
          </a:prstGeom>
          <a:noFill/>
          <a:ln w="0">
            <a:noFill/>
          </a:ln>
        </p:spPr>
        <p:txBody>
          <a:bodyPr lIns="91440" rIns="91440" tIns="91440" bIns="91440" anchor="t">
            <a:normAutofit/>
          </a:bodyPr>
          <a:p>
            <a:pPr indent="0" algn="ctr">
              <a:buNone/>
            </a:pPr>
            <a:endParaRPr b="0" lang="en-US" sz="1800" spc="-1" strike="noStrike">
              <a:solidFill>
                <a:schemeClr val="dk1"/>
              </a:solidFill>
              <a:latin typeface="Nunito"/>
              <a:ea typeface="Nunito"/>
            </a:endParaRPr>
          </a:p>
        </p:txBody>
      </p:sp>
      <p:sp>
        <p:nvSpPr>
          <p:cNvPr id="479" name="Google Shape;603;p43"/>
          <p:cNvSpPr/>
          <p:nvPr/>
        </p:nvSpPr>
        <p:spPr>
          <a:xfrm flipH="1">
            <a:off x="546840" y="950040"/>
            <a:ext cx="3390120" cy="3243240"/>
          </a:xfrm>
          <a:prstGeom prst="ellipse">
            <a:avLst/>
          </a:prstGeom>
          <a:blipFill rotWithShape="0">
            <a:blip r:embed="rId1"/>
            <a:srcRect/>
            <a:stretch/>
          </a:blip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grpSp>
        <p:nvGrpSpPr>
          <p:cNvPr id="480" name="Google Shape;604;p43"/>
          <p:cNvGrpSpPr/>
          <p:nvPr/>
        </p:nvGrpSpPr>
        <p:grpSpPr>
          <a:xfrm>
            <a:off x="4598640" y="4492080"/>
            <a:ext cx="774360" cy="407160"/>
            <a:chOff x="4598640" y="4492080"/>
            <a:chExt cx="774360" cy="407160"/>
          </a:xfrm>
        </p:grpSpPr>
        <p:sp>
          <p:nvSpPr>
            <p:cNvPr id="481" name="Google Shape;605;p43"/>
            <p:cNvSpPr/>
            <p:nvPr/>
          </p:nvSpPr>
          <p:spPr>
            <a:xfrm>
              <a:off x="4869720" y="4807080"/>
              <a:ext cx="120960" cy="92160"/>
            </a:xfrm>
            <a:custGeom>
              <a:avLst/>
              <a:gdLst>
                <a:gd name="textAreaLeft" fmla="*/ 0 w 120960"/>
                <a:gd name="textAreaRight" fmla="*/ 121320 w 120960"/>
                <a:gd name="textAreaTop" fmla="*/ 0 h 92160"/>
                <a:gd name="textAreaBottom" fmla="*/ 92520 h 92160"/>
              </a:gdLst>
              <a:ahLst/>
              <a:rect l="textAreaLeft" t="textAreaTop" r="textAreaRight" b="textAreaBottom"/>
              <a:pathLst>
                <a:path w="4854" h="3705">
                  <a:moveTo>
                    <a:pt x="2119" y="1"/>
                  </a:moveTo>
                  <a:cubicBezTo>
                    <a:pt x="1335" y="1"/>
                    <a:pt x="630" y="379"/>
                    <a:pt x="403" y="1279"/>
                  </a:cubicBezTo>
                  <a:cubicBezTo>
                    <a:pt x="0" y="2834"/>
                    <a:pt x="1606" y="3704"/>
                    <a:pt x="3000" y="3704"/>
                  </a:cubicBezTo>
                  <a:cubicBezTo>
                    <a:pt x="3979" y="3704"/>
                    <a:pt x="4854" y="3275"/>
                    <a:pt x="4854" y="2352"/>
                  </a:cubicBezTo>
                  <a:cubicBezTo>
                    <a:pt x="4854" y="985"/>
                    <a:pt x="3384" y="1"/>
                    <a:pt x="2119" y="1"/>
                  </a:cubicBezTo>
                  <a:close/>
                </a:path>
              </a:pathLst>
            </a:custGeom>
            <a:solidFill>
              <a:schemeClr val="dk2"/>
            </a:solidFill>
            <a:ln w="0">
              <a:noFill/>
            </a:ln>
          </p:spPr>
          <p:style>
            <a:lnRef idx="0"/>
            <a:fillRef idx="0"/>
            <a:effectRef idx="0"/>
            <a:fontRef idx="minor"/>
          </p:style>
          <p:txBody>
            <a:bodyPr tIns="46080" bIns="46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82" name="Google Shape;606;p43"/>
            <p:cNvSpPr/>
            <p:nvPr/>
          </p:nvSpPr>
          <p:spPr>
            <a:xfrm>
              <a:off x="5290560" y="4766400"/>
              <a:ext cx="82440" cy="60120"/>
            </a:xfrm>
            <a:custGeom>
              <a:avLst/>
              <a:gdLst>
                <a:gd name="textAreaLeft" fmla="*/ 0 w 82440"/>
                <a:gd name="textAreaRight" fmla="*/ 82800 w 82440"/>
                <a:gd name="textAreaTop" fmla="*/ 0 h 60120"/>
                <a:gd name="textAreaBottom" fmla="*/ 60480 h 60120"/>
              </a:gdLst>
              <a:ahLst/>
              <a:rect l="textAreaLeft" t="textAreaTop" r="textAreaRight" b="textAreaBottom"/>
              <a:pathLst>
                <a:path w="3311" h="2415">
                  <a:moveTo>
                    <a:pt x="1702" y="0"/>
                  </a:moveTo>
                  <a:cubicBezTo>
                    <a:pt x="859" y="0"/>
                    <a:pt x="1" y="401"/>
                    <a:pt x="1" y="1156"/>
                  </a:cubicBezTo>
                  <a:cubicBezTo>
                    <a:pt x="1" y="2009"/>
                    <a:pt x="800" y="2415"/>
                    <a:pt x="1614" y="2415"/>
                  </a:cubicBezTo>
                  <a:cubicBezTo>
                    <a:pt x="2455" y="2415"/>
                    <a:pt x="3311" y="1980"/>
                    <a:pt x="3311" y="1156"/>
                  </a:cubicBezTo>
                  <a:cubicBezTo>
                    <a:pt x="3311" y="372"/>
                    <a:pt x="2513" y="0"/>
                    <a:pt x="1702" y="0"/>
                  </a:cubicBezTo>
                  <a:close/>
                </a:path>
              </a:pathLst>
            </a:custGeom>
            <a:solidFill>
              <a:schemeClr val="dk2"/>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83" name="Google Shape;607;p43"/>
            <p:cNvSpPr/>
            <p:nvPr/>
          </p:nvSpPr>
          <p:spPr>
            <a:xfrm>
              <a:off x="4598640" y="4492080"/>
              <a:ext cx="207720" cy="122040"/>
            </a:xfrm>
            <a:custGeom>
              <a:avLst/>
              <a:gdLst>
                <a:gd name="textAreaLeft" fmla="*/ 0 w 207720"/>
                <a:gd name="textAreaRight" fmla="*/ 208080 w 207720"/>
                <a:gd name="textAreaTop" fmla="*/ 0 h 122040"/>
                <a:gd name="textAreaBottom" fmla="*/ 122400 h 122040"/>
              </a:gdLst>
              <a:ahLst/>
              <a:rect l="textAreaLeft" t="textAreaTop" r="textAreaRight" b="textAreaBottom"/>
              <a:pathLst>
                <a:path w="8328" h="4894">
                  <a:moveTo>
                    <a:pt x="3979" y="1"/>
                  </a:moveTo>
                  <a:cubicBezTo>
                    <a:pt x="2384" y="1"/>
                    <a:pt x="774" y="876"/>
                    <a:pt x="216" y="3318"/>
                  </a:cubicBezTo>
                  <a:cubicBezTo>
                    <a:pt x="1" y="4275"/>
                    <a:pt x="1756" y="4894"/>
                    <a:pt x="3635" y="4894"/>
                  </a:cubicBezTo>
                  <a:cubicBezTo>
                    <a:pt x="5340" y="4894"/>
                    <a:pt x="7148" y="4385"/>
                    <a:pt x="7680" y="3158"/>
                  </a:cubicBezTo>
                  <a:cubicBezTo>
                    <a:pt x="8327" y="1652"/>
                    <a:pt x="6169" y="1"/>
                    <a:pt x="3979"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484" name="Google Shape;608;p43"/>
          <p:cNvSpPr/>
          <p:nvPr/>
        </p:nvSpPr>
        <p:spPr>
          <a:xfrm>
            <a:off x="-1622880" y="-1583280"/>
            <a:ext cx="3764880" cy="3819960"/>
          </a:xfrm>
          <a:custGeom>
            <a:avLst/>
            <a:gdLst>
              <a:gd name="textAreaLeft" fmla="*/ 0 w 3764880"/>
              <a:gd name="textAreaRight" fmla="*/ 3765240 w 3764880"/>
              <a:gd name="textAreaTop" fmla="*/ 0 h 3819960"/>
              <a:gd name="textAreaBottom" fmla="*/ 3820320 h 3819960"/>
            </a:gdLst>
            <a:ahLst/>
            <a:rect l="textAreaLeft" t="textAreaTop" r="textAreaRight" b="textAreaBottom"/>
            <a:pathLst>
              <a:path w="150607" h="152816">
                <a:moveTo>
                  <a:pt x="150607" y="595"/>
                </a:moveTo>
                <a:cubicBezTo>
                  <a:pt x="146842" y="595"/>
                  <a:pt x="142884" y="-596"/>
                  <a:pt x="139312" y="595"/>
                </a:cubicBezTo>
                <a:cubicBezTo>
                  <a:pt x="127406" y="4565"/>
                  <a:pt x="119502" y="18478"/>
                  <a:pt x="116721" y="30717"/>
                </a:cubicBezTo>
                <a:cubicBezTo>
                  <a:pt x="114035" y="42536"/>
                  <a:pt x="120699" y="54665"/>
                  <a:pt x="121561" y="66755"/>
                </a:cubicBezTo>
                <a:cubicBezTo>
                  <a:pt x="122324" y="77451"/>
                  <a:pt x="118089" y="89542"/>
                  <a:pt x="110266" y="96876"/>
                </a:cubicBezTo>
                <a:cubicBezTo>
                  <a:pt x="96489" y="109791"/>
                  <a:pt x="73381" y="105007"/>
                  <a:pt x="54864" y="108710"/>
                </a:cubicBezTo>
                <a:cubicBezTo>
                  <a:pt x="43076" y="111068"/>
                  <a:pt x="29697" y="111797"/>
                  <a:pt x="20440" y="119467"/>
                </a:cubicBezTo>
                <a:cubicBezTo>
                  <a:pt x="10400" y="127786"/>
                  <a:pt x="1440" y="139858"/>
                  <a:pt x="0" y="152816"/>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ubTitle"/>
          </p:nvPr>
        </p:nvSpPr>
        <p:spPr>
          <a:xfrm>
            <a:off x="723960" y="1209600"/>
            <a:ext cx="7714800" cy="2457000"/>
          </a:xfrm>
          <a:prstGeom prst="rect">
            <a:avLst/>
          </a:prstGeom>
          <a:noFill/>
          <a:ln w="0">
            <a:noFill/>
          </a:ln>
        </p:spPr>
        <p:txBody>
          <a:bodyPr lIns="91440" rIns="91440" tIns="91440" bIns="91440" anchor="t">
            <a:normAutofit/>
          </a:bodyPr>
          <a:p>
            <a:pPr>
              <a:lnSpc>
                <a:spcPct val="100000"/>
              </a:lnSpc>
              <a:tabLst>
                <a:tab algn="l" pos="0"/>
              </a:tabLst>
            </a:pPr>
            <a:r>
              <a:rPr b="0" lang="en" sz="1600" spc="-1" strike="noStrike">
                <a:solidFill>
                  <a:schemeClr val="dk1"/>
                </a:solidFill>
                <a:latin typeface="Nunito"/>
                <a:ea typeface="Nunito"/>
              </a:rPr>
              <a:t>Santiago embodies resilience, enduring a grueling struggle against the marlin for three days. His commitment to the fight reflects a powerful lesson: success isn't solely about trophies, but about the spirit displayed during challenges. His determination teaches us the value of not giving up, regardless of the results.</a:t>
            </a:r>
            <a:endParaRPr b="0" lang="en-US" sz="1600" spc="-1" strike="noStrike">
              <a:solidFill>
                <a:srgbClr val="000000"/>
              </a:solidFill>
              <a:latin typeface="OpenSymbol"/>
            </a:endParaRPr>
          </a:p>
        </p:txBody>
      </p:sp>
      <p:sp>
        <p:nvSpPr>
          <p:cNvPr id="486" name="PlaceHolder 2"/>
          <p:cNvSpPr>
            <a:spLocks noGrp="1"/>
          </p:cNvSpPr>
          <p:nvPr>
            <p:ph type="title"/>
          </p:nvPr>
        </p:nvSpPr>
        <p:spPr>
          <a:xfrm>
            <a:off x="723960" y="371520"/>
            <a:ext cx="7714800" cy="571320"/>
          </a:xfrm>
          <a:prstGeom prst="rect">
            <a:avLst/>
          </a:prstGeom>
          <a:noFill/>
          <a:ln w="0">
            <a:noFill/>
          </a:ln>
        </p:spPr>
        <p:txBody>
          <a:bodyPr lIns="91440" rIns="91440" tIns="91440" bIns="91440" anchor="t">
            <a:normAutofit fontScale="74840"/>
          </a:bodyPr>
          <a:p>
            <a:pPr indent="0">
              <a:lnSpc>
                <a:spcPct val="100000"/>
              </a:lnSpc>
              <a:buNone/>
              <a:tabLst>
                <a:tab algn="l" pos="0"/>
              </a:tabLst>
            </a:pPr>
            <a:r>
              <a:rPr b="1" lang="en" sz="3500" spc="-1" strike="noStrike">
                <a:solidFill>
                  <a:schemeClr val="dk1"/>
                </a:solidFill>
                <a:latin typeface="Varela Round"/>
                <a:ea typeface="Varela Round"/>
              </a:rPr>
              <a:t>Santiago's journey and resilience</a:t>
            </a:r>
            <a:endParaRPr b="0" lang="fr-FR" sz="35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Google Shape;1031;p74"/>
          <p:cNvSpPr/>
          <p:nvPr/>
        </p:nvSpPr>
        <p:spPr>
          <a:xfrm flipH="1">
            <a:off x="914760" y="1269360"/>
            <a:ext cx="2970720" cy="3258000"/>
          </a:xfrm>
          <a:prstGeom prst="round2SameRect">
            <a:avLst>
              <a:gd name="adj1" fmla="val 16667"/>
              <a:gd name="adj2" fmla="val 0"/>
            </a:avLst>
          </a:prstGeom>
          <a:blipFill rotWithShape="0">
            <a:blip r:embed="rId1"/>
            <a:srcRect/>
            <a:stretch/>
          </a:blip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88" name="PlaceHolder 1"/>
          <p:cNvSpPr>
            <a:spLocks noGrp="1"/>
          </p:cNvSpPr>
          <p:nvPr>
            <p:ph type="subTitle"/>
          </p:nvPr>
        </p:nvSpPr>
        <p:spPr>
          <a:xfrm>
            <a:off x="4381560" y="1266840"/>
            <a:ext cx="3847680" cy="3257280"/>
          </a:xfrm>
          <a:prstGeom prst="rect">
            <a:avLst/>
          </a:prstGeom>
          <a:noFill/>
          <a:ln w="0">
            <a:noFill/>
          </a:ln>
        </p:spPr>
        <p:txBody>
          <a:bodyPr lIns="91440" rIns="91440" tIns="91440" bIns="91440" anchor="t">
            <a:normAutofit/>
          </a:bodyPr>
          <a:p>
            <a:pPr>
              <a:lnSpc>
                <a:spcPct val="100000"/>
              </a:lnSpc>
              <a:tabLst>
                <a:tab algn="l" pos="0"/>
              </a:tabLst>
            </a:pPr>
            <a:r>
              <a:rPr b="0" lang="en" sz="1600" spc="-1" strike="noStrike">
                <a:solidFill>
                  <a:schemeClr val="dk1"/>
                </a:solidFill>
                <a:latin typeface="Nunito"/>
                <a:ea typeface="Nunito"/>
              </a:rPr>
              <a:t>Throughout history, many individuals exemplify the spirit of Santiago in their journeys. Thomas Edison’s relentless pursuit of innovation, despite thousands of failures, and J.K. Rowling's perseverance through numerous rejections before her success with Harry Potter, remind us that enduring setbacks can lead to monumental achievements.</a:t>
            </a:r>
            <a:endParaRPr b="0" lang="en-US" sz="1600" spc="-1" strike="noStrike">
              <a:solidFill>
                <a:srgbClr val="000000"/>
              </a:solidFill>
              <a:latin typeface="OpenSymbol"/>
            </a:endParaRPr>
          </a:p>
        </p:txBody>
      </p:sp>
      <p:sp>
        <p:nvSpPr>
          <p:cNvPr id="489" name="PlaceHolder 2"/>
          <p:cNvSpPr>
            <a:spLocks noGrp="1"/>
          </p:cNvSpPr>
          <p:nvPr>
            <p:ph type="title"/>
          </p:nvPr>
        </p:nvSpPr>
        <p:spPr>
          <a:xfrm>
            <a:off x="723960" y="371520"/>
            <a:ext cx="7705440" cy="571320"/>
          </a:xfrm>
          <a:prstGeom prst="rect">
            <a:avLst/>
          </a:prstGeom>
          <a:noFill/>
          <a:ln w="0">
            <a:noFill/>
          </a:ln>
        </p:spPr>
        <p:txBody>
          <a:bodyPr lIns="91440" rIns="91440" tIns="91440" bIns="91440" anchor="t">
            <a:normAutofit fontScale="74840"/>
          </a:bodyPr>
          <a:p>
            <a:pPr indent="0">
              <a:lnSpc>
                <a:spcPct val="100000"/>
              </a:lnSpc>
              <a:buNone/>
              <a:tabLst>
                <a:tab algn="l" pos="0"/>
              </a:tabLst>
            </a:pPr>
            <a:r>
              <a:rPr b="1" lang="en" sz="3500" spc="-1" strike="noStrike">
                <a:solidFill>
                  <a:schemeClr val="dk1"/>
                </a:solidFill>
                <a:latin typeface="Varela Round"/>
                <a:ea typeface="Varela Round"/>
              </a:rPr>
              <a:t>Real-life examples of persistence</a:t>
            </a:r>
            <a:endParaRPr b="0" lang="fr-FR" sz="35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1028880" y="1143000"/>
            <a:ext cx="7086240" cy="1333080"/>
          </a:xfrm>
          <a:prstGeom prst="rect">
            <a:avLst/>
          </a:prstGeom>
          <a:noFill/>
          <a:ln w="0">
            <a:noFill/>
          </a:ln>
        </p:spPr>
        <p:txBody>
          <a:bodyPr lIns="91440" rIns="91440" tIns="91440" bIns="91440" anchor="b">
            <a:normAutofit fontScale="83973"/>
          </a:bodyPr>
          <a:p>
            <a:pPr indent="0" algn="ctr">
              <a:lnSpc>
                <a:spcPct val="100000"/>
              </a:lnSpc>
              <a:buNone/>
              <a:tabLst>
                <a:tab algn="l" pos="0"/>
              </a:tabLst>
            </a:pPr>
            <a:r>
              <a:rPr b="1" lang="en" sz="4500" spc="-1" strike="noStrike">
                <a:solidFill>
                  <a:schemeClr val="dk1"/>
                </a:solidFill>
                <a:latin typeface="Varela Round"/>
                <a:ea typeface="Varela Round"/>
              </a:rPr>
              <a:t>Reframing failure as a learning opportunity</a:t>
            </a:r>
            <a:endParaRPr b="0" lang="fr-FR" sz="4500" spc="-1" strike="noStrike">
              <a:solidFill>
                <a:schemeClr val="dk1"/>
              </a:solidFill>
              <a:latin typeface="Arial"/>
            </a:endParaRPr>
          </a:p>
        </p:txBody>
      </p:sp>
      <p:sp>
        <p:nvSpPr>
          <p:cNvPr id="491" name="PlaceHolder 2"/>
          <p:cNvSpPr>
            <a:spLocks noGrp="1"/>
          </p:cNvSpPr>
          <p:nvPr>
            <p:ph type="subTitle"/>
          </p:nvPr>
        </p:nvSpPr>
        <p:spPr>
          <a:xfrm>
            <a:off x="1028880" y="2562120"/>
            <a:ext cx="7086240" cy="147600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 sz="1800" spc="-1" strike="noStrike">
                <a:solidFill>
                  <a:schemeClr val="dk1"/>
                </a:solidFill>
                <a:latin typeface="Nunito"/>
                <a:ea typeface="Nunito"/>
              </a:rPr>
              <a:t>Failure is often viewed negatively, but reframing it as a learning opportunity can be empowering. Each setback offers valuable lessons that contribute to personal growth. Just as Santiago learned from his experience, embracing and reflecting on our failures positions us for future success.</a:t>
            </a:r>
            <a:endParaRPr b="0" lang="en-US" sz="18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Google Shape;714;p54"/>
          <p:cNvSpPr/>
          <p:nvPr/>
        </p:nvSpPr>
        <p:spPr>
          <a:xfrm>
            <a:off x="713160" y="539640"/>
            <a:ext cx="3120480" cy="4064040"/>
          </a:xfrm>
          <a:prstGeom prst="round1Rect">
            <a:avLst>
              <a:gd name="adj" fmla="val 50000"/>
            </a:avLst>
          </a:prstGeom>
          <a:blipFill rotWithShape="0">
            <a:blip r:embed="rId1"/>
            <a:srcRect/>
            <a:stretch/>
          </a:blipFill>
          <a:ln w="19050">
            <a:solidFill>
              <a:srgbClr val="c6d9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493" name="PlaceHolder 1"/>
          <p:cNvSpPr>
            <a:spLocks noGrp="1"/>
          </p:cNvSpPr>
          <p:nvPr>
            <p:ph type="title"/>
          </p:nvPr>
        </p:nvSpPr>
        <p:spPr>
          <a:xfrm>
            <a:off x="3990960" y="466560"/>
            <a:ext cx="4514400" cy="1418760"/>
          </a:xfrm>
          <a:prstGeom prst="rect">
            <a:avLst/>
          </a:prstGeom>
          <a:noFill/>
          <a:ln w="0">
            <a:noFill/>
          </a:ln>
        </p:spPr>
        <p:txBody>
          <a:bodyPr lIns="91440" rIns="91440" tIns="91440" bIns="91440" anchor="b">
            <a:normAutofit/>
          </a:bodyPr>
          <a:p>
            <a:pPr indent="0">
              <a:lnSpc>
                <a:spcPct val="100000"/>
              </a:lnSpc>
              <a:buNone/>
              <a:tabLst>
                <a:tab algn="l" pos="0"/>
              </a:tabLst>
            </a:pPr>
            <a:r>
              <a:rPr b="1" lang="en" sz="3500" spc="-1" strike="noStrike">
                <a:solidFill>
                  <a:schemeClr val="dk1"/>
                </a:solidFill>
                <a:latin typeface="Varela Round"/>
                <a:ea typeface="Varela Round"/>
              </a:rPr>
              <a:t>Conclusions</a:t>
            </a:r>
            <a:endParaRPr b="0" lang="fr-FR" sz="3500" spc="-1" strike="noStrike">
              <a:solidFill>
                <a:schemeClr val="dk1"/>
              </a:solidFill>
              <a:latin typeface="Arial"/>
            </a:endParaRPr>
          </a:p>
        </p:txBody>
      </p:sp>
      <p:sp>
        <p:nvSpPr>
          <p:cNvPr id="494" name="PlaceHolder 2"/>
          <p:cNvSpPr>
            <a:spLocks noGrp="1"/>
          </p:cNvSpPr>
          <p:nvPr>
            <p:ph type="subTitle"/>
          </p:nvPr>
        </p:nvSpPr>
        <p:spPr>
          <a:xfrm>
            <a:off x="3990960" y="1962000"/>
            <a:ext cx="4514400" cy="2647440"/>
          </a:xfrm>
          <a:prstGeom prst="rect">
            <a:avLst/>
          </a:prstGeom>
          <a:noFill/>
          <a:ln w="0">
            <a:noFill/>
          </a:ln>
        </p:spPr>
        <p:txBody>
          <a:bodyPr lIns="91440" rIns="91440" tIns="91440" bIns="91440" anchor="t">
            <a:normAutofit/>
          </a:bodyPr>
          <a:p>
            <a:pPr indent="0">
              <a:lnSpc>
                <a:spcPct val="100000"/>
              </a:lnSpc>
              <a:spcAft>
                <a:spcPts val="1599"/>
              </a:spcAft>
              <a:buNone/>
              <a:tabLst>
                <a:tab algn="l" pos="0"/>
              </a:tabLst>
            </a:pPr>
            <a:r>
              <a:rPr b="0" lang="en" sz="1400" spc="-1" strike="noStrike">
                <a:solidFill>
                  <a:schemeClr val="dk1"/>
                </a:solidFill>
                <a:latin typeface="Nunito"/>
                <a:ea typeface="Nunito"/>
              </a:rPr>
              <a:t>The journey through success and failure reveals that victories aren't always tangible. It's the effort, spirit, and resilience, much like Santiago’s, that truly count. We must learn to pursue our passions despite obstacles and cultivate the strength to rise after every fall, embodying the essence of genuine success.</a:t>
            </a:r>
            <a:endParaRPr b="0" lang="en-US" sz="1400" spc="-1" strike="noStrike">
              <a:solidFill>
                <a:srgbClr val="000000"/>
              </a:solidFill>
              <a:latin typeface="OpenSymbol"/>
            </a:endParaRPr>
          </a:p>
        </p:txBody>
      </p:sp>
      <p:sp>
        <p:nvSpPr>
          <p:cNvPr id="495" name="Google Shape;717;p54"/>
          <p:cNvSpPr/>
          <p:nvPr/>
        </p:nvSpPr>
        <p:spPr>
          <a:xfrm flipH="1" rot="21599400">
            <a:off x="-672120" y="2589480"/>
            <a:ext cx="3430080" cy="3778200"/>
          </a:xfrm>
          <a:custGeom>
            <a:avLst/>
            <a:gdLst>
              <a:gd name="textAreaLeft" fmla="*/ 360 w 3430080"/>
              <a:gd name="textAreaRight" fmla="*/ 3430800 w 3430080"/>
              <a:gd name="textAreaTop" fmla="*/ 0 h 3778200"/>
              <a:gd name="textAreaBottom" fmla="*/ 3778560 h 3778200"/>
            </a:gdLst>
            <a:ahLst/>
            <a:rect l="textAreaLeft" t="textAreaTop" r="textAreaRight" b="textAreaBottom"/>
            <a:pathLst>
              <a:path w="142373" h="150607">
                <a:moveTo>
                  <a:pt x="142029" y="0"/>
                </a:moveTo>
                <a:cubicBezTo>
                  <a:pt x="144256" y="15587"/>
                  <a:pt x="132858" y="34730"/>
                  <a:pt x="118363" y="40879"/>
                </a:cubicBezTo>
                <a:cubicBezTo>
                  <a:pt x="97331" y="49801"/>
                  <a:pt x="71929" y="42940"/>
                  <a:pt x="50589" y="51099"/>
                </a:cubicBezTo>
                <a:cubicBezTo>
                  <a:pt x="29252" y="59257"/>
                  <a:pt x="11935" y="80120"/>
                  <a:pt x="4332" y="101660"/>
                </a:cubicBezTo>
                <a:cubicBezTo>
                  <a:pt x="-1100" y="117049"/>
                  <a:pt x="-1228" y="134916"/>
                  <a:pt x="3256" y="150607"/>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ubTitle"/>
          </p:nvPr>
        </p:nvSpPr>
        <p:spPr>
          <a:xfrm>
            <a:off x="714240" y="1647720"/>
            <a:ext cx="4447800" cy="1056960"/>
          </a:xfrm>
          <a:prstGeom prst="rect">
            <a:avLst/>
          </a:prstGeom>
          <a:noFill/>
          <a:ln w="0">
            <a:noFill/>
          </a:ln>
        </p:spPr>
        <p:txBody>
          <a:bodyPr lIns="91440" rIns="91440" tIns="91440" bIns="91440" anchor="t">
            <a:normAutofit/>
          </a:bodyPr>
          <a:p>
            <a:pPr>
              <a:lnSpc>
                <a:spcPct val="100000"/>
              </a:lnSpc>
              <a:tabLst>
                <a:tab algn="l" pos="0"/>
              </a:tabLst>
            </a:pPr>
            <a:r>
              <a:rPr b="1" lang="en" sz="2400" spc="-1" strike="noStrike">
                <a:solidFill>
                  <a:schemeClr val="dk1"/>
                </a:solidFill>
                <a:latin typeface="Nunito"/>
                <a:ea typeface="Nunito"/>
              </a:rPr>
              <a:t>Do you have any questions?</a:t>
            </a:r>
            <a:endParaRPr b="0" lang="en-US" sz="2400" spc="-1" strike="noStrike">
              <a:solidFill>
                <a:srgbClr val="000000"/>
              </a:solidFill>
              <a:latin typeface="OpenSymbol"/>
            </a:endParaRPr>
          </a:p>
        </p:txBody>
      </p:sp>
      <p:sp>
        <p:nvSpPr>
          <p:cNvPr id="497" name="PlaceHolder 2"/>
          <p:cNvSpPr>
            <a:spLocks noGrp="1"/>
          </p:cNvSpPr>
          <p:nvPr>
            <p:ph type="title"/>
          </p:nvPr>
        </p:nvSpPr>
        <p:spPr>
          <a:xfrm>
            <a:off x="714240" y="542880"/>
            <a:ext cx="4447800" cy="1104480"/>
          </a:xfrm>
          <a:prstGeom prst="rect">
            <a:avLst/>
          </a:prstGeom>
          <a:noFill/>
          <a:ln w="0">
            <a:noFill/>
          </a:ln>
        </p:spPr>
        <p:txBody>
          <a:bodyPr lIns="91440" rIns="91440" tIns="91440" bIns="91440" anchor="ctr">
            <a:normAutofit fontScale="71755"/>
          </a:bodyPr>
          <a:p>
            <a:pPr indent="0">
              <a:lnSpc>
                <a:spcPct val="100000"/>
              </a:lnSpc>
              <a:buNone/>
              <a:tabLst>
                <a:tab algn="l" pos="0"/>
              </a:tabLst>
            </a:pPr>
            <a:r>
              <a:rPr b="1" lang="en" sz="8500" spc="-1" strike="noStrike">
                <a:solidFill>
                  <a:schemeClr val="dk1"/>
                </a:solidFill>
                <a:latin typeface="Varela Round"/>
                <a:ea typeface="Varela Round"/>
              </a:rPr>
              <a:t>Thank you!</a:t>
            </a:r>
            <a:endParaRPr b="0" lang="fr-FR" sz="8500" spc="-1" strike="noStrike">
              <a:solidFill>
                <a:schemeClr val="dk1"/>
              </a:solidFill>
              <a:latin typeface="Arial"/>
            </a:endParaRPr>
          </a:p>
        </p:txBody>
      </p:sp>
      <p:grpSp>
        <p:nvGrpSpPr>
          <p:cNvPr id="498" name="Google Shape;1040;p75"/>
          <p:cNvGrpSpPr/>
          <p:nvPr/>
        </p:nvGrpSpPr>
        <p:grpSpPr>
          <a:xfrm>
            <a:off x="921600" y="3019320"/>
            <a:ext cx="303840" cy="303480"/>
            <a:chOff x="921600" y="3019320"/>
            <a:chExt cx="303840" cy="303480"/>
          </a:xfrm>
        </p:grpSpPr>
        <p:sp>
          <p:nvSpPr>
            <p:cNvPr id="499" name="Google Shape;1041;p75"/>
            <p:cNvSpPr/>
            <p:nvPr/>
          </p:nvSpPr>
          <p:spPr>
            <a:xfrm>
              <a:off x="921600" y="3019320"/>
              <a:ext cx="303840" cy="303480"/>
            </a:xfrm>
            <a:custGeom>
              <a:avLst/>
              <a:gdLst>
                <a:gd name="textAreaLeft" fmla="*/ 0 w 303840"/>
                <a:gd name="textAreaRight" fmla="*/ 304200 w 303840"/>
                <a:gd name="textAreaTop" fmla="*/ 0 h 303480"/>
                <a:gd name="textAreaBottom" fmla="*/ 303840 h 30348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0" name="Google Shape;1042;p75"/>
            <p:cNvSpPr/>
            <p:nvPr/>
          </p:nvSpPr>
          <p:spPr>
            <a:xfrm>
              <a:off x="992160" y="3091320"/>
              <a:ext cx="161640" cy="158760"/>
            </a:xfrm>
            <a:custGeom>
              <a:avLst/>
              <a:gdLst>
                <a:gd name="textAreaLeft" fmla="*/ 0 w 161640"/>
                <a:gd name="textAreaRight" fmla="*/ 162000 w 161640"/>
                <a:gd name="textAreaTop" fmla="*/ 0 h 158760"/>
                <a:gd name="textAreaBottom" fmla="*/ 159120 h 15876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9560" bIns="795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1" name="Google Shape;1043;p75"/>
            <p:cNvSpPr/>
            <p:nvPr/>
          </p:nvSpPr>
          <p:spPr>
            <a:xfrm>
              <a:off x="1135080" y="3058200"/>
              <a:ext cx="41400" cy="41040"/>
            </a:xfrm>
            <a:custGeom>
              <a:avLst/>
              <a:gdLst>
                <a:gd name="textAreaLeft" fmla="*/ 0 w 41400"/>
                <a:gd name="textAreaRight" fmla="*/ 41760 w 41400"/>
                <a:gd name="textAreaTop" fmla="*/ 0 h 41040"/>
                <a:gd name="textAreaBottom" fmla="*/ 41400 h 4104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502" name="Google Shape;1044;p75"/>
          <p:cNvGrpSpPr/>
          <p:nvPr/>
        </p:nvGrpSpPr>
        <p:grpSpPr>
          <a:xfrm>
            <a:off x="1418040" y="3039840"/>
            <a:ext cx="293760" cy="262440"/>
            <a:chOff x="1418040" y="3039840"/>
            <a:chExt cx="293760" cy="262440"/>
          </a:xfrm>
        </p:grpSpPr>
        <p:sp>
          <p:nvSpPr>
            <p:cNvPr id="503" name="Google Shape;1045;p75"/>
            <p:cNvSpPr/>
            <p:nvPr/>
          </p:nvSpPr>
          <p:spPr>
            <a:xfrm>
              <a:off x="1428480" y="3132360"/>
              <a:ext cx="67320" cy="169920"/>
            </a:xfrm>
            <a:custGeom>
              <a:avLst/>
              <a:gdLst>
                <a:gd name="textAreaLeft" fmla="*/ 0 w 67320"/>
                <a:gd name="textAreaRight" fmla="*/ 67680 w 67320"/>
                <a:gd name="textAreaTop" fmla="*/ 0 h 169920"/>
                <a:gd name="textAreaBottom" fmla="*/ 170280 h 16992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84960" bIns="849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4" name="Google Shape;1046;p75"/>
            <p:cNvSpPr/>
            <p:nvPr/>
          </p:nvSpPr>
          <p:spPr>
            <a:xfrm>
              <a:off x="1418040" y="3039840"/>
              <a:ext cx="77400" cy="77400"/>
            </a:xfrm>
            <a:custGeom>
              <a:avLst/>
              <a:gdLst>
                <a:gd name="textAreaLeft" fmla="*/ 0 w 77400"/>
                <a:gd name="textAreaRight" fmla="*/ 77760 w 77400"/>
                <a:gd name="textAreaTop" fmla="*/ 0 h 77400"/>
                <a:gd name="textAreaBottom" fmla="*/ 77760 h 7740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5" name="Google Shape;1047;p75"/>
            <p:cNvSpPr/>
            <p:nvPr/>
          </p:nvSpPr>
          <p:spPr>
            <a:xfrm>
              <a:off x="1531080" y="3132360"/>
              <a:ext cx="180720" cy="169920"/>
            </a:xfrm>
            <a:custGeom>
              <a:avLst/>
              <a:gdLst>
                <a:gd name="textAreaLeft" fmla="*/ 0 w 180720"/>
                <a:gd name="textAreaRight" fmla="*/ 181080 w 180720"/>
                <a:gd name="textAreaTop" fmla="*/ 0 h 169920"/>
                <a:gd name="textAreaBottom" fmla="*/ 170280 h 16992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84960" bIns="8496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506" name="Google Shape;1048;p75"/>
          <p:cNvSpPr/>
          <p:nvPr/>
        </p:nvSpPr>
        <p:spPr>
          <a:xfrm>
            <a:off x="1912680" y="3039840"/>
            <a:ext cx="320760" cy="261720"/>
          </a:xfrm>
          <a:custGeom>
            <a:avLst/>
            <a:gdLst>
              <a:gd name="textAreaLeft" fmla="*/ 0 w 320760"/>
              <a:gd name="textAreaRight" fmla="*/ 321120 w 320760"/>
              <a:gd name="textAreaTop" fmla="*/ 0 h 261720"/>
              <a:gd name="textAreaBottom" fmla="*/ 262080 h 261720"/>
            </a:gdLst>
            <a:ah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07" name="Google Shape;1049;p75"/>
          <p:cNvSpPr/>
          <p:nvPr/>
        </p:nvSpPr>
        <p:spPr>
          <a:xfrm>
            <a:off x="714240" y="4343400"/>
            <a:ext cx="4152600" cy="256680"/>
          </a:xfrm>
          <a:prstGeom prst="rect">
            <a:avLst/>
          </a:prstGeom>
          <a:noFill/>
          <a:ln w="0">
            <a:noFill/>
          </a:ln>
        </p:spPr>
        <p:style>
          <a:lnRef idx="0"/>
          <a:fillRef idx="0"/>
          <a:effectRef idx="0"/>
          <a:fontRef idx="minor"/>
        </p:style>
        <p:txBody>
          <a:bodyPr lIns="870823080" rIns="870823080" tIns="128520" bIns="128520" anchor="t">
            <a:normAutofit/>
          </a:bodyPr>
          <a:p>
            <a:pPr defTabSz="914400">
              <a:lnSpc>
                <a:spcPct val="100000"/>
              </a:lnSpc>
              <a:tabLst>
                <a:tab algn="l" pos="0"/>
              </a:tabLst>
            </a:pPr>
            <a:r>
              <a:rPr b="0" lang="en" sz="1200" spc="-1" strike="noStrike">
                <a:solidFill>
                  <a:schemeClr val="dk1"/>
                </a:solidFill>
                <a:latin typeface="Arial"/>
              </a:rPr>
              <a:t>+00 000 000 000</a:t>
            </a:r>
            <a:endParaRPr b="0" lang="en-US" sz="1200" spc="-1" strike="noStrike">
              <a:solidFill>
                <a:srgbClr val="000000"/>
              </a:solidFill>
              <a:latin typeface="OpenSymbol"/>
            </a:endParaRPr>
          </a:p>
        </p:txBody>
      </p:sp>
      <p:grpSp>
        <p:nvGrpSpPr>
          <p:cNvPr id="508" name="Google Shape;1050;p75"/>
          <p:cNvGrpSpPr/>
          <p:nvPr/>
        </p:nvGrpSpPr>
        <p:grpSpPr>
          <a:xfrm>
            <a:off x="5013000" y="2700360"/>
            <a:ext cx="1091880" cy="647280"/>
            <a:chOff x="5013000" y="2700360"/>
            <a:chExt cx="1091880" cy="647280"/>
          </a:xfrm>
        </p:grpSpPr>
        <p:sp>
          <p:nvSpPr>
            <p:cNvPr id="509" name="Google Shape;1051;p75"/>
            <p:cNvSpPr/>
            <p:nvPr/>
          </p:nvSpPr>
          <p:spPr>
            <a:xfrm>
              <a:off x="5013000" y="2953080"/>
              <a:ext cx="90000" cy="65160"/>
            </a:xfrm>
            <a:custGeom>
              <a:avLst/>
              <a:gdLst>
                <a:gd name="textAreaLeft" fmla="*/ 0 w 90000"/>
                <a:gd name="textAreaRight" fmla="*/ 90360 w 90000"/>
                <a:gd name="textAreaTop" fmla="*/ 0 h 65160"/>
                <a:gd name="textAreaBottom" fmla="*/ 65520 h 65160"/>
              </a:gdLst>
              <a:ahLst/>
              <a:rect l="textAreaLeft" t="textAreaTop" r="textAreaRight" b="textAreaBottom"/>
              <a:pathLst>
                <a:path w="3352" h="2422">
                  <a:moveTo>
                    <a:pt x="1364" y="0"/>
                  </a:moveTo>
                  <a:cubicBezTo>
                    <a:pt x="1077" y="0"/>
                    <a:pt x="790" y="102"/>
                    <a:pt x="549" y="342"/>
                  </a:cubicBezTo>
                  <a:cubicBezTo>
                    <a:pt x="1" y="891"/>
                    <a:pt x="829" y="2421"/>
                    <a:pt x="1767" y="2421"/>
                  </a:cubicBezTo>
                  <a:cubicBezTo>
                    <a:pt x="2000" y="2421"/>
                    <a:pt x="2240" y="2327"/>
                    <a:pt x="2466" y="2100"/>
                  </a:cubicBezTo>
                  <a:cubicBezTo>
                    <a:pt x="3352" y="1215"/>
                    <a:pt x="2356" y="0"/>
                    <a:pt x="1364" y="0"/>
                  </a:cubicBezTo>
                  <a:close/>
                </a:path>
              </a:pathLst>
            </a:custGeom>
            <a:solidFill>
              <a:schemeClr val="dk2"/>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0" name="Google Shape;1052;p75"/>
            <p:cNvSpPr/>
            <p:nvPr/>
          </p:nvSpPr>
          <p:spPr>
            <a:xfrm>
              <a:off x="5237640" y="2721240"/>
              <a:ext cx="84240" cy="69840"/>
            </a:xfrm>
            <a:custGeom>
              <a:avLst/>
              <a:gdLst>
                <a:gd name="textAreaLeft" fmla="*/ 0 w 84240"/>
                <a:gd name="textAreaRight" fmla="*/ 84600 w 84240"/>
                <a:gd name="textAreaTop" fmla="*/ 0 h 69840"/>
                <a:gd name="textAreaBottom" fmla="*/ 70200 h 69840"/>
              </a:gdLst>
              <a:ahLst/>
              <a:rect l="textAreaLeft" t="textAreaTop" r="textAreaRight" b="textAreaBottom"/>
              <a:pathLst>
                <a:path w="3128" h="2595">
                  <a:moveTo>
                    <a:pt x="1533" y="0"/>
                  </a:moveTo>
                  <a:cubicBezTo>
                    <a:pt x="762" y="0"/>
                    <a:pt x="1" y="423"/>
                    <a:pt x="1" y="1302"/>
                  </a:cubicBezTo>
                  <a:cubicBezTo>
                    <a:pt x="1" y="2177"/>
                    <a:pt x="757" y="2595"/>
                    <a:pt x="1525" y="2595"/>
                  </a:cubicBezTo>
                  <a:cubicBezTo>
                    <a:pt x="2320" y="2595"/>
                    <a:pt x="3128" y="2149"/>
                    <a:pt x="3128" y="1302"/>
                  </a:cubicBezTo>
                  <a:cubicBezTo>
                    <a:pt x="3128" y="446"/>
                    <a:pt x="2325" y="0"/>
                    <a:pt x="1533" y="0"/>
                  </a:cubicBezTo>
                  <a:close/>
                </a:path>
              </a:pathLst>
            </a:custGeom>
            <a:solidFill>
              <a:schemeClr val="dk2"/>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1" name="Google Shape;1053;p75"/>
            <p:cNvSpPr/>
            <p:nvPr/>
          </p:nvSpPr>
          <p:spPr>
            <a:xfrm>
              <a:off x="5689440" y="2700360"/>
              <a:ext cx="83520" cy="55440"/>
            </a:xfrm>
            <a:custGeom>
              <a:avLst/>
              <a:gdLst>
                <a:gd name="textAreaLeft" fmla="*/ 0 w 83520"/>
                <a:gd name="textAreaRight" fmla="*/ 83880 w 83520"/>
                <a:gd name="textAreaTop" fmla="*/ 0 h 55440"/>
                <a:gd name="textAreaBottom" fmla="*/ 55800 h 55440"/>
              </a:gdLst>
              <a:ahLst/>
              <a:rect l="textAreaLeft" t="textAreaTop" r="textAreaRight" b="textAreaBottom"/>
              <a:pathLst>
                <a:path w="3101" h="2066">
                  <a:moveTo>
                    <a:pt x="1207" y="1"/>
                  </a:moveTo>
                  <a:cubicBezTo>
                    <a:pt x="549" y="1"/>
                    <a:pt x="1" y="399"/>
                    <a:pt x="228" y="1362"/>
                  </a:cubicBezTo>
                  <a:cubicBezTo>
                    <a:pt x="355" y="1872"/>
                    <a:pt x="704" y="2065"/>
                    <a:pt x="1101" y="2065"/>
                  </a:cubicBezTo>
                  <a:cubicBezTo>
                    <a:pt x="1983" y="2065"/>
                    <a:pt x="3100" y="1107"/>
                    <a:pt x="2533" y="540"/>
                  </a:cubicBezTo>
                  <a:cubicBezTo>
                    <a:pt x="2193" y="200"/>
                    <a:pt x="1672" y="1"/>
                    <a:pt x="1207" y="1"/>
                  </a:cubicBezTo>
                  <a:close/>
                </a:path>
              </a:pathLst>
            </a:custGeom>
            <a:solidFill>
              <a:schemeClr val="dk2"/>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2" name="Google Shape;1054;p75"/>
            <p:cNvSpPr/>
            <p:nvPr/>
          </p:nvSpPr>
          <p:spPr>
            <a:xfrm>
              <a:off x="5847840" y="2961720"/>
              <a:ext cx="107640" cy="82080"/>
            </a:xfrm>
            <a:custGeom>
              <a:avLst/>
              <a:gdLst>
                <a:gd name="textAreaLeft" fmla="*/ 0 w 107640"/>
                <a:gd name="textAreaRight" fmla="*/ 108000 w 107640"/>
                <a:gd name="textAreaTop" fmla="*/ 0 h 82080"/>
                <a:gd name="textAreaBottom" fmla="*/ 82440 h 82080"/>
              </a:gdLst>
              <a:ahLst/>
              <a:rect l="textAreaLeft" t="textAreaTop" r="textAreaRight" b="textAreaBottom"/>
              <a:pathLst>
                <a:path w="3998" h="3057">
                  <a:moveTo>
                    <a:pt x="1752" y="0"/>
                  </a:moveTo>
                  <a:cubicBezTo>
                    <a:pt x="1102" y="0"/>
                    <a:pt x="515" y="316"/>
                    <a:pt x="322" y="1070"/>
                  </a:cubicBezTo>
                  <a:cubicBezTo>
                    <a:pt x="1" y="2342"/>
                    <a:pt x="1321" y="3057"/>
                    <a:pt x="2468" y="3057"/>
                  </a:cubicBezTo>
                  <a:cubicBezTo>
                    <a:pt x="3276" y="3057"/>
                    <a:pt x="3997" y="2702"/>
                    <a:pt x="3997" y="1938"/>
                  </a:cubicBezTo>
                  <a:cubicBezTo>
                    <a:pt x="3997" y="813"/>
                    <a:pt x="2794" y="0"/>
                    <a:pt x="1752" y="0"/>
                  </a:cubicBezTo>
                  <a:close/>
                </a:path>
              </a:pathLst>
            </a:custGeom>
            <a:solidFill>
              <a:schemeClr val="dk2"/>
            </a:solidFill>
            <a:ln w="0">
              <a:noFill/>
            </a:ln>
          </p:spPr>
          <p:style>
            <a:lnRef idx="0"/>
            <a:fillRef idx="0"/>
            <a:effectRef idx="0"/>
            <a:fontRef idx="minor"/>
          </p:style>
          <p:txBody>
            <a:bodyPr tIns="41040" bIns="410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3" name="Google Shape;1055;p75"/>
            <p:cNvSpPr/>
            <p:nvPr/>
          </p:nvSpPr>
          <p:spPr>
            <a:xfrm>
              <a:off x="5371200" y="3002760"/>
              <a:ext cx="73080" cy="53280"/>
            </a:xfrm>
            <a:custGeom>
              <a:avLst/>
              <a:gdLst>
                <a:gd name="textAreaLeft" fmla="*/ 0 w 73080"/>
                <a:gd name="textAreaRight" fmla="*/ 73440 w 73080"/>
                <a:gd name="textAreaTop" fmla="*/ 0 h 53280"/>
                <a:gd name="textAreaBottom" fmla="*/ 53640 h 53280"/>
              </a:gdLst>
              <a:ahLst/>
              <a:rect l="textAreaLeft" t="textAreaTop" r="textAreaRight" b="textAreaBottom"/>
              <a:pathLst>
                <a:path w="2718" h="1987">
                  <a:moveTo>
                    <a:pt x="1395" y="1"/>
                  </a:moveTo>
                  <a:cubicBezTo>
                    <a:pt x="704" y="1"/>
                    <a:pt x="1" y="332"/>
                    <a:pt x="1" y="960"/>
                  </a:cubicBezTo>
                  <a:cubicBezTo>
                    <a:pt x="1" y="1655"/>
                    <a:pt x="657" y="1987"/>
                    <a:pt x="1325" y="1987"/>
                  </a:cubicBezTo>
                  <a:cubicBezTo>
                    <a:pt x="2015" y="1987"/>
                    <a:pt x="2717" y="1632"/>
                    <a:pt x="2717" y="960"/>
                  </a:cubicBezTo>
                  <a:cubicBezTo>
                    <a:pt x="2717" y="309"/>
                    <a:pt x="2062" y="1"/>
                    <a:pt x="1395" y="1"/>
                  </a:cubicBezTo>
                  <a:close/>
                </a:path>
              </a:pathLst>
            </a:custGeom>
            <a:solidFill>
              <a:schemeClr val="dk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4" name="Google Shape;1056;p75"/>
            <p:cNvSpPr/>
            <p:nvPr/>
          </p:nvSpPr>
          <p:spPr>
            <a:xfrm>
              <a:off x="5664600" y="3186720"/>
              <a:ext cx="121680" cy="75240"/>
            </a:xfrm>
            <a:custGeom>
              <a:avLst/>
              <a:gdLst>
                <a:gd name="textAreaLeft" fmla="*/ 0 w 121680"/>
                <a:gd name="textAreaRight" fmla="*/ 122040 w 121680"/>
                <a:gd name="textAreaTop" fmla="*/ 0 h 75240"/>
                <a:gd name="textAreaBottom" fmla="*/ 75600 h 75240"/>
              </a:gdLst>
              <a:ahLst/>
              <a:rect l="textAreaLeft" t="textAreaTop" r="textAreaRight" b="textAreaBottom"/>
              <a:pathLst>
                <a:path w="4525" h="2805">
                  <a:moveTo>
                    <a:pt x="2027" y="1"/>
                  </a:moveTo>
                  <a:cubicBezTo>
                    <a:pt x="1843" y="1"/>
                    <a:pt x="1663" y="29"/>
                    <a:pt x="1495" y="90"/>
                  </a:cubicBezTo>
                  <a:cubicBezTo>
                    <a:pt x="0" y="613"/>
                    <a:pt x="1214" y="2805"/>
                    <a:pt x="2479" y="2805"/>
                  </a:cubicBezTo>
                  <a:cubicBezTo>
                    <a:pt x="2759" y="2805"/>
                    <a:pt x="3042" y="2697"/>
                    <a:pt x="3299" y="2441"/>
                  </a:cubicBezTo>
                  <a:cubicBezTo>
                    <a:pt x="4525" y="1195"/>
                    <a:pt x="3215" y="1"/>
                    <a:pt x="2027" y="1"/>
                  </a:cubicBezTo>
                  <a:close/>
                </a:path>
              </a:pathLst>
            </a:custGeom>
            <a:solidFill>
              <a:schemeClr val="dk2"/>
            </a:solidFill>
            <a:ln w="0">
              <a:noFill/>
            </a:ln>
          </p:spPr>
          <p:style>
            <a:lnRef idx="0"/>
            <a:fillRef idx="0"/>
            <a:effectRef idx="0"/>
            <a:fontRef idx="minor"/>
          </p:style>
          <p:txBody>
            <a:bodyPr tIns="37800" bIns="378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15" name="Google Shape;1057;p75"/>
            <p:cNvSpPr/>
            <p:nvPr/>
          </p:nvSpPr>
          <p:spPr>
            <a:xfrm>
              <a:off x="6017760" y="3288600"/>
              <a:ext cx="87120" cy="59040"/>
            </a:xfrm>
            <a:custGeom>
              <a:avLst/>
              <a:gdLst>
                <a:gd name="textAreaLeft" fmla="*/ 0 w 87120"/>
                <a:gd name="textAreaRight" fmla="*/ 87480 w 87120"/>
                <a:gd name="textAreaTop" fmla="*/ 0 h 59040"/>
                <a:gd name="textAreaBottom" fmla="*/ 59400 h 59040"/>
              </a:gdLst>
              <a:ahLst/>
              <a:rect l="textAreaLeft" t="textAreaTop" r="textAreaRight" b="textAreaBottom"/>
              <a:pathLst>
                <a:path w="3237" h="2205">
                  <a:moveTo>
                    <a:pt x="1801" y="1"/>
                  </a:moveTo>
                  <a:cubicBezTo>
                    <a:pt x="1646" y="1"/>
                    <a:pt x="1475" y="31"/>
                    <a:pt x="1292" y="99"/>
                  </a:cubicBezTo>
                  <a:cubicBezTo>
                    <a:pt x="1" y="556"/>
                    <a:pt x="403" y="2205"/>
                    <a:pt x="1462" y="2205"/>
                  </a:cubicBezTo>
                  <a:cubicBezTo>
                    <a:pt x="1620" y="2205"/>
                    <a:pt x="1793" y="2168"/>
                    <a:pt x="1977" y="2085"/>
                  </a:cubicBezTo>
                  <a:cubicBezTo>
                    <a:pt x="3237" y="1525"/>
                    <a:pt x="2902" y="1"/>
                    <a:pt x="1801" y="1"/>
                  </a:cubicBezTo>
                  <a:close/>
                </a:path>
              </a:pathLst>
            </a:custGeom>
            <a:solidFill>
              <a:schemeClr val="dk2"/>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516" name="Google Shape;1058;p75"/>
          <p:cNvSpPr/>
          <p:nvPr/>
        </p:nvSpPr>
        <p:spPr>
          <a:xfrm flipH="1" rot="13153800">
            <a:off x="5409720" y="216360"/>
            <a:ext cx="5158440" cy="1334160"/>
          </a:xfrm>
          <a:custGeom>
            <a:avLst/>
            <a:gdLst>
              <a:gd name="textAreaLeft" fmla="*/ -360 w 5158440"/>
              <a:gd name="textAreaRight" fmla="*/ 5158440 w 5158440"/>
              <a:gd name="textAreaTop" fmla="*/ 0 h 1334160"/>
              <a:gd name="textAreaBottom" fmla="*/ 1334520 h 1334160"/>
            </a:gdLst>
            <a:ahLst/>
            <a:rect l="textAreaLeft" t="textAreaTop" r="textAreaRight" b="textAreaBottom"/>
            <a:pathLst>
              <a:path w="206363" h="53369">
                <a:moveTo>
                  <a:pt x="1968" y="53369"/>
                </a:moveTo>
                <a:cubicBezTo>
                  <a:pt x="-2136" y="41065"/>
                  <a:pt x="1228" y="26804"/>
                  <a:pt x="5733" y="14642"/>
                </a:cubicBezTo>
                <a:cubicBezTo>
                  <a:pt x="7667" y="9419"/>
                  <a:pt x="9416" y="1750"/>
                  <a:pt x="14877" y="657"/>
                </a:cubicBezTo>
                <a:cubicBezTo>
                  <a:pt x="39302" y="-4230"/>
                  <a:pt x="59893" y="27013"/>
                  <a:pt x="84802" y="27013"/>
                </a:cubicBezTo>
                <a:cubicBezTo>
                  <a:pt x="94825" y="27013"/>
                  <a:pt x="102803" y="18190"/>
                  <a:pt x="111696" y="13566"/>
                </a:cubicBezTo>
                <a:cubicBezTo>
                  <a:pt x="123707" y="7321"/>
                  <a:pt x="138196" y="2992"/>
                  <a:pt x="151499" y="5498"/>
                </a:cubicBezTo>
                <a:cubicBezTo>
                  <a:pt x="173396" y="9623"/>
                  <a:pt x="193145" y="25749"/>
                  <a:pt x="206363" y="43687"/>
                </a:cubicBezTo>
              </a:path>
            </a:pathLst>
          </a:custGeom>
          <a:noFill/>
          <a:ln w="19050">
            <a:solidFill>
              <a:srgbClr val="ffe4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Plasticine Sea Fauna for Pre-K by Slidesgo">
  <a:themeElements>
    <a:clrScheme name="Simple Light">
      <a:dk1>
        <a:srgbClr val="ffffff"/>
      </a:dk1>
      <a:lt1>
        <a:srgbClr val="4e6fa5"/>
      </a:lt1>
      <a:dk2>
        <a:srgbClr val="ffe400"/>
      </a:dk2>
      <a:lt2>
        <a:srgbClr val="93b7f2"/>
      </a:lt2>
      <a:accent1>
        <a:srgbClr val="c6d9f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2025-06-30T23:53:05Z</dcterms:created>
  <dc:creator>Unknown Creator</dc:creator>
  <dc:description/>
  <dc:language>en-US</dc:language>
  <cp:lastModifiedBy>Unknown Creator</cp:lastModifiedBy>
  <dcterms:modified xsi:type="dcterms:W3CDTF">2025-06-30T23:53:05Z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