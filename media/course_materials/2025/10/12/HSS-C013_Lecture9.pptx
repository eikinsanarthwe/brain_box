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changesInfos/changesInfo1.xml" ContentType="application/vnd.ms-powerpoint.changesinfo+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0" r:id="rId4"/>
  </p:sldMasterIdLst>
  <p:notesMasterIdLst>
    <p:notesMasterId r:id="rId18"/>
  </p:notesMasterIdLst>
  <p:sldIdLst>
    <p:sldId id="256" r:id="rId5"/>
    <p:sldId id="287" r:id="rId6"/>
    <p:sldId id="288" r:id="rId7"/>
    <p:sldId id="289" r:id="rId8"/>
    <p:sldId id="290" r:id="rId9"/>
    <p:sldId id="291" r:id="rId10"/>
    <p:sldId id="292" r:id="rId11"/>
    <p:sldId id="293" r:id="rId12"/>
    <p:sldId id="294" r:id="rId13"/>
    <p:sldId id="295" r:id="rId14"/>
    <p:sldId id="297" r:id="rId15"/>
    <p:sldId id="296" r:id="rId16"/>
    <p:sldId id="262" r:id="rId17"/>
  </p:sldIdLst>
  <p:sldSz cx="14630400" cy="8229600"/>
  <p:notesSz cx="6858000" cy="9144000"/>
  <p:defaultTextStyle>
    <a:defPPr>
      <a:defRPr lang="en-US"/>
    </a:defPPr>
    <a:lvl1pPr marL="0" algn="l" defTabSz="1115111" rtl="0" eaLnBrk="1" latinLnBrk="0" hangingPunct="1">
      <a:defRPr sz="2200" kern="1200">
        <a:solidFill>
          <a:schemeClr val="tx1"/>
        </a:solidFill>
        <a:latin typeface="+mn-lt"/>
        <a:ea typeface="+mn-ea"/>
        <a:cs typeface="+mn-cs"/>
      </a:defRPr>
    </a:lvl1pPr>
    <a:lvl2pPr marL="557555" algn="l" defTabSz="1115111" rtl="0" eaLnBrk="1" latinLnBrk="0" hangingPunct="1">
      <a:defRPr sz="2200" kern="1200">
        <a:solidFill>
          <a:schemeClr val="tx1"/>
        </a:solidFill>
        <a:latin typeface="+mn-lt"/>
        <a:ea typeface="+mn-ea"/>
        <a:cs typeface="+mn-cs"/>
      </a:defRPr>
    </a:lvl2pPr>
    <a:lvl3pPr marL="1115111" algn="l" defTabSz="1115111" rtl="0" eaLnBrk="1" latinLnBrk="0" hangingPunct="1">
      <a:defRPr sz="2200" kern="1200">
        <a:solidFill>
          <a:schemeClr val="tx1"/>
        </a:solidFill>
        <a:latin typeface="+mn-lt"/>
        <a:ea typeface="+mn-ea"/>
        <a:cs typeface="+mn-cs"/>
      </a:defRPr>
    </a:lvl3pPr>
    <a:lvl4pPr marL="1672666" algn="l" defTabSz="1115111" rtl="0" eaLnBrk="1" latinLnBrk="0" hangingPunct="1">
      <a:defRPr sz="2200" kern="1200">
        <a:solidFill>
          <a:schemeClr val="tx1"/>
        </a:solidFill>
        <a:latin typeface="+mn-lt"/>
        <a:ea typeface="+mn-ea"/>
        <a:cs typeface="+mn-cs"/>
      </a:defRPr>
    </a:lvl4pPr>
    <a:lvl5pPr marL="2230222" algn="l" defTabSz="1115111" rtl="0" eaLnBrk="1" latinLnBrk="0" hangingPunct="1">
      <a:defRPr sz="2200" kern="1200">
        <a:solidFill>
          <a:schemeClr val="tx1"/>
        </a:solidFill>
        <a:latin typeface="+mn-lt"/>
        <a:ea typeface="+mn-ea"/>
        <a:cs typeface="+mn-cs"/>
      </a:defRPr>
    </a:lvl5pPr>
    <a:lvl6pPr marL="2787777" algn="l" defTabSz="1115111" rtl="0" eaLnBrk="1" latinLnBrk="0" hangingPunct="1">
      <a:defRPr sz="2200" kern="1200">
        <a:solidFill>
          <a:schemeClr val="tx1"/>
        </a:solidFill>
        <a:latin typeface="+mn-lt"/>
        <a:ea typeface="+mn-ea"/>
        <a:cs typeface="+mn-cs"/>
      </a:defRPr>
    </a:lvl6pPr>
    <a:lvl7pPr marL="3345332" algn="l" defTabSz="1115111" rtl="0" eaLnBrk="1" latinLnBrk="0" hangingPunct="1">
      <a:defRPr sz="2200" kern="1200">
        <a:solidFill>
          <a:schemeClr val="tx1"/>
        </a:solidFill>
        <a:latin typeface="+mn-lt"/>
        <a:ea typeface="+mn-ea"/>
        <a:cs typeface="+mn-cs"/>
      </a:defRPr>
    </a:lvl7pPr>
    <a:lvl8pPr marL="3902888" algn="l" defTabSz="1115111" rtl="0" eaLnBrk="1" latinLnBrk="0" hangingPunct="1">
      <a:defRPr sz="2200" kern="1200">
        <a:solidFill>
          <a:schemeClr val="tx1"/>
        </a:solidFill>
        <a:latin typeface="+mn-lt"/>
        <a:ea typeface="+mn-ea"/>
        <a:cs typeface="+mn-cs"/>
      </a:defRPr>
    </a:lvl8pPr>
    <a:lvl9pPr marL="4460443" algn="l" defTabSz="1115111" rtl="0" eaLnBrk="1" latinLnBrk="0" hangingPunct="1">
      <a:defRPr sz="22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592">
          <p15:clr>
            <a:srgbClr val="A4A3A4"/>
          </p15:clr>
        </p15:guide>
        <p15:guide id="2" pos="460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8D3DC"/>
    <a:srgbClr val="23D2DB"/>
    <a:srgbClr val="1CA5AC"/>
    <a:srgbClr val="1CF263"/>
    <a:srgbClr val="53E20C"/>
    <a:srgbClr val="C00A1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93A3533-8849-4DD3-B7AD-DC367293F78D}" v="10" dt="2021-01-08T17:32:14.46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5809" autoAdjust="0"/>
    <p:restoredTop sz="85636" autoAdjust="0"/>
  </p:normalViewPr>
  <p:slideViewPr>
    <p:cSldViewPr>
      <p:cViewPr varScale="1">
        <p:scale>
          <a:sx n="49" d="100"/>
          <a:sy n="49" d="100"/>
        </p:scale>
        <p:origin x="642" y="60"/>
      </p:cViewPr>
      <p:guideLst>
        <p:guide orient="horz" pos="2592"/>
        <p:guide pos="460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49"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 Id="rId48"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r. Tin Htar Nwe" userId="S::tinhtarnwe_uit.edu.mm#ext#@ucstgi.onmicrosoft.com::2223ee64-f253-46e8-9cc2-f5d8d47b82fd" providerId="AD" clId="Web-{493A3533-8849-4DD3-B7AD-DC367293F78D}"/>
    <pc:docChg chg="modSld">
      <pc:chgData name="Dr. Tin Htar Nwe" userId="S::tinhtarnwe_uit.edu.mm#ext#@ucstgi.onmicrosoft.com::2223ee64-f253-46e8-9cc2-f5d8d47b82fd" providerId="AD" clId="Web-{493A3533-8849-4DD3-B7AD-DC367293F78D}" dt="2021-01-08T17:32:13.641" v="8" actId="20577"/>
      <pc:docMkLst>
        <pc:docMk/>
      </pc:docMkLst>
      <pc:sldChg chg="modSp">
        <pc:chgData name="Dr. Tin Htar Nwe" userId="S::tinhtarnwe_uit.edu.mm#ext#@ucstgi.onmicrosoft.com::2223ee64-f253-46e8-9cc2-f5d8d47b82fd" providerId="AD" clId="Web-{493A3533-8849-4DD3-B7AD-DC367293F78D}" dt="2021-01-08T17:32:13.625" v="7" actId="20577"/>
        <pc:sldMkLst>
          <pc:docMk/>
          <pc:sldMk cId="3425104384" sldId="256"/>
        </pc:sldMkLst>
        <pc:spChg chg="mod">
          <ac:chgData name="Dr. Tin Htar Nwe" userId="S::tinhtarnwe_uit.edu.mm#ext#@ucstgi.onmicrosoft.com::2223ee64-f253-46e8-9cc2-f5d8d47b82fd" providerId="AD" clId="Web-{493A3533-8849-4DD3-B7AD-DC367293F78D}" dt="2021-01-08T17:32:13.625" v="7" actId="20577"/>
          <ac:spMkLst>
            <pc:docMk/>
            <pc:sldMk cId="3425104384" sldId="256"/>
            <ac:spMk id="6" creationId="{551C6E68-6F78-4451-A990-DBF6B28EDB48}"/>
          </ac:spMkLst>
        </pc:spChg>
      </pc:sldChg>
    </pc:docChg>
  </pc:docChgLst>
</pc:chgInfo>
</file>

<file path=ppt/ink/ink1.xml><?xml version="1.0" encoding="utf-8"?>
<inkml:ink xmlns:inkml="http://www.w3.org/2003/InkML">
  <inkml:definitions>
    <inkml:context xml:id="ctx0">
      <inkml:inkSource xml:id="inkSrc0">
        <inkml:traceFormat>
          <inkml:channel name="X" type="integer" max="2560" units="cm"/>
          <inkml:channel name="Y" type="integer" max="1600" units="cm"/>
          <inkml:channel name="T" type="integer" max="2.14748E9" units="dev"/>
        </inkml:traceFormat>
        <inkml:channelProperties>
          <inkml:channelProperty channel="X" name="resolution" value="98.46154" units="1/cm"/>
          <inkml:channelProperty channel="Y" name="resolution" value="98.76543" units="1/cm"/>
          <inkml:channelProperty channel="T" name="resolution" value="1" units="1/dev"/>
        </inkml:channelProperties>
      </inkml:inkSource>
      <inkml:timestamp xml:id="ts0" timeString="2021-01-08T18:44:55.975"/>
    </inkml:context>
    <inkml:brush xml:id="br0">
      <inkml:brushProperty name="width" value="0.05292" units="cm"/>
      <inkml:brushProperty name="height" value="0.05292" units="cm"/>
      <inkml:brushProperty name="color" value="#C00000"/>
    </inkml:brush>
  </inkml:definitions>
  <inkml:trace contextRef="#ctx0" brushRef="#br0">24711 15625 0</inkml:trace>
  <inkml:trace contextRef="#ctx0" brushRef="#br0">26536 12843 0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BE5FF91-D3DA-40E0-9648-2EE2D506C1FE}" type="datetimeFigureOut">
              <a:rPr lang="en-US" smtClean="0"/>
              <a:t>9/8/2025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DD3292C-35E8-4381-8FEE-BEE7EBB46172}" type="slidenum">
              <a:rPr lang="en-US" smtClean="0"/>
              <a:t>‹#›</a:t>
            </a:fld>
            <a:endParaRPr lang="en-US"/>
          </a:p>
        </p:txBody>
      </p:sp>
    </p:spTree>
    <p:extLst>
      <p:ext uri="{BB962C8B-B14F-4D97-AF65-F5344CB8AC3E}">
        <p14:creationId xmlns:p14="http://schemas.microsoft.com/office/powerpoint/2010/main" val="14700939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dirty="0" smtClean="0">
                <a:solidFill>
                  <a:schemeClr val="bg1"/>
                </a:solidFill>
                <a:cs typeface="Arial" panose="020B0604020202020204" pitchFamily="34" charset="0"/>
              </a:rPr>
              <a:t>Informal Guidelines - </a:t>
            </a:r>
            <a:r>
              <a:rPr lang="my-MM" dirty="0" smtClean="0"/>
              <a:t>အလွတ်သဘော လမ်းညွှန်ချက်များ</a:t>
            </a:r>
            <a:r>
              <a:rPr lang="en-IN" dirty="0" smtClean="0"/>
              <a:t>, </a:t>
            </a:r>
            <a:r>
              <a:rPr lang="en-US" sz="1200" dirty="0" smtClean="0">
                <a:solidFill>
                  <a:srgbClr val="00B0F0"/>
                </a:solidFill>
                <a:latin typeface="Arial" panose="020B0604020202020204" pitchFamily="34" charset="0"/>
                <a:cs typeface="Arial" panose="020B0604020202020204" pitchFamily="34" charset="0"/>
              </a:rPr>
              <a:t>smell test-</a:t>
            </a:r>
            <a:r>
              <a:rPr lang="en-IN" dirty="0" smtClean="0"/>
              <a:t> instinct </a:t>
            </a:r>
            <a:r>
              <a:rPr lang="my-MM" dirty="0" smtClean="0"/>
              <a:t>ဗီဇ</a:t>
            </a:r>
            <a:r>
              <a:rPr lang="en-IN" dirty="0" smtClean="0"/>
              <a:t>, </a:t>
            </a:r>
            <a:r>
              <a:rPr lang="en-US" sz="1200" dirty="0" smtClean="0">
                <a:latin typeface="Arial" panose="020B0604020202020204" pitchFamily="34" charset="0"/>
                <a:cs typeface="Arial" panose="020B0604020202020204" pitchFamily="34" charset="0"/>
              </a:rPr>
              <a:t>rational people  </a:t>
            </a:r>
            <a:r>
              <a:rPr lang="my-MM" dirty="0" smtClean="0"/>
              <a:t>ဆင်ခြင်တုံတရားရှိတဲ့ လူတွေ</a:t>
            </a:r>
            <a:endParaRPr lang="en-IN" dirty="0" smtClean="0"/>
          </a:p>
          <a:p>
            <a:r>
              <a:rPr lang="en-IN" dirty="0" smtClean="0"/>
              <a:t>empathy </a:t>
            </a:r>
            <a:r>
              <a:rPr lang="my-MM" dirty="0" smtClean="0"/>
              <a:t>စာနာမှု</a:t>
            </a:r>
            <a:r>
              <a:rPr lang="en-IN" dirty="0" smtClean="0"/>
              <a:t>, </a:t>
            </a:r>
          </a:p>
          <a:p>
            <a:r>
              <a:rPr lang="en-US" dirty="0" smtClean="0"/>
              <a:t>By using both the 'smell test' and the 'other person's shoes test,' you can develop important skills for ethical thinking and making good decisions.“</a:t>
            </a:r>
          </a:p>
          <a:p>
            <a:endParaRPr lang="en-US" dirty="0" smtClean="0"/>
          </a:p>
          <a:p>
            <a:r>
              <a:rPr lang="en-US" dirty="0" smtClean="0"/>
              <a:t>The "other person's shoes test" is about </a:t>
            </a:r>
            <a:r>
              <a:rPr lang="en-US" b="1" dirty="0" smtClean="0"/>
              <a:t>empathy</a:t>
            </a:r>
            <a:r>
              <a:rPr lang="en-US" dirty="0" smtClean="0"/>
              <a:t>—the ability to understand and share the feelings of another person. </a:t>
            </a:r>
          </a:p>
          <a:p>
            <a:r>
              <a:rPr lang="en-US" b="1" dirty="0" smtClean="0"/>
              <a:t>Academic Scenario:</a:t>
            </a:r>
            <a:r>
              <a:rPr lang="en-US" dirty="0" smtClean="0"/>
              <a:t> If you’re tempted to copy someone else’s homework, think about how you’d feel if someone copied your work without permission. Would it feel unfair? Would it bother you? This reflection might guide you to avoid copying and instead seek help or put in your own </a:t>
            </a:r>
            <a:r>
              <a:rPr lang="en-US" dirty="0" err="1" smtClean="0"/>
              <a:t>effort.</a:t>
            </a:r>
            <a:r>
              <a:rPr lang="en-US" b="1" dirty="0" err="1" smtClean="0"/>
              <a:t>Personal</a:t>
            </a:r>
            <a:r>
              <a:rPr lang="en-US" b="1" dirty="0" smtClean="0"/>
              <a:t> Scenario:</a:t>
            </a:r>
            <a:r>
              <a:rPr lang="en-US" dirty="0" smtClean="0"/>
              <a:t> If you’re considering gossiping about a friend, think about how you’d feel if the roles were reversed. Would it hurt your feelings? Would it damage your trust in the friend?</a:t>
            </a:r>
            <a:endParaRPr lang="en-IN" dirty="0"/>
          </a:p>
        </p:txBody>
      </p:sp>
      <p:sp>
        <p:nvSpPr>
          <p:cNvPr id="4" name="Slide Number Placeholder 3"/>
          <p:cNvSpPr>
            <a:spLocks noGrp="1"/>
          </p:cNvSpPr>
          <p:nvPr>
            <p:ph type="sldNum" sz="quarter" idx="10"/>
          </p:nvPr>
        </p:nvSpPr>
        <p:spPr/>
        <p:txBody>
          <a:bodyPr/>
          <a:lstStyle/>
          <a:p>
            <a:fld id="{3DD3292C-35E8-4381-8FEE-BEE7EBB46172}" type="slidenum">
              <a:rPr lang="en-US" smtClean="0"/>
              <a:t>3</a:t>
            </a:fld>
            <a:endParaRPr lang="en-US"/>
          </a:p>
        </p:txBody>
      </p:sp>
    </p:spTree>
    <p:extLst>
      <p:ext uri="{BB962C8B-B14F-4D97-AF65-F5344CB8AC3E}">
        <p14:creationId xmlns:p14="http://schemas.microsoft.com/office/powerpoint/2010/main" val="1664766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DD3292C-35E8-4381-8FEE-BEE7EBB46172}" type="slidenum">
              <a:rPr lang="en-US" smtClean="0"/>
              <a:t>4</a:t>
            </a:fld>
            <a:endParaRPr lang="en-US"/>
          </a:p>
        </p:txBody>
      </p:sp>
    </p:spTree>
    <p:extLst>
      <p:ext uri="{BB962C8B-B14F-4D97-AF65-F5344CB8AC3E}">
        <p14:creationId xmlns:p14="http://schemas.microsoft.com/office/powerpoint/2010/main" val="29597793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smtClean="0">
                <a:latin typeface="Arial" panose="020B0604020202020204" pitchFamily="34" charset="0"/>
                <a:cs typeface="Arial" panose="020B0604020202020204" pitchFamily="34" charset="0"/>
              </a:rPr>
              <a:t>Conceal - </a:t>
            </a:r>
            <a:r>
              <a:rPr lang="my-MM" dirty="0" smtClean="0"/>
              <a:t>ဖုံးကွယ်</a:t>
            </a:r>
            <a:endParaRPr lang="en-IN" dirty="0"/>
          </a:p>
        </p:txBody>
      </p:sp>
      <p:sp>
        <p:nvSpPr>
          <p:cNvPr id="4" name="Slide Number Placeholder 3"/>
          <p:cNvSpPr>
            <a:spLocks noGrp="1"/>
          </p:cNvSpPr>
          <p:nvPr>
            <p:ph type="sldNum" sz="quarter" idx="10"/>
          </p:nvPr>
        </p:nvSpPr>
        <p:spPr/>
        <p:txBody>
          <a:bodyPr/>
          <a:lstStyle/>
          <a:p>
            <a:fld id="{3DD3292C-35E8-4381-8FEE-BEE7EBB46172}" type="slidenum">
              <a:rPr lang="en-US" smtClean="0"/>
              <a:t>5</a:t>
            </a:fld>
            <a:endParaRPr lang="en-US"/>
          </a:p>
        </p:txBody>
      </p:sp>
    </p:spTree>
    <p:extLst>
      <p:ext uri="{BB962C8B-B14F-4D97-AF65-F5344CB8AC3E}">
        <p14:creationId xmlns:p14="http://schemas.microsoft.com/office/powerpoint/2010/main" val="36094586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When we use computers, smartphones, or the internet, a huge amount of data is generated and collected. This data can include things like our browsing history, location, contacts, messages, photos, and even more sensitive information such as financial details or health records.</a:t>
            </a:r>
          </a:p>
          <a:p>
            <a:endParaRPr lang="en-US" dirty="0" smtClean="0"/>
          </a:p>
          <a:p>
            <a:r>
              <a:rPr lang="en-US" dirty="0" smtClean="0"/>
              <a:t>As the </a:t>
            </a:r>
            <a:r>
              <a:rPr lang="en-US" b="1" dirty="0" smtClean="0"/>
              <a:t>volume of data</a:t>
            </a:r>
            <a:r>
              <a:rPr lang="en-US" dirty="0" smtClean="0"/>
              <a:t> grows, so does the risk to our </a:t>
            </a:r>
            <a:r>
              <a:rPr lang="en-US" b="1" dirty="0" smtClean="0"/>
              <a:t>privacy</a:t>
            </a:r>
            <a:r>
              <a:rPr lang="en-US" dirty="0" smtClean="0"/>
              <a:t>. This is because:</a:t>
            </a:r>
          </a:p>
          <a:p>
            <a:r>
              <a:rPr lang="en-US" b="1" dirty="0" smtClean="0"/>
              <a:t>More Data Collection:</a:t>
            </a:r>
            <a:r>
              <a:rPr lang="en-US" dirty="0" smtClean="0"/>
              <a:t> Companies, apps, and websites often collect large amounts of user data to improve their services, target advertisements, or even sell the information to third parties.</a:t>
            </a:r>
          </a:p>
          <a:p>
            <a:endParaRPr lang="en-IN" dirty="0"/>
          </a:p>
        </p:txBody>
      </p:sp>
      <p:sp>
        <p:nvSpPr>
          <p:cNvPr id="4" name="Slide Number Placeholder 3"/>
          <p:cNvSpPr>
            <a:spLocks noGrp="1"/>
          </p:cNvSpPr>
          <p:nvPr>
            <p:ph type="sldNum" sz="quarter" idx="10"/>
          </p:nvPr>
        </p:nvSpPr>
        <p:spPr/>
        <p:txBody>
          <a:bodyPr/>
          <a:lstStyle/>
          <a:p>
            <a:fld id="{3DD3292C-35E8-4381-8FEE-BEE7EBB46172}" type="slidenum">
              <a:rPr lang="en-US" smtClean="0"/>
              <a:t>6</a:t>
            </a:fld>
            <a:endParaRPr lang="en-US"/>
          </a:p>
        </p:txBody>
      </p:sp>
    </p:spTree>
    <p:extLst>
      <p:ext uri="{BB962C8B-B14F-4D97-AF65-F5344CB8AC3E}">
        <p14:creationId xmlns:p14="http://schemas.microsoft.com/office/powerpoint/2010/main" val="19145841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dirty="0" smtClean="0">
                <a:solidFill>
                  <a:srgbClr val="FFC000"/>
                </a:solidFill>
                <a:latin typeface="Arial" panose="020B0604020202020204" pitchFamily="34" charset="0"/>
                <a:cs typeface="Arial" panose="020B0604020202020204" pitchFamily="34" charset="0"/>
              </a:rPr>
              <a:t>Fragile - </a:t>
            </a:r>
            <a:r>
              <a:rPr lang="my-MM" dirty="0" smtClean="0"/>
              <a:t>ပျက်စီးလွယ်သည်။</a:t>
            </a:r>
            <a:r>
              <a:rPr lang="en-IN" dirty="0" smtClean="0"/>
              <a:t> </a:t>
            </a:r>
            <a:r>
              <a:rPr lang="en-US" sz="1200" b="1" dirty="0" smtClean="0">
                <a:solidFill>
                  <a:schemeClr val="bg1"/>
                </a:solidFill>
                <a:cs typeface="Arial" panose="020B0604020202020204" pitchFamily="34" charset="0"/>
              </a:rPr>
              <a:t>Posed</a:t>
            </a:r>
            <a:r>
              <a:rPr lang="my-MM" dirty="0" smtClean="0"/>
              <a:t>စုစည်းတင်ပြထားပါတယ်</a:t>
            </a:r>
            <a:r>
              <a:rPr lang="my-MM" dirty="0" smtClean="0"/>
              <a:t>။</a:t>
            </a:r>
            <a:endParaRPr lang="en-US" dirty="0" smtClean="0"/>
          </a:p>
          <a:p>
            <a:r>
              <a:rPr lang="en-US" dirty="0" smtClean="0"/>
              <a:t>Order of magnitude</a:t>
            </a:r>
            <a:r>
              <a:rPr lang="en-US" baseline="0" dirty="0" smtClean="0"/>
              <a:t> effect -</a:t>
            </a:r>
            <a:r>
              <a:rPr lang="en-US" dirty="0" smtClean="0"/>
              <a:t>How big the difference is</a:t>
            </a:r>
          </a:p>
          <a:p>
            <a:r>
              <a:rPr lang="en-US" dirty="0" smtClean="0"/>
              <a:t>Effort effect - How effort changes outcome</a:t>
            </a:r>
            <a:endParaRPr lang="en-IN" dirty="0"/>
          </a:p>
        </p:txBody>
      </p:sp>
      <p:sp>
        <p:nvSpPr>
          <p:cNvPr id="4" name="Slide Number Placeholder 3"/>
          <p:cNvSpPr>
            <a:spLocks noGrp="1"/>
          </p:cNvSpPr>
          <p:nvPr>
            <p:ph type="sldNum" sz="quarter" idx="10"/>
          </p:nvPr>
        </p:nvSpPr>
        <p:spPr/>
        <p:txBody>
          <a:bodyPr/>
          <a:lstStyle/>
          <a:p>
            <a:fld id="{3DD3292C-35E8-4381-8FEE-BEE7EBB46172}" type="slidenum">
              <a:rPr lang="en-US" smtClean="0"/>
              <a:t>7</a:t>
            </a:fld>
            <a:endParaRPr lang="en-US"/>
          </a:p>
        </p:txBody>
      </p:sp>
    </p:spTree>
    <p:extLst>
      <p:ext uri="{BB962C8B-B14F-4D97-AF65-F5344CB8AC3E}">
        <p14:creationId xmlns:p14="http://schemas.microsoft.com/office/powerpoint/2010/main" val="16900494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sz="1200" dirty="0" smtClean="0">
                <a:latin typeface="Arial" panose="020B0604020202020204" pitchFamily="34" charset="0"/>
                <a:cs typeface="Arial" panose="020B0604020202020204" pitchFamily="34" charset="0"/>
              </a:rPr>
              <a:t>Hire-</a:t>
            </a:r>
            <a:r>
              <a:rPr lang="my-MM" dirty="0" smtClean="0"/>
              <a:t>အရစ်ကျ</a:t>
            </a:r>
            <a:r>
              <a:rPr lang="en-IN" dirty="0" smtClean="0"/>
              <a:t> </a:t>
            </a:r>
            <a:r>
              <a:rPr lang="en-US" altLang="en-US" sz="1200" dirty="0" smtClean="0">
                <a:latin typeface="Arial" panose="020B0604020202020204" pitchFamily="34" charset="0"/>
                <a:cs typeface="Arial" panose="020B0604020202020204" pitchFamily="34" charset="0"/>
              </a:rPr>
              <a:t>compliance </a:t>
            </a:r>
            <a:r>
              <a:rPr lang="my-MM" dirty="0" smtClean="0"/>
              <a:t>လိုက်နာမှု</a:t>
            </a:r>
            <a:endParaRPr lang="en-IN" dirty="0" smtClean="0"/>
          </a:p>
          <a:p>
            <a:r>
              <a:rPr lang="en-IN" dirty="0" smtClean="0"/>
              <a:t>Understanding Regulations</a:t>
            </a:r>
          </a:p>
          <a:p>
            <a:r>
              <a:rPr lang="en-IN" dirty="0" smtClean="0"/>
              <a:t>Government Regulations</a:t>
            </a:r>
          </a:p>
          <a:p>
            <a:r>
              <a:rPr lang="en-IN" dirty="0" smtClean="0"/>
              <a:t>Industry Regulations</a:t>
            </a:r>
            <a:endParaRPr lang="en-IN" dirty="0"/>
          </a:p>
        </p:txBody>
      </p:sp>
      <p:sp>
        <p:nvSpPr>
          <p:cNvPr id="4" name="Slide Number Placeholder 3"/>
          <p:cNvSpPr>
            <a:spLocks noGrp="1"/>
          </p:cNvSpPr>
          <p:nvPr>
            <p:ph type="sldNum" sz="quarter" idx="10"/>
          </p:nvPr>
        </p:nvSpPr>
        <p:spPr/>
        <p:txBody>
          <a:bodyPr/>
          <a:lstStyle/>
          <a:p>
            <a:fld id="{3DD3292C-35E8-4381-8FEE-BEE7EBB46172}" type="slidenum">
              <a:rPr lang="en-US" smtClean="0"/>
              <a:t>8</a:t>
            </a:fld>
            <a:endParaRPr lang="en-US"/>
          </a:p>
        </p:txBody>
      </p:sp>
    </p:spTree>
    <p:extLst>
      <p:ext uri="{BB962C8B-B14F-4D97-AF65-F5344CB8AC3E}">
        <p14:creationId xmlns:p14="http://schemas.microsoft.com/office/powerpoint/2010/main" val="2375642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sz="1200" dirty="0" smtClean="0">
                <a:solidFill>
                  <a:srgbClr val="002060"/>
                </a:solidFill>
                <a:latin typeface="Arial" panose="020B0604020202020204" pitchFamily="34" charset="0"/>
                <a:cs typeface="Arial" panose="020B0604020202020204" pitchFamily="34" charset="0"/>
              </a:rPr>
              <a:t>Oversight-</a:t>
            </a:r>
            <a:r>
              <a:rPr lang="my-MM" dirty="0" smtClean="0"/>
              <a:t>ကြီးကြပ်မှု</a:t>
            </a:r>
            <a:endParaRPr lang="en-IN" dirty="0" smtClean="0"/>
          </a:p>
          <a:p>
            <a:r>
              <a:rPr lang="en-US" altLang="en-US" sz="1200" dirty="0" smtClean="0">
                <a:latin typeface="Arial" panose="020B0604020202020204" pitchFamily="34" charset="0"/>
                <a:cs typeface="Arial" panose="020B0604020202020204" pitchFamily="34" charset="0"/>
              </a:rPr>
              <a:t>regulatory requirements</a:t>
            </a:r>
            <a:r>
              <a:rPr lang="my-MM" dirty="0" smtClean="0"/>
              <a:t>စည်းကမ်းသတ်မှတ်ချက်များ</a:t>
            </a:r>
            <a:endParaRPr lang="en-IN" dirty="0"/>
          </a:p>
        </p:txBody>
      </p:sp>
      <p:sp>
        <p:nvSpPr>
          <p:cNvPr id="4" name="Slide Number Placeholder 3"/>
          <p:cNvSpPr>
            <a:spLocks noGrp="1"/>
          </p:cNvSpPr>
          <p:nvPr>
            <p:ph type="sldNum" sz="quarter" idx="10"/>
          </p:nvPr>
        </p:nvSpPr>
        <p:spPr/>
        <p:txBody>
          <a:bodyPr/>
          <a:lstStyle/>
          <a:p>
            <a:fld id="{3DD3292C-35E8-4381-8FEE-BEE7EBB46172}" type="slidenum">
              <a:rPr lang="en-US" smtClean="0"/>
              <a:t>9</a:t>
            </a:fld>
            <a:endParaRPr lang="en-US"/>
          </a:p>
        </p:txBody>
      </p:sp>
    </p:spTree>
    <p:extLst>
      <p:ext uri="{BB962C8B-B14F-4D97-AF65-F5344CB8AC3E}">
        <p14:creationId xmlns:p14="http://schemas.microsoft.com/office/powerpoint/2010/main" val="26947767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sz="1200" dirty="0" smtClean="0">
                <a:latin typeface="Arial" panose="020B0604020202020204" pitchFamily="34" charset="0"/>
                <a:cs typeface="Arial" panose="020B0604020202020204" pitchFamily="34" charset="0"/>
              </a:rPr>
              <a:t>safeguards</a:t>
            </a:r>
            <a:r>
              <a:rPr lang="my-MM" dirty="0" smtClean="0"/>
              <a:t>အကာအကွယ်များ</a:t>
            </a:r>
            <a:endParaRPr lang="en-IN" dirty="0"/>
          </a:p>
        </p:txBody>
      </p:sp>
      <p:sp>
        <p:nvSpPr>
          <p:cNvPr id="4" name="Slide Number Placeholder 3"/>
          <p:cNvSpPr>
            <a:spLocks noGrp="1"/>
          </p:cNvSpPr>
          <p:nvPr>
            <p:ph type="sldNum" sz="quarter" idx="10"/>
          </p:nvPr>
        </p:nvSpPr>
        <p:spPr/>
        <p:txBody>
          <a:bodyPr/>
          <a:lstStyle/>
          <a:p>
            <a:fld id="{3DD3292C-35E8-4381-8FEE-BEE7EBB46172}" type="slidenum">
              <a:rPr lang="en-US" smtClean="0"/>
              <a:t>10</a:t>
            </a:fld>
            <a:endParaRPr lang="en-US"/>
          </a:p>
        </p:txBody>
      </p:sp>
    </p:spTree>
    <p:extLst>
      <p:ext uri="{BB962C8B-B14F-4D97-AF65-F5344CB8AC3E}">
        <p14:creationId xmlns:p14="http://schemas.microsoft.com/office/powerpoint/2010/main" val="2627626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DD3292C-35E8-4381-8FEE-BEE7EBB46172}" type="slidenum">
              <a:rPr lang="en-US" smtClean="0"/>
              <a:t>11</a:t>
            </a:fld>
            <a:endParaRPr lang="en-US"/>
          </a:p>
        </p:txBody>
      </p:sp>
    </p:spTree>
    <p:extLst>
      <p:ext uri="{BB962C8B-B14F-4D97-AF65-F5344CB8AC3E}">
        <p14:creationId xmlns:p14="http://schemas.microsoft.com/office/powerpoint/2010/main" val="37842367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kern="1200" dirty="0" smtClean="0">
                <a:solidFill>
                  <a:schemeClr val="tx1"/>
                </a:solidFill>
                <a:effectLst/>
                <a:latin typeface="+mn-lt"/>
                <a:ea typeface="+mn-ea"/>
                <a:cs typeface="+mn-cs"/>
              </a:rPr>
              <a:t>Injustice-</a:t>
            </a:r>
            <a:r>
              <a:rPr lang="my-MM" dirty="0" smtClean="0"/>
              <a:t>မတရားမှု</a:t>
            </a:r>
            <a:r>
              <a:rPr lang="en-IN" dirty="0" smtClean="0"/>
              <a:t>, </a:t>
            </a:r>
            <a:r>
              <a:rPr lang="en-IN" sz="1200" kern="1200" dirty="0" smtClean="0">
                <a:solidFill>
                  <a:schemeClr val="tx1"/>
                </a:solidFill>
                <a:effectLst/>
                <a:latin typeface="+mn-lt"/>
                <a:ea typeface="+mn-ea"/>
                <a:cs typeface="+mn-cs"/>
              </a:rPr>
              <a:t>cheat </a:t>
            </a:r>
            <a:r>
              <a:rPr lang="my-MM" dirty="0" smtClean="0"/>
              <a:t>လိမ်တယ်။</a:t>
            </a:r>
            <a:r>
              <a:rPr lang="en-IN" dirty="0" smtClean="0"/>
              <a:t> </a:t>
            </a:r>
            <a:r>
              <a:rPr lang="en-IN" sz="1200" kern="1200" dirty="0" smtClean="0">
                <a:solidFill>
                  <a:schemeClr val="tx1"/>
                </a:solidFill>
                <a:effectLst/>
                <a:latin typeface="+mn-lt"/>
                <a:ea typeface="+mn-ea"/>
                <a:cs typeface="+mn-cs"/>
              </a:rPr>
              <a:t>it undermines trust</a:t>
            </a:r>
            <a:r>
              <a:rPr lang="my-MM" dirty="0" smtClean="0"/>
              <a:t>ယုံကြည်မှုပျက်ပြားစေသည်။</a:t>
            </a:r>
            <a:r>
              <a:rPr lang="en-IN" sz="1200" kern="1200" dirty="0" smtClean="0">
                <a:solidFill>
                  <a:schemeClr val="tx1"/>
                </a:solidFill>
                <a:effectLst/>
                <a:latin typeface="+mn-lt"/>
                <a:ea typeface="+mn-ea"/>
                <a:cs typeface="+mn-cs"/>
              </a:rPr>
              <a:t>prevalent</a:t>
            </a:r>
            <a:r>
              <a:rPr lang="my-MM" smtClean="0"/>
              <a:t>ပျံ့နှံ့သည်။</a:t>
            </a:r>
            <a:endParaRPr lang="en-IN" dirty="0"/>
          </a:p>
        </p:txBody>
      </p:sp>
      <p:sp>
        <p:nvSpPr>
          <p:cNvPr id="4" name="Slide Number Placeholder 3"/>
          <p:cNvSpPr>
            <a:spLocks noGrp="1"/>
          </p:cNvSpPr>
          <p:nvPr>
            <p:ph type="sldNum" sz="quarter" idx="10"/>
          </p:nvPr>
        </p:nvSpPr>
        <p:spPr/>
        <p:txBody>
          <a:bodyPr/>
          <a:lstStyle/>
          <a:p>
            <a:fld id="{3DD3292C-35E8-4381-8FEE-BEE7EBB46172}" type="slidenum">
              <a:rPr lang="en-US" smtClean="0"/>
              <a:t>12</a:t>
            </a:fld>
            <a:endParaRPr lang="en-US"/>
          </a:p>
        </p:txBody>
      </p:sp>
    </p:spTree>
    <p:extLst>
      <p:ext uri="{BB962C8B-B14F-4D97-AF65-F5344CB8AC3E}">
        <p14:creationId xmlns:p14="http://schemas.microsoft.com/office/powerpoint/2010/main" val="39302220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828800" y="1346836"/>
            <a:ext cx="10972800" cy="2865120"/>
          </a:xfrm>
        </p:spPr>
        <p:txBody>
          <a:bodyPr anchor="b"/>
          <a:lstStyle>
            <a:lvl1pPr algn="ctr">
              <a:defRPr sz="7200"/>
            </a:lvl1pPr>
          </a:lstStyle>
          <a:p>
            <a:r>
              <a:rPr lang="en-US" smtClean="0"/>
              <a:t>Click to edit Master title style</a:t>
            </a:r>
            <a:endParaRPr lang="en-US" dirty="0"/>
          </a:p>
        </p:txBody>
      </p:sp>
      <p:sp>
        <p:nvSpPr>
          <p:cNvPr id="3" name="Subtitle 2"/>
          <p:cNvSpPr>
            <a:spLocks noGrp="1"/>
          </p:cNvSpPr>
          <p:nvPr>
            <p:ph type="subTitle" idx="1"/>
          </p:nvPr>
        </p:nvSpPr>
        <p:spPr>
          <a:xfrm>
            <a:off x="1828800" y="4322446"/>
            <a:ext cx="10972800" cy="1986914"/>
          </a:xfrm>
        </p:spPr>
        <p:txBody>
          <a:bodyPr/>
          <a:lstStyle>
            <a:lvl1pPr marL="0" indent="0" algn="ctr">
              <a:buNone/>
              <a:defRPr sz="2880"/>
            </a:lvl1pPr>
            <a:lvl2pPr marL="548640" indent="0" algn="ctr">
              <a:buNone/>
              <a:defRPr sz="2400"/>
            </a:lvl2pPr>
            <a:lvl3pPr marL="1097280" indent="0" algn="ctr">
              <a:buNone/>
              <a:defRPr sz="2160"/>
            </a:lvl3pPr>
            <a:lvl4pPr marL="1645920" indent="0" algn="ctr">
              <a:buNone/>
              <a:defRPr sz="1920"/>
            </a:lvl4pPr>
            <a:lvl5pPr marL="2194560" indent="0" algn="ctr">
              <a:buNone/>
              <a:defRPr sz="1920"/>
            </a:lvl5pPr>
            <a:lvl6pPr marL="2743200" indent="0" algn="ctr">
              <a:buNone/>
              <a:defRPr sz="1920"/>
            </a:lvl6pPr>
            <a:lvl7pPr marL="3291840" indent="0" algn="ctr">
              <a:buNone/>
              <a:defRPr sz="1920"/>
            </a:lvl7pPr>
            <a:lvl8pPr marL="3840480" indent="0" algn="ctr">
              <a:buNone/>
              <a:defRPr sz="1920"/>
            </a:lvl8pPr>
            <a:lvl9pPr marL="4389120" indent="0" algn="ctr">
              <a:buNone/>
              <a:defRPr sz="192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443747CE-CE89-446C-A2BB-6CFD432313C1}" type="datetime1">
              <a:rPr lang="en-US" smtClean="0"/>
              <a:t>9/8/2025</a:t>
            </a:fld>
            <a:endParaRPr lang="en-US"/>
          </a:p>
        </p:txBody>
      </p:sp>
      <p:sp>
        <p:nvSpPr>
          <p:cNvPr id="5" name="Footer Placeholder 4"/>
          <p:cNvSpPr>
            <a:spLocks noGrp="1"/>
          </p:cNvSpPr>
          <p:nvPr>
            <p:ph type="ftr" sz="quarter" idx="11"/>
          </p:nvPr>
        </p:nvSpPr>
        <p:spPr/>
        <p:txBody>
          <a:bodyPr/>
          <a:lstStyle/>
          <a:p>
            <a:r>
              <a:rPr lang="en-US" smtClean="0"/>
              <a:t>Myanmar Institute of Information Technology, MIIT</a:t>
            </a:r>
            <a:endParaRPr lang="en-US"/>
          </a:p>
        </p:txBody>
      </p:sp>
      <p:sp>
        <p:nvSpPr>
          <p:cNvPr id="6" name="Slide Number Placeholder 5"/>
          <p:cNvSpPr>
            <a:spLocks noGrp="1"/>
          </p:cNvSpPr>
          <p:nvPr>
            <p:ph type="sldNum" sz="quarter" idx="12"/>
          </p:nvPr>
        </p:nvSpPr>
        <p:spPr/>
        <p:txBody>
          <a:bodyPr/>
          <a:lstStyle/>
          <a:p>
            <a:fld id="{308F3A94-28FA-42B0-AEE0-73984DBB4908}" type="slidenum">
              <a:rPr lang="en-US" smtClean="0"/>
              <a:t>‹#›</a:t>
            </a:fld>
            <a:endParaRPr lang="en-US"/>
          </a:p>
        </p:txBody>
      </p:sp>
    </p:spTree>
    <p:extLst>
      <p:ext uri="{BB962C8B-B14F-4D97-AF65-F5344CB8AC3E}">
        <p14:creationId xmlns:p14="http://schemas.microsoft.com/office/powerpoint/2010/main" val="3514981753"/>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36B337C-E8EC-4C04-B943-84B57AF866B5}" type="datetime1">
              <a:rPr lang="en-US" smtClean="0"/>
              <a:t>9/8/2025</a:t>
            </a:fld>
            <a:endParaRPr lang="en-US"/>
          </a:p>
        </p:txBody>
      </p:sp>
      <p:sp>
        <p:nvSpPr>
          <p:cNvPr id="5" name="Footer Placeholder 4"/>
          <p:cNvSpPr>
            <a:spLocks noGrp="1"/>
          </p:cNvSpPr>
          <p:nvPr>
            <p:ph type="ftr" sz="quarter" idx="11"/>
          </p:nvPr>
        </p:nvSpPr>
        <p:spPr/>
        <p:txBody>
          <a:bodyPr/>
          <a:lstStyle/>
          <a:p>
            <a:r>
              <a:rPr lang="en-US" smtClean="0"/>
              <a:t>Myanmar Institute of Information Technology, MIIT</a:t>
            </a:r>
            <a:endParaRPr lang="en-US"/>
          </a:p>
        </p:txBody>
      </p:sp>
      <p:sp>
        <p:nvSpPr>
          <p:cNvPr id="6" name="Slide Number Placeholder 5"/>
          <p:cNvSpPr>
            <a:spLocks noGrp="1"/>
          </p:cNvSpPr>
          <p:nvPr>
            <p:ph type="sldNum" sz="quarter" idx="12"/>
          </p:nvPr>
        </p:nvSpPr>
        <p:spPr/>
        <p:txBody>
          <a:bodyPr/>
          <a:lstStyle/>
          <a:p>
            <a:fld id="{308F3A94-28FA-42B0-AEE0-73984DBB4908}" type="slidenum">
              <a:rPr lang="en-US" smtClean="0"/>
              <a:t>‹#›</a:t>
            </a:fld>
            <a:endParaRPr lang="en-US"/>
          </a:p>
        </p:txBody>
      </p:sp>
    </p:spTree>
    <p:extLst>
      <p:ext uri="{BB962C8B-B14F-4D97-AF65-F5344CB8AC3E}">
        <p14:creationId xmlns:p14="http://schemas.microsoft.com/office/powerpoint/2010/main" val="32667800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98220" y="2051686"/>
            <a:ext cx="12618720" cy="3423284"/>
          </a:xfrm>
        </p:spPr>
        <p:txBody>
          <a:bodyPr anchor="b"/>
          <a:lstStyle>
            <a:lvl1pPr>
              <a:defRPr sz="7200"/>
            </a:lvl1pPr>
          </a:lstStyle>
          <a:p>
            <a:r>
              <a:rPr lang="en-US" smtClean="0"/>
              <a:t>Click to edit Master title style</a:t>
            </a:r>
            <a:endParaRPr lang="en-US" dirty="0"/>
          </a:p>
        </p:txBody>
      </p:sp>
      <p:sp>
        <p:nvSpPr>
          <p:cNvPr id="3" name="Text Placeholder 2"/>
          <p:cNvSpPr>
            <a:spLocks noGrp="1"/>
          </p:cNvSpPr>
          <p:nvPr>
            <p:ph type="body" idx="1"/>
          </p:nvPr>
        </p:nvSpPr>
        <p:spPr>
          <a:xfrm>
            <a:off x="998220" y="5507356"/>
            <a:ext cx="12618720" cy="1800224"/>
          </a:xfrm>
        </p:spPr>
        <p:txBody>
          <a:bodyPr/>
          <a:lstStyle>
            <a:lvl1pPr marL="0" indent="0">
              <a:buNone/>
              <a:defRPr sz="2880">
                <a:solidFill>
                  <a:schemeClr val="tx1">
                    <a:tint val="75000"/>
                  </a:schemeClr>
                </a:solidFill>
              </a:defRPr>
            </a:lvl1pPr>
            <a:lvl2pPr marL="548640" indent="0">
              <a:buNone/>
              <a:defRPr sz="2400">
                <a:solidFill>
                  <a:schemeClr val="tx1">
                    <a:tint val="75000"/>
                  </a:schemeClr>
                </a:solidFill>
              </a:defRPr>
            </a:lvl2pPr>
            <a:lvl3pPr marL="1097280" indent="0">
              <a:buNone/>
              <a:defRPr sz="2160">
                <a:solidFill>
                  <a:schemeClr val="tx1">
                    <a:tint val="75000"/>
                  </a:schemeClr>
                </a:solidFill>
              </a:defRPr>
            </a:lvl3pPr>
            <a:lvl4pPr marL="1645920" indent="0">
              <a:buNone/>
              <a:defRPr sz="1920">
                <a:solidFill>
                  <a:schemeClr val="tx1">
                    <a:tint val="75000"/>
                  </a:schemeClr>
                </a:solidFill>
              </a:defRPr>
            </a:lvl4pPr>
            <a:lvl5pPr marL="2194560" indent="0">
              <a:buNone/>
              <a:defRPr sz="1920">
                <a:solidFill>
                  <a:schemeClr val="tx1">
                    <a:tint val="75000"/>
                  </a:schemeClr>
                </a:solidFill>
              </a:defRPr>
            </a:lvl5pPr>
            <a:lvl6pPr marL="2743200" indent="0">
              <a:buNone/>
              <a:defRPr sz="1920">
                <a:solidFill>
                  <a:schemeClr val="tx1">
                    <a:tint val="75000"/>
                  </a:schemeClr>
                </a:solidFill>
              </a:defRPr>
            </a:lvl6pPr>
            <a:lvl7pPr marL="3291840" indent="0">
              <a:buNone/>
              <a:defRPr sz="1920">
                <a:solidFill>
                  <a:schemeClr val="tx1">
                    <a:tint val="75000"/>
                  </a:schemeClr>
                </a:solidFill>
              </a:defRPr>
            </a:lvl7pPr>
            <a:lvl8pPr marL="3840480" indent="0">
              <a:buNone/>
              <a:defRPr sz="1920">
                <a:solidFill>
                  <a:schemeClr val="tx1">
                    <a:tint val="75000"/>
                  </a:schemeClr>
                </a:solidFill>
              </a:defRPr>
            </a:lvl8pPr>
            <a:lvl9pPr marL="4389120" indent="0">
              <a:buNone/>
              <a:defRPr sz="192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7AC52962-8172-44E8-BDF6-C4F6262AFC08}" type="datetime1">
              <a:rPr lang="en-US" smtClean="0"/>
              <a:t>9/8/2025</a:t>
            </a:fld>
            <a:endParaRPr lang="en-US"/>
          </a:p>
        </p:txBody>
      </p:sp>
      <p:sp>
        <p:nvSpPr>
          <p:cNvPr id="5" name="Footer Placeholder 4"/>
          <p:cNvSpPr>
            <a:spLocks noGrp="1"/>
          </p:cNvSpPr>
          <p:nvPr>
            <p:ph type="ftr" sz="quarter" idx="11"/>
          </p:nvPr>
        </p:nvSpPr>
        <p:spPr/>
        <p:txBody>
          <a:bodyPr/>
          <a:lstStyle/>
          <a:p>
            <a:r>
              <a:rPr lang="en-US" smtClean="0"/>
              <a:t>Myanmar Institute of Information Technology, MIIT</a:t>
            </a:r>
            <a:endParaRPr lang="en-US"/>
          </a:p>
        </p:txBody>
      </p:sp>
      <p:sp>
        <p:nvSpPr>
          <p:cNvPr id="6" name="Slide Number Placeholder 5"/>
          <p:cNvSpPr>
            <a:spLocks noGrp="1"/>
          </p:cNvSpPr>
          <p:nvPr>
            <p:ph type="sldNum" sz="quarter" idx="12"/>
          </p:nvPr>
        </p:nvSpPr>
        <p:spPr/>
        <p:txBody>
          <a:bodyPr/>
          <a:lstStyle/>
          <a:p>
            <a:fld id="{308F3A94-28FA-42B0-AEE0-73984DBB4908}" type="slidenum">
              <a:rPr lang="en-US" smtClean="0"/>
              <a:t>‹#›</a:t>
            </a:fld>
            <a:endParaRPr lang="en-US"/>
          </a:p>
        </p:txBody>
      </p:sp>
    </p:spTree>
    <p:extLst>
      <p:ext uri="{BB962C8B-B14F-4D97-AF65-F5344CB8AC3E}">
        <p14:creationId xmlns:p14="http://schemas.microsoft.com/office/powerpoint/2010/main" val="187136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05840" y="2190750"/>
            <a:ext cx="6217920" cy="5221606"/>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7406640" y="2190750"/>
            <a:ext cx="6217920" cy="5221606"/>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6CF9F434-5967-4B0C-9949-8053ADDA04B9}" type="datetime1">
              <a:rPr lang="en-US" smtClean="0"/>
              <a:t>9/8/2025</a:t>
            </a:fld>
            <a:endParaRPr lang="en-US"/>
          </a:p>
        </p:txBody>
      </p:sp>
      <p:sp>
        <p:nvSpPr>
          <p:cNvPr id="6" name="Footer Placeholder 5"/>
          <p:cNvSpPr>
            <a:spLocks noGrp="1"/>
          </p:cNvSpPr>
          <p:nvPr>
            <p:ph type="ftr" sz="quarter" idx="11"/>
          </p:nvPr>
        </p:nvSpPr>
        <p:spPr/>
        <p:txBody>
          <a:bodyPr/>
          <a:lstStyle/>
          <a:p>
            <a:r>
              <a:rPr lang="en-US" smtClean="0"/>
              <a:t>Myanmar Institute of Information Technology, MIIT</a:t>
            </a:r>
            <a:endParaRPr lang="en-US"/>
          </a:p>
        </p:txBody>
      </p:sp>
      <p:sp>
        <p:nvSpPr>
          <p:cNvPr id="7" name="Slide Number Placeholder 6"/>
          <p:cNvSpPr>
            <a:spLocks noGrp="1"/>
          </p:cNvSpPr>
          <p:nvPr>
            <p:ph type="sldNum" sz="quarter" idx="12"/>
          </p:nvPr>
        </p:nvSpPr>
        <p:spPr/>
        <p:txBody>
          <a:bodyPr/>
          <a:lstStyle/>
          <a:p>
            <a:fld id="{308F3A94-28FA-42B0-AEE0-73984DBB4908}" type="slidenum">
              <a:rPr lang="en-US" smtClean="0"/>
              <a:t>‹#›</a:t>
            </a:fld>
            <a:endParaRPr lang="en-US"/>
          </a:p>
        </p:txBody>
      </p:sp>
    </p:spTree>
    <p:extLst>
      <p:ext uri="{BB962C8B-B14F-4D97-AF65-F5344CB8AC3E}">
        <p14:creationId xmlns:p14="http://schemas.microsoft.com/office/powerpoint/2010/main" val="31090722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007746" y="438150"/>
            <a:ext cx="12618720" cy="1590676"/>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07746" y="2017396"/>
            <a:ext cx="6189344" cy="988694"/>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smtClean="0"/>
              <a:t>Edit Master text styles</a:t>
            </a:r>
          </a:p>
        </p:txBody>
      </p:sp>
      <p:sp>
        <p:nvSpPr>
          <p:cNvPr id="4" name="Content Placeholder 3"/>
          <p:cNvSpPr>
            <a:spLocks noGrp="1"/>
          </p:cNvSpPr>
          <p:nvPr>
            <p:ph sz="half" idx="2"/>
          </p:nvPr>
        </p:nvSpPr>
        <p:spPr>
          <a:xfrm>
            <a:off x="1007746" y="3006090"/>
            <a:ext cx="6189344" cy="4421506"/>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7406640" y="2017396"/>
            <a:ext cx="6219826" cy="988694"/>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smtClean="0"/>
              <a:t>Edit Master text styles</a:t>
            </a:r>
          </a:p>
        </p:txBody>
      </p:sp>
      <p:sp>
        <p:nvSpPr>
          <p:cNvPr id="6" name="Content Placeholder 5"/>
          <p:cNvSpPr>
            <a:spLocks noGrp="1"/>
          </p:cNvSpPr>
          <p:nvPr>
            <p:ph sz="quarter" idx="4"/>
          </p:nvPr>
        </p:nvSpPr>
        <p:spPr>
          <a:xfrm>
            <a:off x="7406640" y="3006090"/>
            <a:ext cx="6219826" cy="4421506"/>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F472CDFC-AD84-4B71-9110-8977AF7F9ADE}" type="datetime1">
              <a:rPr lang="en-US" smtClean="0"/>
              <a:t>9/8/2025</a:t>
            </a:fld>
            <a:endParaRPr lang="en-US"/>
          </a:p>
        </p:txBody>
      </p:sp>
      <p:sp>
        <p:nvSpPr>
          <p:cNvPr id="8" name="Footer Placeholder 7"/>
          <p:cNvSpPr>
            <a:spLocks noGrp="1"/>
          </p:cNvSpPr>
          <p:nvPr>
            <p:ph type="ftr" sz="quarter" idx="11"/>
          </p:nvPr>
        </p:nvSpPr>
        <p:spPr/>
        <p:txBody>
          <a:bodyPr/>
          <a:lstStyle/>
          <a:p>
            <a:r>
              <a:rPr lang="en-US" smtClean="0"/>
              <a:t>Myanmar Institute of Information Technology, MIIT</a:t>
            </a:r>
            <a:endParaRPr lang="en-US"/>
          </a:p>
        </p:txBody>
      </p:sp>
      <p:sp>
        <p:nvSpPr>
          <p:cNvPr id="9" name="Slide Number Placeholder 8"/>
          <p:cNvSpPr>
            <a:spLocks noGrp="1"/>
          </p:cNvSpPr>
          <p:nvPr>
            <p:ph type="sldNum" sz="quarter" idx="12"/>
          </p:nvPr>
        </p:nvSpPr>
        <p:spPr/>
        <p:txBody>
          <a:bodyPr/>
          <a:lstStyle/>
          <a:p>
            <a:fld id="{308F3A94-28FA-42B0-AEE0-73984DBB4908}" type="slidenum">
              <a:rPr lang="en-US" smtClean="0"/>
              <a:t>‹#›</a:t>
            </a:fld>
            <a:endParaRPr lang="en-US"/>
          </a:p>
        </p:txBody>
      </p:sp>
    </p:spTree>
    <p:extLst>
      <p:ext uri="{BB962C8B-B14F-4D97-AF65-F5344CB8AC3E}">
        <p14:creationId xmlns:p14="http://schemas.microsoft.com/office/powerpoint/2010/main" val="2125820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3E1D78CB-B232-4114-84F5-4C4C54FC5D84}" type="datetime1">
              <a:rPr lang="en-US" smtClean="0"/>
              <a:t>9/8/2025</a:t>
            </a:fld>
            <a:endParaRPr lang="en-US"/>
          </a:p>
        </p:txBody>
      </p:sp>
      <p:sp>
        <p:nvSpPr>
          <p:cNvPr id="4" name="Footer Placeholder 3"/>
          <p:cNvSpPr>
            <a:spLocks noGrp="1"/>
          </p:cNvSpPr>
          <p:nvPr>
            <p:ph type="ftr" sz="quarter" idx="11"/>
          </p:nvPr>
        </p:nvSpPr>
        <p:spPr/>
        <p:txBody>
          <a:bodyPr/>
          <a:lstStyle/>
          <a:p>
            <a:r>
              <a:rPr lang="en-US" smtClean="0"/>
              <a:t>Myanmar Institute of Information Technology, MIIT</a:t>
            </a:r>
            <a:endParaRPr lang="en-US"/>
          </a:p>
        </p:txBody>
      </p:sp>
      <p:sp>
        <p:nvSpPr>
          <p:cNvPr id="5" name="Slide Number Placeholder 4"/>
          <p:cNvSpPr>
            <a:spLocks noGrp="1"/>
          </p:cNvSpPr>
          <p:nvPr>
            <p:ph type="sldNum" sz="quarter" idx="12"/>
          </p:nvPr>
        </p:nvSpPr>
        <p:spPr/>
        <p:txBody>
          <a:bodyPr/>
          <a:lstStyle/>
          <a:p>
            <a:fld id="{308F3A94-28FA-42B0-AEE0-73984DBB4908}" type="slidenum">
              <a:rPr lang="en-US" smtClean="0"/>
              <a:t>‹#›</a:t>
            </a:fld>
            <a:endParaRPr lang="en-US"/>
          </a:p>
        </p:txBody>
      </p:sp>
    </p:spTree>
    <p:extLst>
      <p:ext uri="{BB962C8B-B14F-4D97-AF65-F5344CB8AC3E}">
        <p14:creationId xmlns:p14="http://schemas.microsoft.com/office/powerpoint/2010/main" val="12120802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073B8E9-3D1D-4313-9081-B0E8D08985AA}" type="datetime1">
              <a:rPr lang="en-US" smtClean="0"/>
              <a:t>9/8/2025</a:t>
            </a:fld>
            <a:endParaRPr lang="en-US"/>
          </a:p>
        </p:txBody>
      </p:sp>
      <p:sp>
        <p:nvSpPr>
          <p:cNvPr id="3" name="Footer Placeholder 2"/>
          <p:cNvSpPr>
            <a:spLocks noGrp="1"/>
          </p:cNvSpPr>
          <p:nvPr>
            <p:ph type="ftr" sz="quarter" idx="11"/>
          </p:nvPr>
        </p:nvSpPr>
        <p:spPr/>
        <p:txBody>
          <a:bodyPr/>
          <a:lstStyle/>
          <a:p>
            <a:r>
              <a:rPr lang="en-US" smtClean="0"/>
              <a:t>Myanmar Institute of Information Technology, MIIT</a:t>
            </a:r>
            <a:endParaRPr lang="en-US"/>
          </a:p>
        </p:txBody>
      </p:sp>
      <p:sp>
        <p:nvSpPr>
          <p:cNvPr id="4" name="Slide Number Placeholder 3"/>
          <p:cNvSpPr>
            <a:spLocks noGrp="1"/>
          </p:cNvSpPr>
          <p:nvPr>
            <p:ph type="sldNum" sz="quarter" idx="12"/>
          </p:nvPr>
        </p:nvSpPr>
        <p:spPr/>
        <p:txBody>
          <a:bodyPr/>
          <a:lstStyle/>
          <a:p>
            <a:fld id="{308F3A94-28FA-42B0-AEE0-73984DBB4908}" type="slidenum">
              <a:rPr lang="en-US" smtClean="0"/>
              <a:t>‹#›</a:t>
            </a:fld>
            <a:endParaRPr lang="en-US"/>
          </a:p>
        </p:txBody>
      </p:sp>
    </p:spTree>
    <p:extLst>
      <p:ext uri="{BB962C8B-B14F-4D97-AF65-F5344CB8AC3E}">
        <p14:creationId xmlns:p14="http://schemas.microsoft.com/office/powerpoint/2010/main" val="18286984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07746" y="548640"/>
            <a:ext cx="4718684" cy="1920240"/>
          </a:xfrm>
        </p:spPr>
        <p:txBody>
          <a:bodyPr anchor="b"/>
          <a:lstStyle>
            <a:lvl1pPr>
              <a:defRPr sz="3840"/>
            </a:lvl1pPr>
          </a:lstStyle>
          <a:p>
            <a:r>
              <a:rPr lang="en-US" smtClean="0"/>
              <a:t>Click to edit Master title style</a:t>
            </a:r>
            <a:endParaRPr lang="en-US" dirty="0"/>
          </a:p>
        </p:txBody>
      </p:sp>
      <p:sp>
        <p:nvSpPr>
          <p:cNvPr id="3" name="Content Placeholder 2"/>
          <p:cNvSpPr>
            <a:spLocks noGrp="1"/>
          </p:cNvSpPr>
          <p:nvPr>
            <p:ph idx="1"/>
          </p:nvPr>
        </p:nvSpPr>
        <p:spPr>
          <a:xfrm>
            <a:off x="6219826" y="1184911"/>
            <a:ext cx="7406640" cy="5848350"/>
          </a:xfrm>
        </p:spPr>
        <p:txBody>
          <a:bodyPr/>
          <a:lstStyle>
            <a:lvl1pPr>
              <a:defRPr sz="3840"/>
            </a:lvl1pPr>
            <a:lvl2pPr>
              <a:defRPr sz="3360"/>
            </a:lvl2pPr>
            <a:lvl3pPr>
              <a:defRPr sz="2880"/>
            </a:lvl3pPr>
            <a:lvl4pPr>
              <a:defRPr sz="2400"/>
            </a:lvl4pPr>
            <a:lvl5pPr>
              <a:defRPr sz="2400"/>
            </a:lvl5pPr>
            <a:lvl6pPr>
              <a:defRPr sz="2400"/>
            </a:lvl6pPr>
            <a:lvl7pPr>
              <a:defRPr sz="2400"/>
            </a:lvl7pPr>
            <a:lvl8pPr>
              <a:defRPr sz="2400"/>
            </a:lvl8pPr>
            <a:lvl9pPr>
              <a:defRPr sz="2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007746" y="2468880"/>
            <a:ext cx="4718684" cy="4573906"/>
          </a:xfr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smtClean="0"/>
              <a:t>Edit Master text styles</a:t>
            </a:r>
          </a:p>
        </p:txBody>
      </p:sp>
      <p:sp>
        <p:nvSpPr>
          <p:cNvPr id="5" name="Date Placeholder 4"/>
          <p:cNvSpPr>
            <a:spLocks noGrp="1"/>
          </p:cNvSpPr>
          <p:nvPr>
            <p:ph type="dt" sz="half" idx="10"/>
          </p:nvPr>
        </p:nvSpPr>
        <p:spPr/>
        <p:txBody>
          <a:bodyPr/>
          <a:lstStyle/>
          <a:p>
            <a:fld id="{E639A9A9-EB33-4F0F-BCB0-5188F7F8E3A6}" type="datetime1">
              <a:rPr lang="en-US" smtClean="0"/>
              <a:t>9/8/2025</a:t>
            </a:fld>
            <a:endParaRPr lang="en-US"/>
          </a:p>
        </p:txBody>
      </p:sp>
      <p:sp>
        <p:nvSpPr>
          <p:cNvPr id="6" name="Footer Placeholder 5"/>
          <p:cNvSpPr>
            <a:spLocks noGrp="1"/>
          </p:cNvSpPr>
          <p:nvPr>
            <p:ph type="ftr" sz="quarter" idx="11"/>
          </p:nvPr>
        </p:nvSpPr>
        <p:spPr/>
        <p:txBody>
          <a:bodyPr/>
          <a:lstStyle/>
          <a:p>
            <a:r>
              <a:rPr lang="en-US" smtClean="0"/>
              <a:t>Myanmar Institute of Information Technology, MIIT</a:t>
            </a:r>
            <a:endParaRPr lang="en-US"/>
          </a:p>
        </p:txBody>
      </p:sp>
      <p:sp>
        <p:nvSpPr>
          <p:cNvPr id="7" name="Slide Number Placeholder 6"/>
          <p:cNvSpPr>
            <a:spLocks noGrp="1"/>
          </p:cNvSpPr>
          <p:nvPr>
            <p:ph type="sldNum" sz="quarter" idx="12"/>
          </p:nvPr>
        </p:nvSpPr>
        <p:spPr/>
        <p:txBody>
          <a:bodyPr/>
          <a:lstStyle/>
          <a:p>
            <a:fld id="{308F3A94-28FA-42B0-AEE0-73984DBB4908}" type="slidenum">
              <a:rPr lang="en-US" smtClean="0"/>
              <a:t>‹#›</a:t>
            </a:fld>
            <a:endParaRPr lang="en-US"/>
          </a:p>
        </p:txBody>
      </p:sp>
    </p:spTree>
    <p:extLst>
      <p:ext uri="{BB962C8B-B14F-4D97-AF65-F5344CB8AC3E}">
        <p14:creationId xmlns:p14="http://schemas.microsoft.com/office/powerpoint/2010/main" val="12888434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07746" y="548640"/>
            <a:ext cx="4718684" cy="1920240"/>
          </a:xfrm>
        </p:spPr>
        <p:txBody>
          <a:bodyPr anchor="b"/>
          <a:lstStyle>
            <a:lvl1pPr>
              <a:defRPr sz="384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219826" y="1184911"/>
            <a:ext cx="7406640" cy="5848350"/>
          </a:xfrm>
        </p:spPr>
        <p:txBody>
          <a:bodyPr anchor="t"/>
          <a:lstStyle>
            <a:lvl1pPr marL="0" indent="0">
              <a:buNone/>
              <a:defRPr sz="3840"/>
            </a:lvl1pPr>
            <a:lvl2pPr marL="548640" indent="0">
              <a:buNone/>
              <a:defRPr sz="3360"/>
            </a:lvl2pPr>
            <a:lvl3pPr marL="1097280" indent="0">
              <a:buNone/>
              <a:defRPr sz="2880"/>
            </a:lvl3pPr>
            <a:lvl4pPr marL="1645920" indent="0">
              <a:buNone/>
              <a:defRPr sz="2400"/>
            </a:lvl4pPr>
            <a:lvl5pPr marL="2194560" indent="0">
              <a:buNone/>
              <a:defRPr sz="2400"/>
            </a:lvl5pPr>
            <a:lvl6pPr marL="2743200" indent="0">
              <a:buNone/>
              <a:defRPr sz="2400"/>
            </a:lvl6pPr>
            <a:lvl7pPr marL="3291840" indent="0">
              <a:buNone/>
              <a:defRPr sz="2400"/>
            </a:lvl7pPr>
            <a:lvl8pPr marL="3840480" indent="0">
              <a:buNone/>
              <a:defRPr sz="2400"/>
            </a:lvl8pPr>
            <a:lvl9pPr marL="4389120" indent="0">
              <a:buNone/>
              <a:defRPr sz="2400"/>
            </a:lvl9pPr>
          </a:lstStyle>
          <a:p>
            <a:r>
              <a:rPr lang="en-US" smtClean="0"/>
              <a:t>Click icon to add picture</a:t>
            </a:r>
            <a:endParaRPr lang="en-US" dirty="0"/>
          </a:p>
        </p:txBody>
      </p:sp>
      <p:sp>
        <p:nvSpPr>
          <p:cNvPr id="4" name="Text Placeholder 3"/>
          <p:cNvSpPr>
            <a:spLocks noGrp="1"/>
          </p:cNvSpPr>
          <p:nvPr>
            <p:ph type="body" sz="half" idx="2"/>
          </p:nvPr>
        </p:nvSpPr>
        <p:spPr>
          <a:xfrm>
            <a:off x="1007746" y="2468880"/>
            <a:ext cx="4718684" cy="4573906"/>
          </a:xfr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smtClean="0"/>
              <a:t>Edit Master text styles</a:t>
            </a:r>
          </a:p>
        </p:txBody>
      </p:sp>
      <p:sp>
        <p:nvSpPr>
          <p:cNvPr id="5" name="Date Placeholder 4"/>
          <p:cNvSpPr>
            <a:spLocks noGrp="1"/>
          </p:cNvSpPr>
          <p:nvPr>
            <p:ph type="dt" sz="half" idx="10"/>
          </p:nvPr>
        </p:nvSpPr>
        <p:spPr/>
        <p:txBody>
          <a:bodyPr/>
          <a:lstStyle/>
          <a:p>
            <a:fld id="{567001F6-75F8-4C46-96A2-8C4BAADE4E42}" type="datetime1">
              <a:rPr lang="en-US" smtClean="0"/>
              <a:t>9/8/2025</a:t>
            </a:fld>
            <a:endParaRPr lang="en-US"/>
          </a:p>
        </p:txBody>
      </p:sp>
      <p:sp>
        <p:nvSpPr>
          <p:cNvPr id="6" name="Footer Placeholder 5"/>
          <p:cNvSpPr>
            <a:spLocks noGrp="1"/>
          </p:cNvSpPr>
          <p:nvPr>
            <p:ph type="ftr" sz="quarter" idx="11"/>
          </p:nvPr>
        </p:nvSpPr>
        <p:spPr/>
        <p:txBody>
          <a:bodyPr/>
          <a:lstStyle/>
          <a:p>
            <a:r>
              <a:rPr lang="en-US" smtClean="0"/>
              <a:t>Myanmar Institute of Information Technology, MIIT</a:t>
            </a:r>
            <a:endParaRPr lang="en-US"/>
          </a:p>
        </p:txBody>
      </p:sp>
      <p:sp>
        <p:nvSpPr>
          <p:cNvPr id="7" name="Slide Number Placeholder 6"/>
          <p:cNvSpPr>
            <a:spLocks noGrp="1"/>
          </p:cNvSpPr>
          <p:nvPr>
            <p:ph type="sldNum" sz="quarter" idx="12"/>
          </p:nvPr>
        </p:nvSpPr>
        <p:spPr/>
        <p:txBody>
          <a:bodyPr/>
          <a:lstStyle/>
          <a:p>
            <a:fld id="{308F3A94-28FA-42B0-AEE0-73984DBB4908}" type="slidenum">
              <a:rPr lang="en-US" smtClean="0"/>
              <a:t>‹#›</a:t>
            </a:fld>
            <a:endParaRPr lang="en-US"/>
          </a:p>
        </p:txBody>
      </p:sp>
    </p:spTree>
    <p:extLst>
      <p:ext uri="{BB962C8B-B14F-4D97-AF65-F5344CB8AC3E}">
        <p14:creationId xmlns:p14="http://schemas.microsoft.com/office/powerpoint/2010/main" val="18752946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63812FC-7C86-4DFE-8430-123E77FB1918}" type="datetime1">
              <a:rPr lang="en-US" smtClean="0"/>
              <a:t>9/8/2025</a:t>
            </a:fld>
            <a:endParaRPr lang="en-US"/>
          </a:p>
        </p:txBody>
      </p:sp>
      <p:sp>
        <p:nvSpPr>
          <p:cNvPr id="5" name="Footer Placeholder 4"/>
          <p:cNvSpPr>
            <a:spLocks noGrp="1"/>
          </p:cNvSpPr>
          <p:nvPr>
            <p:ph type="ftr" sz="quarter" idx="11"/>
          </p:nvPr>
        </p:nvSpPr>
        <p:spPr/>
        <p:txBody>
          <a:bodyPr/>
          <a:lstStyle/>
          <a:p>
            <a:r>
              <a:rPr lang="en-US" smtClean="0"/>
              <a:t>Myanmar Institute of Information Technology, MIIT</a:t>
            </a:r>
            <a:endParaRPr lang="en-US"/>
          </a:p>
        </p:txBody>
      </p:sp>
      <p:sp>
        <p:nvSpPr>
          <p:cNvPr id="6" name="Slide Number Placeholder 5"/>
          <p:cNvSpPr>
            <a:spLocks noGrp="1"/>
          </p:cNvSpPr>
          <p:nvPr>
            <p:ph type="sldNum" sz="quarter" idx="12"/>
          </p:nvPr>
        </p:nvSpPr>
        <p:spPr/>
        <p:txBody>
          <a:bodyPr/>
          <a:lstStyle/>
          <a:p>
            <a:fld id="{308F3A94-28FA-42B0-AEE0-73984DBB4908}" type="slidenum">
              <a:rPr lang="en-US" smtClean="0"/>
              <a:t>‹#›</a:t>
            </a:fld>
            <a:endParaRPr lang="en-US"/>
          </a:p>
        </p:txBody>
      </p:sp>
    </p:spTree>
    <p:extLst>
      <p:ext uri="{BB962C8B-B14F-4D97-AF65-F5344CB8AC3E}">
        <p14:creationId xmlns:p14="http://schemas.microsoft.com/office/powerpoint/2010/main" val="38910713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469880" y="438150"/>
            <a:ext cx="3154680" cy="6974206"/>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005840" y="438150"/>
            <a:ext cx="9281160" cy="6974206"/>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FCC5AB5-6AC0-4A00-AA50-531DA68C8AC7}" type="datetime1">
              <a:rPr lang="en-US" smtClean="0"/>
              <a:t>9/8/2025</a:t>
            </a:fld>
            <a:endParaRPr lang="en-US"/>
          </a:p>
        </p:txBody>
      </p:sp>
      <p:sp>
        <p:nvSpPr>
          <p:cNvPr id="5" name="Footer Placeholder 4"/>
          <p:cNvSpPr>
            <a:spLocks noGrp="1"/>
          </p:cNvSpPr>
          <p:nvPr>
            <p:ph type="ftr" sz="quarter" idx="11"/>
          </p:nvPr>
        </p:nvSpPr>
        <p:spPr/>
        <p:txBody>
          <a:bodyPr/>
          <a:lstStyle/>
          <a:p>
            <a:r>
              <a:rPr lang="en-US" smtClean="0"/>
              <a:t>Myanmar Institute of Information Technology, MIIT</a:t>
            </a:r>
            <a:endParaRPr lang="en-US"/>
          </a:p>
        </p:txBody>
      </p:sp>
      <p:sp>
        <p:nvSpPr>
          <p:cNvPr id="6" name="Slide Number Placeholder 5"/>
          <p:cNvSpPr>
            <a:spLocks noGrp="1"/>
          </p:cNvSpPr>
          <p:nvPr>
            <p:ph type="sldNum" sz="quarter" idx="12"/>
          </p:nvPr>
        </p:nvSpPr>
        <p:spPr/>
        <p:txBody>
          <a:bodyPr/>
          <a:lstStyle/>
          <a:p>
            <a:fld id="{308F3A94-28FA-42B0-AEE0-73984DBB4908}" type="slidenum">
              <a:rPr lang="en-US" smtClean="0"/>
              <a:t>‹#›</a:t>
            </a:fld>
            <a:endParaRPr lang="en-US"/>
          </a:p>
        </p:txBody>
      </p:sp>
    </p:spTree>
    <p:extLst>
      <p:ext uri="{BB962C8B-B14F-4D97-AF65-F5344CB8AC3E}">
        <p14:creationId xmlns:p14="http://schemas.microsoft.com/office/powerpoint/2010/main" val="810106075"/>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05840" y="438150"/>
            <a:ext cx="12618720" cy="1590676"/>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05840" y="2190750"/>
            <a:ext cx="12618720" cy="5221606"/>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05840" y="7627621"/>
            <a:ext cx="3291840" cy="438150"/>
          </a:xfrm>
          <a:prstGeom prst="rect">
            <a:avLst/>
          </a:prstGeom>
        </p:spPr>
        <p:txBody>
          <a:bodyPr vert="horz" lIns="91440" tIns="45720" rIns="91440" bIns="45720" rtlCol="0" anchor="ctr"/>
          <a:lstStyle>
            <a:lvl1pPr algn="l">
              <a:defRPr sz="1440">
                <a:solidFill>
                  <a:schemeClr val="tx1">
                    <a:tint val="75000"/>
                  </a:schemeClr>
                </a:solidFill>
              </a:defRPr>
            </a:lvl1pPr>
          </a:lstStyle>
          <a:p>
            <a:fld id="{DF7ADFF0-1ED8-49C7-993A-412EE2FAF460}" type="datetime1">
              <a:rPr lang="en-US" smtClean="0"/>
              <a:t>9/8/2025</a:t>
            </a:fld>
            <a:endParaRPr lang="en-US"/>
          </a:p>
        </p:txBody>
      </p:sp>
      <p:sp>
        <p:nvSpPr>
          <p:cNvPr id="5" name="Footer Placeholder 4"/>
          <p:cNvSpPr>
            <a:spLocks noGrp="1"/>
          </p:cNvSpPr>
          <p:nvPr>
            <p:ph type="ftr" sz="quarter" idx="3"/>
          </p:nvPr>
        </p:nvSpPr>
        <p:spPr>
          <a:xfrm>
            <a:off x="4846320" y="7627621"/>
            <a:ext cx="4937760" cy="438150"/>
          </a:xfrm>
          <a:prstGeom prst="rect">
            <a:avLst/>
          </a:prstGeom>
        </p:spPr>
        <p:txBody>
          <a:bodyPr vert="horz" lIns="91440" tIns="45720" rIns="91440" bIns="45720" rtlCol="0" anchor="ctr"/>
          <a:lstStyle>
            <a:lvl1pPr algn="ctr">
              <a:defRPr sz="1440">
                <a:solidFill>
                  <a:schemeClr val="tx1">
                    <a:tint val="75000"/>
                  </a:schemeClr>
                </a:solidFill>
              </a:defRPr>
            </a:lvl1pPr>
          </a:lstStyle>
          <a:p>
            <a:r>
              <a:rPr lang="en-US" smtClean="0"/>
              <a:t>Myanmar Institute of Information Technology, MIIT</a:t>
            </a:r>
            <a:endParaRPr lang="en-US"/>
          </a:p>
        </p:txBody>
      </p:sp>
      <p:sp>
        <p:nvSpPr>
          <p:cNvPr id="6" name="Slide Number Placeholder 5"/>
          <p:cNvSpPr>
            <a:spLocks noGrp="1"/>
          </p:cNvSpPr>
          <p:nvPr>
            <p:ph type="sldNum" sz="quarter" idx="4"/>
          </p:nvPr>
        </p:nvSpPr>
        <p:spPr>
          <a:xfrm>
            <a:off x="10332720" y="7627621"/>
            <a:ext cx="3291840" cy="438150"/>
          </a:xfrm>
          <a:prstGeom prst="rect">
            <a:avLst/>
          </a:prstGeom>
        </p:spPr>
        <p:txBody>
          <a:bodyPr vert="horz" lIns="91440" tIns="45720" rIns="91440" bIns="45720" rtlCol="0" anchor="ctr"/>
          <a:lstStyle>
            <a:lvl1pPr algn="r">
              <a:defRPr sz="1440">
                <a:solidFill>
                  <a:schemeClr val="tx1">
                    <a:tint val="75000"/>
                  </a:schemeClr>
                </a:solidFill>
              </a:defRPr>
            </a:lvl1pPr>
          </a:lstStyle>
          <a:p>
            <a:fld id="{308F3A94-28FA-42B0-AEE0-73984DBB4908}" type="slidenum">
              <a:rPr lang="en-US" smtClean="0"/>
              <a:t>‹#›</a:t>
            </a:fld>
            <a:endParaRPr lang="en-US"/>
          </a:p>
        </p:txBody>
      </p:sp>
    </p:spTree>
    <p:extLst>
      <p:ext uri="{BB962C8B-B14F-4D97-AF65-F5344CB8AC3E}">
        <p14:creationId xmlns:p14="http://schemas.microsoft.com/office/powerpoint/2010/main" val="1822189429"/>
      </p:ext>
    </p:extLst>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Lst>
  <p:hf hdr="0"/>
  <p:txStyles>
    <p:titleStyle>
      <a:lvl1pPr algn="l" defTabSz="1097280" rtl="0" eaLnBrk="1" latinLnBrk="0" hangingPunct="1">
        <a:lnSpc>
          <a:spcPct val="90000"/>
        </a:lnSpc>
        <a:spcBef>
          <a:spcPct val="0"/>
        </a:spcBef>
        <a:buNone/>
        <a:defRPr sz="5280" kern="1200">
          <a:solidFill>
            <a:schemeClr val="tx1"/>
          </a:solidFill>
          <a:latin typeface="+mj-lt"/>
          <a:ea typeface="+mj-ea"/>
          <a:cs typeface="+mj-cs"/>
        </a:defRPr>
      </a:lvl1pPr>
    </p:titleStyle>
    <p:body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n-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n-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1.png"/><Relationship Id="rId7" Type="http://schemas.openxmlformats.org/officeDocument/2006/relationships/image" Target="../media/image3.png"/><Relationship Id="rId2" Type="http://schemas.openxmlformats.org/officeDocument/2006/relationships/customXml" Target="../ink/ink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5.jpeg"/></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pattFill prst="pct5">
          <a:fgClr>
            <a:schemeClr val="accent1"/>
          </a:fgClr>
          <a:bgClr>
            <a:schemeClr val="bg1"/>
          </a:bgClr>
        </a:pattFill>
        <a:effectLst/>
      </p:bgPr>
    </p:bg>
    <p:spTree>
      <p:nvGrpSpPr>
        <p:cNvPr id="1" name=""/>
        <p:cNvGrpSpPr/>
        <p:nvPr/>
      </p:nvGrpSpPr>
      <p:grpSpPr>
        <a:xfrm>
          <a:off x="0" y="0"/>
          <a:ext cx="0" cy="0"/>
          <a:chOff x="0" y="0"/>
          <a:chExt cx="0" cy="0"/>
        </a:xfrm>
      </p:grpSpPr>
      <p:sp>
        <p:nvSpPr>
          <p:cNvPr id="5" name="TextBox 6">
            <a:extLst>
              <a:ext uri="{FF2B5EF4-FFF2-40B4-BE49-F238E27FC236}">
                <a16:creationId xmlns:a16="http://schemas.microsoft.com/office/drawing/2014/main" id="{68032B0F-C938-407F-AA78-6918E9662C74}"/>
              </a:ext>
            </a:extLst>
          </p:cNvPr>
          <p:cNvSpPr txBox="1"/>
          <p:nvPr/>
        </p:nvSpPr>
        <p:spPr>
          <a:xfrm>
            <a:off x="2895600" y="1524000"/>
            <a:ext cx="10896600" cy="728154"/>
          </a:xfrm>
          <a:prstGeom prst="rect">
            <a:avLst/>
          </a:prstGeom>
          <a:noFill/>
        </p:spPr>
        <p:txBody>
          <a:bodyPr wrap="square" lIns="111511" tIns="55756" rIns="111511" bIns="55756"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4000" b="1" dirty="0">
                <a:ln w="11430"/>
                <a:solidFill>
                  <a:schemeClr val="accent1">
                    <a:lumMod val="75000"/>
                  </a:schemeClr>
                </a:solidFill>
                <a:latin typeface="Airal"/>
                <a:cs typeface="Arial" panose="020B0604020202020204" pitchFamily="34" charset="0"/>
              </a:rPr>
              <a:t>HSS C013 (Social &amp; Business Etiquette)</a:t>
            </a:r>
          </a:p>
        </p:txBody>
      </p:sp>
      <p:sp>
        <p:nvSpPr>
          <p:cNvPr id="6" name="TextBox 7">
            <a:extLst>
              <a:ext uri="{FF2B5EF4-FFF2-40B4-BE49-F238E27FC236}">
                <a16:creationId xmlns:a16="http://schemas.microsoft.com/office/drawing/2014/main" id="{551C6E68-6F78-4451-A990-DBF6B28EDB48}"/>
              </a:ext>
            </a:extLst>
          </p:cNvPr>
          <p:cNvSpPr txBox="1"/>
          <p:nvPr/>
        </p:nvSpPr>
        <p:spPr>
          <a:xfrm>
            <a:off x="1066800" y="3657600"/>
            <a:ext cx="12725400" cy="2328592"/>
          </a:xfrm>
          <a:prstGeom prst="rect">
            <a:avLst/>
          </a:prstGeom>
          <a:gradFill>
            <a:gsLst>
              <a:gs pos="0">
                <a:schemeClr val="accent1">
                  <a:lumMod val="5000"/>
                  <a:lumOff val="95000"/>
                </a:schemeClr>
              </a:gs>
              <a:gs pos="70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w="12700">
            <a:noFill/>
          </a:ln>
        </p:spPr>
        <p:txBody>
          <a:bodyPr wrap="square" lIns="111511" tIns="55756" rIns="111511" bIns="55756"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lnSpc>
                <a:spcPct val="200000"/>
              </a:lnSpc>
            </a:pPr>
            <a:r>
              <a:rPr lang="en-US" sz="2400" b="1" dirty="0">
                <a:solidFill>
                  <a:schemeClr val="accent1">
                    <a:lumMod val="75000"/>
                  </a:schemeClr>
                </a:solidFill>
                <a:latin typeface="Arial"/>
                <a:cs typeface="Arial"/>
              </a:rPr>
              <a:t>Dr</a:t>
            </a:r>
            <a:r>
              <a:rPr lang="en-US" sz="2400" b="1" dirty="0" smtClean="0">
                <a:solidFill>
                  <a:schemeClr val="accent1">
                    <a:lumMod val="75000"/>
                  </a:schemeClr>
                </a:solidFill>
                <a:latin typeface="Arial"/>
                <a:cs typeface="Arial"/>
              </a:rPr>
              <a:t>.</a:t>
            </a:r>
            <a:r>
              <a:rPr lang="my-MM" sz="2400" b="1" dirty="0" smtClean="0">
                <a:solidFill>
                  <a:schemeClr val="accent1">
                    <a:lumMod val="75000"/>
                  </a:schemeClr>
                </a:solidFill>
                <a:latin typeface="Arial"/>
                <a:cs typeface="Arial"/>
              </a:rPr>
              <a:t> </a:t>
            </a:r>
            <a:r>
              <a:rPr lang="en-US" sz="2400" b="1" dirty="0" err="1" smtClean="0">
                <a:solidFill>
                  <a:schemeClr val="accent1">
                    <a:lumMod val="75000"/>
                  </a:schemeClr>
                </a:solidFill>
                <a:latin typeface="Arial"/>
                <a:cs typeface="Arial"/>
              </a:rPr>
              <a:t>Theint</a:t>
            </a:r>
            <a:r>
              <a:rPr lang="en-US" sz="2400" b="1" dirty="0" smtClean="0">
                <a:solidFill>
                  <a:schemeClr val="accent1">
                    <a:lumMod val="75000"/>
                  </a:schemeClr>
                </a:solidFill>
                <a:latin typeface="Arial"/>
                <a:cs typeface="Arial"/>
              </a:rPr>
              <a:t> </a:t>
            </a:r>
            <a:r>
              <a:rPr lang="en-US" sz="2400" b="1" dirty="0" err="1" smtClean="0">
                <a:solidFill>
                  <a:schemeClr val="accent1">
                    <a:lumMod val="75000"/>
                  </a:schemeClr>
                </a:solidFill>
                <a:latin typeface="Arial"/>
                <a:cs typeface="Arial"/>
              </a:rPr>
              <a:t>Theint</a:t>
            </a:r>
            <a:r>
              <a:rPr lang="en-US" sz="2400" b="1" dirty="0" smtClean="0">
                <a:solidFill>
                  <a:schemeClr val="accent1">
                    <a:lumMod val="75000"/>
                  </a:schemeClr>
                </a:solidFill>
                <a:latin typeface="Arial"/>
                <a:cs typeface="Arial"/>
              </a:rPr>
              <a:t> </a:t>
            </a:r>
            <a:r>
              <a:rPr lang="en-US" sz="2400" b="1" dirty="0" err="1" smtClean="0">
                <a:solidFill>
                  <a:schemeClr val="accent1">
                    <a:lumMod val="75000"/>
                  </a:schemeClr>
                </a:solidFill>
                <a:latin typeface="Arial"/>
                <a:cs typeface="Arial"/>
              </a:rPr>
              <a:t>Shwe</a:t>
            </a:r>
            <a:endParaRPr lang="en-US" sz="2400" b="1" dirty="0">
              <a:solidFill>
                <a:schemeClr val="accent1">
                  <a:lumMod val="75000"/>
                </a:schemeClr>
              </a:solidFill>
              <a:latin typeface="Arial"/>
              <a:cs typeface="Arial"/>
            </a:endParaRPr>
          </a:p>
          <a:p>
            <a:pPr algn="r">
              <a:lnSpc>
                <a:spcPct val="200000"/>
              </a:lnSpc>
            </a:pPr>
            <a:r>
              <a:rPr lang="en-US" sz="2400" b="1" dirty="0" smtClean="0">
                <a:solidFill>
                  <a:schemeClr val="accent1">
                    <a:lumMod val="75000"/>
                  </a:schemeClr>
                </a:solidFill>
                <a:latin typeface="Arial"/>
                <a:cs typeface="Arial"/>
              </a:rPr>
              <a:t>Professor</a:t>
            </a:r>
            <a:endParaRPr lang="en-US" dirty="0">
              <a:solidFill>
                <a:schemeClr val="accent1">
                  <a:lumMod val="75000"/>
                </a:schemeClr>
              </a:solidFill>
            </a:endParaRPr>
          </a:p>
          <a:p>
            <a:pPr algn="r">
              <a:lnSpc>
                <a:spcPct val="200000"/>
              </a:lnSpc>
            </a:pPr>
            <a:r>
              <a:rPr lang="en-US" sz="2400" b="1" dirty="0">
                <a:solidFill>
                  <a:schemeClr val="accent1">
                    <a:lumMod val="75000"/>
                  </a:schemeClr>
                </a:solidFill>
                <a:latin typeface="Arial" panose="020B0604020202020204" pitchFamily="34" charset="0"/>
                <a:cs typeface="Arial" panose="020B0604020202020204" pitchFamily="34" charset="0"/>
              </a:rPr>
              <a:t>Faculty of Computer </a:t>
            </a:r>
            <a:r>
              <a:rPr lang="en-US" sz="2400" b="1" dirty="0" smtClean="0">
                <a:solidFill>
                  <a:schemeClr val="accent1">
                    <a:lumMod val="75000"/>
                  </a:schemeClr>
                </a:solidFill>
                <a:latin typeface="Arial" panose="020B0604020202020204" pitchFamily="34" charset="0"/>
                <a:cs typeface="Arial" panose="020B0604020202020204" pitchFamily="34" charset="0"/>
              </a:rPr>
              <a:t>Science, MIIT</a:t>
            </a:r>
            <a:endParaRPr lang="en-US" sz="2400" b="1" dirty="0">
              <a:solidFill>
                <a:schemeClr val="accent1">
                  <a:lumMod val="75000"/>
                </a:schemeClr>
              </a:solidFill>
              <a:latin typeface="Arial" panose="020B0604020202020204" pitchFamily="34" charset="0"/>
              <a:cs typeface="Arial" panose="020B0604020202020204" pitchFamily="34" charset="0"/>
            </a:endParaRPr>
          </a:p>
        </p:txBody>
      </p:sp>
      <p:sp>
        <p:nvSpPr>
          <p:cNvPr id="4" name="Footer Placeholder 3"/>
          <p:cNvSpPr>
            <a:spLocks noGrp="1"/>
          </p:cNvSpPr>
          <p:nvPr>
            <p:ph type="ftr" sz="quarter" idx="11"/>
          </p:nvPr>
        </p:nvSpPr>
        <p:spPr/>
        <p:txBody>
          <a:bodyPr/>
          <a:lstStyle/>
          <a:p>
            <a:r>
              <a:rPr lang="en-US" smtClean="0"/>
              <a:t>Myanmar Institute of Information Technology, MIIT</a:t>
            </a:r>
            <a:endParaRPr lang="en-US" dirty="0"/>
          </a:p>
        </p:txBody>
      </p:sp>
      <p:sp>
        <p:nvSpPr>
          <p:cNvPr id="3" name="Slide Number Placeholder 2"/>
          <p:cNvSpPr>
            <a:spLocks noGrp="1"/>
          </p:cNvSpPr>
          <p:nvPr>
            <p:ph type="sldNum" sz="quarter" idx="12"/>
          </p:nvPr>
        </p:nvSpPr>
        <p:spPr/>
        <p:txBody>
          <a:bodyPr/>
          <a:lstStyle/>
          <a:p>
            <a:fld id="{308F3A94-28FA-42B0-AEE0-73984DBB4908}" type="slidenum">
              <a:rPr lang="en-US" smtClean="0"/>
              <a:pPr/>
              <a:t>1</a:t>
            </a:fld>
            <a:endParaRPr lang="en-US"/>
          </a:p>
        </p:txBody>
      </p:sp>
      <mc:AlternateContent xmlns:mc="http://schemas.openxmlformats.org/markup-compatibility/2006" xmlns:p14="http://schemas.microsoft.com/office/powerpoint/2010/main">
        <mc:Choice Requires="p14">
          <p:contentPart p14:bwMode="auto" r:id="rId2">
            <p14:nvContentPartPr>
              <p14:cNvPr id="13" name="Ink 12">
                <a:extLst>
                  <a:ext uri="{FF2B5EF4-FFF2-40B4-BE49-F238E27FC236}">
                    <a16:creationId xmlns:a16="http://schemas.microsoft.com/office/drawing/2014/main" id="{4D5DC6EF-4698-4BBE-88C2-910E4F955206}"/>
                  </a:ext>
                </a:extLst>
              </p14:cNvPr>
              <p14:cNvContentPartPr/>
              <p14:nvPr/>
            </p14:nvContentPartPr>
            <p14:xfrm>
              <a:off x="8895960" y="4623480"/>
              <a:ext cx="657360" cy="1001880"/>
            </p14:xfrm>
          </p:contentPart>
        </mc:Choice>
        <mc:Fallback xmlns="">
          <p:pic>
            <p:nvPicPr>
              <p:cNvPr id="13" name="Ink 12">
                <a:extLst>
                  <a:ext uri="{FF2B5EF4-FFF2-40B4-BE49-F238E27FC236}">
                    <a16:creationId xmlns:a16="http://schemas.microsoft.com/office/drawing/2014/main" id="{4D5DC6EF-4698-4BBE-88C2-910E4F955206}"/>
                  </a:ext>
                </a:extLst>
              </p:cNvPr>
              <p:cNvPicPr/>
              <p:nvPr/>
            </p:nvPicPr>
            <p:blipFill>
              <a:blip r:embed="rId7"/>
              <a:stretch>
                <a:fillRect/>
              </a:stretch>
            </p:blipFill>
            <p:spPr>
              <a:xfrm>
                <a:off x="8886600" y="4614120"/>
                <a:ext cx="676080" cy="1020600"/>
              </a:xfrm>
              <a:prstGeom prst="rect">
                <a:avLst/>
              </a:prstGeom>
            </p:spPr>
          </p:pic>
        </mc:Fallback>
      </mc:AlternateContent>
      <p:sp>
        <p:nvSpPr>
          <p:cNvPr id="2" name="Date Placeholder 1"/>
          <p:cNvSpPr>
            <a:spLocks noGrp="1"/>
          </p:cNvSpPr>
          <p:nvPr>
            <p:ph type="dt" sz="half" idx="10"/>
          </p:nvPr>
        </p:nvSpPr>
        <p:spPr/>
        <p:txBody>
          <a:bodyPr/>
          <a:lstStyle/>
          <a:p>
            <a:fld id="{6EF9B213-FCC1-4E17-92EC-303D57758F12}" type="datetime1">
              <a:rPr lang="en-US" smtClean="0"/>
              <a:t>9/8/2025</a:t>
            </a:fld>
            <a:endParaRPr lang="en-US"/>
          </a:p>
        </p:txBody>
      </p:sp>
      <p:pic>
        <p:nvPicPr>
          <p:cNvPr id="8" name="Picture 7"/>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066800" y="762000"/>
            <a:ext cx="2102224" cy="2042161"/>
          </a:xfrm>
          <a:prstGeom prst="rect">
            <a:avLst/>
          </a:prstGeom>
        </p:spPr>
      </p:pic>
    </p:spTree>
    <p:extLst>
      <p:ext uri="{BB962C8B-B14F-4D97-AF65-F5344CB8AC3E}">
        <p14:creationId xmlns:p14="http://schemas.microsoft.com/office/powerpoint/2010/main" val="342510438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직사각형 19">
            <a:extLst>
              <a:ext uri="{FF2B5EF4-FFF2-40B4-BE49-F238E27FC236}">
                <a16:creationId xmlns:a16="http://schemas.microsoft.com/office/drawing/2014/main" id="{1F1D25CA-A7BF-464D-8E8C-03AD63C89C30}"/>
              </a:ext>
            </a:extLst>
          </p:cNvPr>
          <p:cNvSpPr/>
          <p:nvPr/>
        </p:nvSpPr>
        <p:spPr>
          <a:xfrm>
            <a:off x="60961" y="171450"/>
            <a:ext cx="13008863" cy="681988"/>
          </a:xfrm>
          <a:prstGeom prst="rect">
            <a:avLst/>
          </a:prstGeom>
          <a:solidFill>
            <a:schemeClr val="accent5">
              <a:lumMod val="75000"/>
            </a:schemeClr>
          </a:solidFill>
        </p:spPr>
        <p:txBody>
          <a:bodyPr wrap="square" lIns="111511" tIns="55756" rIns="111511" bIns="55756"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95585">
              <a:defRPr/>
            </a:pPr>
            <a:endParaRPr lang="en-US" altLang="ko-KR" sz="3700" b="1" kern="0" dirty="0">
              <a:solidFill>
                <a:schemeClr val="bg1"/>
              </a:solidFill>
              <a:latin typeface="Arial" panose="020B0604020202020204" pitchFamily="34" charset="0"/>
              <a:ea typeface="맑은 고딕" panose="020B0503020000020004" pitchFamily="34" charset="-127"/>
              <a:cs typeface="Arial" panose="020B0604020202020204" pitchFamily="34" charset="0"/>
            </a:endParaRPr>
          </a:p>
        </p:txBody>
      </p:sp>
      <p:sp>
        <p:nvSpPr>
          <p:cNvPr id="4" name="Slide Number Placeholder 3">
            <a:extLst>
              <a:ext uri="{FF2B5EF4-FFF2-40B4-BE49-F238E27FC236}">
                <a16:creationId xmlns:a16="http://schemas.microsoft.com/office/drawing/2014/main" id="{EE39CD3E-7BDF-4AE0-93B3-C49CA8F0D23F}"/>
              </a:ext>
            </a:extLst>
          </p:cNvPr>
          <p:cNvSpPr>
            <a:spLocks noGrp="1"/>
          </p:cNvSpPr>
          <p:nvPr>
            <p:ph type="sldNum" sz="quarter" idx="12"/>
          </p:nvPr>
        </p:nvSpPr>
        <p:spPr/>
        <p:txBody>
          <a:bodyPr/>
          <a:lstStyle/>
          <a:p>
            <a:fld id="{9B08F086-0AA8-4846-9116-C6B69902F758}" type="slidenum">
              <a:rPr lang="en-US" smtClean="0"/>
              <a:t>2</a:t>
            </a:fld>
            <a:endParaRPr lang="en-US"/>
          </a:p>
        </p:txBody>
      </p:sp>
      <p:sp>
        <p:nvSpPr>
          <p:cNvPr id="14" name="Isosceles Triangle 13">
            <a:extLst>
              <a:ext uri="{FF2B5EF4-FFF2-40B4-BE49-F238E27FC236}">
                <a16:creationId xmlns:a16="http://schemas.microsoft.com/office/drawing/2014/main" id="{B629797A-0211-417B-A6B3-CCF03D6C5455}"/>
              </a:ext>
            </a:extLst>
          </p:cNvPr>
          <p:cNvSpPr/>
          <p:nvPr/>
        </p:nvSpPr>
        <p:spPr>
          <a:xfrm rot="16200000" flipV="1">
            <a:off x="2601341" y="2107136"/>
            <a:ext cx="438149" cy="280798"/>
          </a:xfrm>
          <a:prstGeom prs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9728" tIns="54864" rIns="109728" bIns="54864" numCol="1" spcCol="0" rtlCol="0" fromWordArt="0" anchor="ctr" anchorCtr="0" forceAA="0" compatLnSpc="1">
            <a:prstTxWarp prst="textNoShape">
              <a:avLst/>
            </a:prstTxWarp>
            <a:noAutofit/>
          </a:bodyPr>
          <a:lstStyle/>
          <a:p>
            <a:pPr algn="ctr"/>
            <a:endParaRPr lang="ko-KR" altLang="en-US" sz="3240"/>
          </a:p>
        </p:txBody>
      </p:sp>
      <p:sp>
        <p:nvSpPr>
          <p:cNvPr id="5" name="Rectangle 4">
            <a:extLst>
              <a:ext uri="{FF2B5EF4-FFF2-40B4-BE49-F238E27FC236}">
                <a16:creationId xmlns:a16="http://schemas.microsoft.com/office/drawing/2014/main" id="{D237B2DE-EE84-4904-8B42-3CC4DCCB3678}"/>
              </a:ext>
            </a:extLst>
          </p:cNvPr>
          <p:cNvSpPr/>
          <p:nvPr/>
        </p:nvSpPr>
        <p:spPr>
          <a:xfrm>
            <a:off x="3159832" y="2021505"/>
            <a:ext cx="4121641" cy="461665"/>
          </a:xfrm>
          <a:prstGeom prst="rect">
            <a:avLst/>
          </a:prstGeom>
          <a:effectLst/>
        </p:spPr>
        <p:txBody>
          <a:bodyPr wrap="none">
            <a:spAutoFit/>
          </a:bodyPr>
          <a:lstStyle/>
          <a:p>
            <a:r>
              <a:rPr lang="en-US" altLang="en-US" sz="2400" dirty="0">
                <a:solidFill>
                  <a:schemeClr val="bg1">
                    <a:lumMod val="75000"/>
                  </a:schemeClr>
                </a:solidFill>
                <a:latin typeface="Arial" panose="020B0604020202020204" pitchFamily="34" charset="0"/>
                <a:cs typeface="Arial" panose="020B0604020202020204" pitchFamily="34" charset="0"/>
              </a:rPr>
              <a:t>Professional Codes of Ethics</a:t>
            </a:r>
          </a:p>
        </p:txBody>
      </p:sp>
      <p:sp>
        <p:nvSpPr>
          <p:cNvPr id="15" name="Isosceles Triangle 14">
            <a:extLst>
              <a:ext uri="{FF2B5EF4-FFF2-40B4-BE49-F238E27FC236}">
                <a16:creationId xmlns:a16="http://schemas.microsoft.com/office/drawing/2014/main" id="{3C018A55-FD26-4146-9943-2A81A799A4ED}"/>
              </a:ext>
            </a:extLst>
          </p:cNvPr>
          <p:cNvSpPr/>
          <p:nvPr/>
        </p:nvSpPr>
        <p:spPr>
          <a:xfrm rot="16200000" flipV="1">
            <a:off x="2601342" y="2851347"/>
            <a:ext cx="438149" cy="280799"/>
          </a:xfrm>
          <a:prstGeom prs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9728" tIns="54864" rIns="109728" bIns="54864" numCol="1" spcCol="0" rtlCol="0" fromWordArt="0" anchor="ctr" anchorCtr="0" forceAA="0" compatLnSpc="1">
            <a:prstTxWarp prst="textNoShape">
              <a:avLst/>
            </a:prstTxWarp>
            <a:noAutofit/>
          </a:bodyPr>
          <a:lstStyle/>
          <a:p>
            <a:pPr algn="ctr"/>
            <a:endParaRPr lang="ko-KR" altLang="en-US" sz="3240"/>
          </a:p>
        </p:txBody>
      </p:sp>
      <p:sp>
        <p:nvSpPr>
          <p:cNvPr id="16" name="Isosceles Triangle 15">
            <a:extLst>
              <a:ext uri="{FF2B5EF4-FFF2-40B4-BE49-F238E27FC236}">
                <a16:creationId xmlns:a16="http://schemas.microsoft.com/office/drawing/2014/main" id="{77D633F1-9C9D-4266-B3C5-E1B367B0FC04}"/>
              </a:ext>
            </a:extLst>
          </p:cNvPr>
          <p:cNvSpPr/>
          <p:nvPr/>
        </p:nvSpPr>
        <p:spPr>
          <a:xfrm rot="16200000" flipV="1">
            <a:off x="2601341" y="3595556"/>
            <a:ext cx="438149" cy="280799"/>
          </a:xfrm>
          <a:prstGeom prs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9728" tIns="54864" rIns="109728" bIns="54864" numCol="1" spcCol="0" rtlCol="0" fromWordArt="0" anchor="ctr" anchorCtr="0" forceAA="0" compatLnSpc="1">
            <a:prstTxWarp prst="textNoShape">
              <a:avLst/>
            </a:prstTxWarp>
            <a:noAutofit/>
          </a:bodyPr>
          <a:lstStyle/>
          <a:p>
            <a:pPr algn="ctr"/>
            <a:endParaRPr lang="ko-KR" altLang="en-US" sz="3240"/>
          </a:p>
        </p:txBody>
      </p:sp>
      <p:sp>
        <p:nvSpPr>
          <p:cNvPr id="17" name="Rectangle 16">
            <a:extLst>
              <a:ext uri="{FF2B5EF4-FFF2-40B4-BE49-F238E27FC236}">
                <a16:creationId xmlns:a16="http://schemas.microsoft.com/office/drawing/2014/main" id="{0905C5DA-43E8-4E0F-936A-52FC08CB13ED}"/>
              </a:ext>
            </a:extLst>
          </p:cNvPr>
          <p:cNvSpPr/>
          <p:nvPr/>
        </p:nvSpPr>
        <p:spPr>
          <a:xfrm>
            <a:off x="3159832" y="2738594"/>
            <a:ext cx="5105115" cy="461665"/>
          </a:xfrm>
          <a:prstGeom prst="rect">
            <a:avLst/>
          </a:prstGeom>
        </p:spPr>
        <p:txBody>
          <a:bodyPr wrap="none">
            <a:spAutoFit/>
          </a:bodyPr>
          <a:lstStyle/>
          <a:p>
            <a:r>
              <a:rPr lang="en-GB" altLang="en-US" sz="2400" dirty="0">
                <a:solidFill>
                  <a:schemeClr val="bg1">
                    <a:lumMod val="65000"/>
                  </a:schemeClr>
                </a:solidFill>
                <a:latin typeface="Arial" panose="020B0604020202020204" pitchFamily="34" charset="0"/>
                <a:cs typeface="Arial" panose="020B0604020202020204" pitchFamily="34" charset="0"/>
              </a:rPr>
              <a:t>Common Ethical Issues for IT Users</a:t>
            </a:r>
          </a:p>
        </p:txBody>
      </p:sp>
      <p:sp>
        <p:nvSpPr>
          <p:cNvPr id="18" name="Rectangle 17">
            <a:extLst>
              <a:ext uri="{FF2B5EF4-FFF2-40B4-BE49-F238E27FC236}">
                <a16:creationId xmlns:a16="http://schemas.microsoft.com/office/drawing/2014/main" id="{DC9DF570-D0D6-41AF-A920-51CD8644110B}"/>
              </a:ext>
            </a:extLst>
          </p:cNvPr>
          <p:cNvSpPr/>
          <p:nvPr/>
        </p:nvSpPr>
        <p:spPr>
          <a:xfrm>
            <a:off x="3137991" y="3507202"/>
            <a:ext cx="5735866" cy="461665"/>
          </a:xfrm>
          <a:prstGeom prst="rect">
            <a:avLst/>
          </a:prstGeom>
        </p:spPr>
        <p:txBody>
          <a:bodyPr wrap="none">
            <a:spAutoFit/>
          </a:bodyPr>
          <a:lstStyle/>
          <a:p>
            <a:r>
              <a:rPr lang="en-US" sz="2400" b="1" dirty="0">
                <a:solidFill>
                  <a:srgbClr val="00B050"/>
                </a:solidFill>
                <a:latin typeface="Arial" panose="020B0604020202020204" pitchFamily="34" charset="0"/>
                <a:cs typeface="Arial" panose="020B0604020202020204" pitchFamily="34" charset="0"/>
              </a:rPr>
              <a:t>Guidelines to Ethical Decision Making</a:t>
            </a:r>
          </a:p>
        </p:txBody>
      </p:sp>
      <p:grpSp>
        <p:nvGrpSpPr>
          <p:cNvPr id="20" name="Group 19">
            <a:extLst>
              <a:ext uri="{FF2B5EF4-FFF2-40B4-BE49-F238E27FC236}">
                <a16:creationId xmlns:a16="http://schemas.microsoft.com/office/drawing/2014/main" id="{4B0EDA5D-49F7-443D-93D3-2CCCB47A90E3}"/>
              </a:ext>
            </a:extLst>
          </p:cNvPr>
          <p:cNvGrpSpPr/>
          <p:nvPr/>
        </p:nvGrpSpPr>
        <p:grpSpPr>
          <a:xfrm>
            <a:off x="3329940" y="4488971"/>
            <a:ext cx="7555783" cy="3026546"/>
            <a:chOff x="1667706" y="989695"/>
            <a:chExt cx="8856587" cy="3631621"/>
          </a:xfrm>
          <a:solidFill>
            <a:schemeClr val="tx2">
              <a:lumMod val="60000"/>
              <a:lumOff val="40000"/>
            </a:schemeClr>
          </a:solidFill>
        </p:grpSpPr>
        <p:sp>
          <p:nvSpPr>
            <p:cNvPr id="23" name="Freeform: Shape 22">
              <a:extLst>
                <a:ext uri="{FF2B5EF4-FFF2-40B4-BE49-F238E27FC236}">
                  <a16:creationId xmlns:a16="http://schemas.microsoft.com/office/drawing/2014/main" id="{FF982028-A2D6-4579-8DC9-D56F7A6A8989}"/>
                </a:ext>
              </a:extLst>
            </p:cNvPr>
            <p:cNvSpPr/>
            <p:nvPr/>
          </p:nvSpPr>
          <p:spPr>
            <a:xfrm flipH="1" flipV="1">
              <a:off x="6623408" y="1349111"/>
              <a:ext cx="3799760" cy="1559974"/>
            </a:xfrm>
            <a:custGeom>
              <a:avLst/>
              <a:gdLst>
                <a:gd name="connsiteX0" fmla="*/ 858917 w 1888549"/>
                <a:gd name="connsiteY0" fmla="*/ 185738 h 775335"/>
                <a:gd name="connsiteX1" fmla="*/ 874990 w 1888549"/>
                <a:gd name="connsiteY1" fmla="*/ 192525 h 775335"/>
                <a:gd name="connsiteX2" fmla="*/ 876147 w 1888549"/>
                <a:gd name="connsiteY2" fmla="*/ 195263 h 775335"/>
                <a:gd name="connsiteX3" fmla="*/ 1272302 w 1888549"/>
                <a:gd name="connsiteY3" fmla="*/ 195263 h 775335"/>
                <a:gd name="connsiteX4" fmla="*/ 1449467 w 1888549"/>
                <a:gd name="connsiteY4" fmla="*/ 372428 h 775335"/>
                <a:gd name="connsiteX5" fmla="*/ 1529477 w 1888549"/>
                <a:gd name="connsiteY5" fmla="*/ 372428 h 775335"/>
                <a:gd name="connsiteX6" fmla="*/ 1598058 w 1888549"/>
                <a:gd name="connsiteY6" fmla="*/ 265748 h 775335"/>
                <a:gd name="connsiteX7" fmla="*/ 1790447 w 1888549"/>
                <a:gd name="connsiteY7" fmla="*/ 265748 h 775335"/>
                <a:gd name="connsiteX8" fmla="*/ 1793319 w 1888549"/>
                <a:gd name="connsiteY8" fmla="*/ 262890 h 775335"/>
                <a:gd name="connsiteX9" fmla="*/ 1796177 w 1888549"/>
                <a:gd name="connsiteY9" fmla="*/ 265748 h 775335"/>
                <a:gd name="connsiteX10" fmla="*/ 1888549 w 1888549"/>
                <a:gd name="connsiteY10" fmla="*/ 265748 h 775335"/>
                <a:gd name="connsiteX11" fmla="*/ 1888549 w 1888549"/>
                <a:gd name="connsiteY11" fmla="*/ 291465 h 775335"/>
                <a:gd name="connsiteX12" fmla="*/ 1800989 w 1888549"/>
                <a:gd name="connsiteY12" fmla="*/ 291465 h 775335"/>
                <a:gd name="connsiteX13" fmla="*/ 1614249 w 1888549"/>
                <a:gd name="connsiteY13" fmla="*/ 479107 h 775335"/>
                <a:gd name="connsiteX14" fmla="*/ 1321832 w 1888549"/>
                <a:gd name="connsiteY14" fmla="*/ 479107 h 775335"/>
                <a:gd name="connsiteX15" fmla="*/ 1088382 w 1888549"/>
                <a:gd name="connsiteY15" fmla="*/ 747795 h 775335"/>
                <a:gd name="connsiteX16" fmla="*/ 1090137 w 1888549"/>
                <a:gd name="connsiteY16" fmla="*/ 752118 h 775335"/>
                <a:gd name="connsiteX17" fmla="*/ 1083707 w 1888549"/>
                <a:gd name="connsiteY17" fmla="*/ 768667 h 775335"/>
                <a:gd name="connsiteX18" fmla="*/ 1067515 w 1888549"/>
                <a:gd name="connsiteY18" fmla="*/ 775335 h 775335"/>
                <a:gd name="connsiteX19" fmla="*/ 1051323 w 1888549"/>
                <a:gd name="connsiteY19" fmla="*/ 768667 h 775335"/>
                <a:gd name="connsiteX20" fmla="*/ 1044655 w 1888549"/>
                <a:gd name="connsiteY20" fmla="*/ 752475 h 775335"/>
                <a:gd name="connsiteX21" fmla="*/ 1051323 w 1888549"/>
                <a:gd name="connsiteY21" fmla="*/ 736282 h 775335"/>
                <a:gd name="connsiteX22" fmla="*/ 1067515 w 1888549"/>
                <a:gd name="connsiteY22" fmla="*/ 729615 h 775335"/>
                <a:gd name="connsiteX23" fmla="*/ 1069567 w 1888549"/>
                <a:gd name="connsiteY23" fmla="*/ 730460 h 775335"/>
                <a:gd name="connsiteX24" fmla="*/ 1310402 w 1888549"/>
                <a:gd name="connsiteY24" fmla="*/ 452437 h 775335"/>
                <a:gd name="connsiteX25" fmla="*/ 1602819 w 1888549"/>
                <a:gd name="connsiteY25" fmla="*/ 452437 h 775335"/>
                <a:gd name="connsiteX26" fmla="*/ 1764600 w 1888549"/>
                <a:gd name="connsiteY26" fmla="*/ 291465 h 775335"/>
                <a:gd name="connsiteX27" fmla="*/ 1611392 w 1888549"/>
                <a:gd name="connsiteY27" fmla="*/ 291465 h 775335"/>
                <a:gd name="connsiteX28" fmla="*/ 1542813 w 1888549"/>
                <a:gd name="connsiteY28" fmla="*/ 398145 h 775335"/>
                <a:gd name="connsiteX29" fmla="*/ 1442800 w 1888549"/>
                <a:gd name="connsiteY29" fmla="*/ 398145 h 775335"/>
                <a:gd name="connsiteX30" fmla="*/ 1440895 w 1888549"/>
                <a:gd name="connsiteY30" fmla="*/ 400050 h 775335"/>
                <a:gd name="connsiteX31" fmla="*/ 1438990 w 1888549"/>
                <a:gd name="connsiteY31" fmla="*/ 398145 h 775335"/>
                <a:gd name="connsiteX32" fmla="*/ 1159908 w 1888549"/>
                <a:gd name="connsiteY32" fmla="*/ 398145 h 775335"/>
                <a:gd name="connsiteX33" fmla="*/ 1135200 w 1888549"/>
                <a:gd name="connsiteY33" fmla="*/ 368334 h 775335"/>
                <a:gd name="connsiteX34" fmla="*/ 1064657 w 1888549"/>
                <a:gd name="connsiteY34" fmla="*/ 438150 h 775335"/>
                <a:gd name="connsiteX35" fmla="*/ 814637 w 1888549"/>
                <a:gd name="connsiteY35" fmla="*/ 438150 h 775335"/>
                <a:gd name="connsiteX36" fmla="*/ 813078 w 1888549"/>
                <a:gd name="connsiteY36" fmla="*/ 441842 h 775335"/>
                <a:gd name="connsiteX37" fmla="*/ 797005 w 1888549"/>
                <a:gd name="connsiteY37" fmla="*/ 448628 h 775335"/>
                <a:gd name="connsiteX38" fmla="*/ 774145 w 1888549"/>
                <a:gd name="connsiteY38" fmla="*/ 425768 h 775335"/>
                <a:gd name="connsiteX39" fmla="*/ 797005 w 1888549"/>
                <a:gd name="connsiteY39" fmla="*/ 402908 h 775335"/>
                <a:gd name="connsiteX40" fmla="*/ 813078 w 1888549"/>
                <a:gd name="connsiteY40" fmla="*/ 409695 h 775335"/>
                <a:gd name="connsiteX41" fmla="*/ 814234 w 1888549"/>
                <a:gd name="connsiteY41" fmla="*/ 412432 h 775335"/>
                <a:gd name="connsiteX42" fmla="*/ 1053227 w 1888549"/>
                <a:gd name="connsiteY42" fmla="*/ 412432 h 775335"/>
                <a:gd name="connsiteX43" fmla="*/ 1118035 w 1888549"/>
                <a:gd name="connsiteY43" fmla="*/ 347625 h 775335"/>
                <a:gd name="connsiteX44" fmla="*/ 1072278 w 1888549"/>
                <a:gd name="connsiteY44" fmla="*/ 292418 h 775335"/>
                <a:gd name="connsiteX45" fmla="*/ 1019035 w 1888549"/>
                <a:gd name="connsiteY45" fmla="*/ 292418 h 775335"/>
                <a:gd name="connsiteX46" fmla="*/ 929403 w 1888549"/>
                <a:gd name="connsiteY46" fmla="*/ 382905 h 775335"/>
                <a:gd name="connsiteX47" fmla="*/ 662702 w 1888549"/>
                <a:gd name="connsiteY47" fmla="*/ 382905 h 775335"/>
                <a:gd name="connsiteX48" fmla="*/ 493157 w 1888549"/>
                <a:gd name="connsiteY48" fmla="*/ 552450 h 775335"/>
                <a:gd name="connsiteX49" fmla="*/ 321708 w 1888549"/>
                <a:gd name="connsiteY49" fmla="*/ 552450 h 775335"/>
                <a:gd name="connsiteX50" fmla="*/ 43766 w 1888549"/>
                <a:gd name="connsiteY50" fmla="*/ 694962 h 775335"/>
                <a:gd name="connsiteX51" fmla="*/ 38814 w 1888549"/>
                <a:gd name="connsiteY51" fmla="*/ 707707 h 775335"/>
                <a:gd name="connsiteX52" fmla="*/ 22622 w 1888549"/>
                <a:gd name="connsiteY52" fmla="*/ 714375 h 775335"/>
                <a:gd name="connsiteX53" fmla="*/ 6429 w 1888549"/>
                <a:gd name="connsiteY53" fmla="*/ 707707 h 775335"/>
                <a:gd name="connsiteX54" fmla="*/ 6429 w 1888549"/>
                <a:gd name="connsiteY54" fmla="*/ 675322 h 775335"/>
                <a:gd name="connsiteX55" fmla="*/ 22622 w 1888549"/>
                <a:gd name="connsiteY55" fmla="*/ 668655 h 775335"/>
                <a:gd name="connsiteX56" fmla="*/ 31555 w 1888549"/>
                <a:gd name="connsiteY56" fmla="*/ 672333 h 775335"/>
                <a:gd name="connsiteX57" fmla="*/ 314088 w 1888549"/>
                <a:gd name="connsiteY57" fmla="*/ 526733 h 775335"/>
                <a:gd name="connsiteX58" fmla="*/ 481728 w 1888549"/>
                <a:gd name="connsiteY58" fmla="*/ 526733 h 775335"/>
                <a:gd name="connsiteX59" fmla="*/ 652224 w 1888549"/>
                <a:gd name="connsiteY59" fmla="*/ 356235 h 775335"/>
                <a:gd name="connsiteX60" fmla="*/ 917972 w 1888549"/>
                <a:gd name="connsiteY60" fmla="*/ 356235 h 775335"/>
                <a:gd name="connsiteX61" fmla="*/ 982448 w 1888549"/>
                <a:gd name="connsiteY61" fmla="*/ 292418 h 775335"/>
                <a:gd name="connsiteX62" fmla="*/ 487443 w 1888549"/>
                <a:gd name="connsiteY62" fmla="*/ 292418 h 775335"/>
                <a:gd name="connsiteX63" fmla="*/ 137060 w 1888549"/>
                <a:gd name="connsiteY63" fmla="*/ 470305 h 775335"/>
                <a:gd name="connsiteX64" fmla="*/ 132160 w 1888549"/>
                <a:gd name="connsiteY64" fmla="*/ 482917 h 775335"/>
                <a:gd name="connsiteX65" fmla="*/ 115968 w 1888549"/>
                <a:gd name="connsiteY65" fmla="*/ 489585 h 775335"/>
                <a:gd name="connsiteX66" fmla="*/ 99775 w 1888549"/>
                <a:gd name="connsiteY66" fmla="*/ 482917 h 775335"/>
                <a:gd name="connsiteX67" fmla="*/ 99775 w 1888549"/>
                <a:gd name="connsiteY67" fmla="*/ 450532 h 775335"/>
                <a:gd name="connsiteX68" fmla="*/ 115968 w 1888549"/>
                <a:gd name="connsiteY68" fmla="*/ 443865 h 775335"/>
                <a:gd name="connsiteX69" fmla="*/ 125063 w 1888549"/>
                <a:gd name="connsiteY69" fmla="*/ 447610 h 775335"/>
                <a:gd name="connsiteX70" fmla="*/ 479823 w 1888549"/>
                <a:gd name="connsiteY70" fmla="*/ 266700 h 775335"/>
                <a:gd name="connsiteX71" fmla="*/ 1008431 w 1888549"/>
                <a:gd name="connsiteY71" fmla="*/ 266700 h 775335"/>
                <a:gd name="connsiteX72" fmla="*/ 1011317 w 1888549"/>
                <a:gd name="connsiteY72" fmla="*/ 263843 h 775335"/>
                <a:gd name="connsiteX73" fmla="*/ 1014174 w 1888549"/>
                <a:gd name="connsiteY73" fmla="*/ 266700 h 775335"/>
                <a:gd name="connsiteX74" fmla="*/ 1084660 w 1888549"/>
                <a:gd name="connsiteY74" fmla="*/ 266700 h 775335"/>
                <a:gd name="connsiteX75" fmla="*/ 1136151 w 1888549"/>
                <a:gd name="connsiteY75" fmla="*/ 329508 h 775335"/>
                <a:gd name="connsiteX76" fmla="*/ 1137999 w 1888549"/>
                <a:gd name="connsiteY76" fmla="*/ 327660 h 775335"/>
                <a:gd name="connsiteX77" fmla="*/ 1157049 w 1888549"/>
                <a:gd name="connsiteY77" fmla="*/ 346710 h 775335"/>
                <a:gd name="connsiteX78" fmla="*/ 1153297 w 1888549"/>
                <a:gd name="connsiteY78" fmla="*/ 350423 h 775335"/>
                <a:gd name="connsiteX79" fmla="*/ 1171338 w 1888549"/>
                <a:gd name="connsiteY79" fmla="*/ 372428 h 775335"/>
                <a:gd name="connsiteX80" fmla="*/ 1413273 w 1888549"/>
                <a:gd name="connsiteY80" fmla="*/ 372428 h 775335"/>
                <a:gd name="connsiteX81" fmla="*/ 1261825 w 1888549"/>
                <a:gd name="connsiteY81" fmla="*/ 220980 h 775335"/>
                <a:gd name="connsiteX82" fmla="*/ 876549 w 1888549"/>
                <a:gd name="connsiteY82" fmla="*/ 220980 h 775335"/>
                <a:gd name="connsiteX83" fmla="*/ 874990 w 1888549"/>
                <a:gd name="connsiteY83" fmla="*/ 224672 h 775335"/>
                <a:gd name="connsiteX84" fmla="*/ 858917 w 1888549"/>
                <a:gd name="connsiteY84" fmla="*/ 231458 h 775335"/>
                <a:gd name="connsiteX85" fmla="*/ 836057 w 1888549"/>
                <a:gd name="connsiteY85" fmla="*/ 208598 h 775335"/>
                <a:gd name="connsiteX86" fmla="*/ 858917 w 1888549"/>
                <a:gd name="connsiteY86" fmla="*/ 185738 h 775335"/>
                <a:gd name="connsiteX87" fmla="*/ 271226 w 1888549"/>
                <a:gd name="connsiteY87" fmla="*/ 0 h 775335"/>
                <a:gd name="connsiteX88" fmla="*/ 287390 w 1888549"/>
                <a:gd name="connsiteY88" fmla="*/ 6695 h 775335"/>
                <a:gd name="connsiteX89" fmla="*/ 288562 w 1888549"/>
                <a:gd name="connsiteY89" fmla="*/ 9525 h 775335"/>
                <a:gd name="connsiteX90" fmla="*/ 369333 w 1888549"/>
                <a:gd name="connsiteY90" fmla="*/ 9525 h 775335"/>
                <a:gd name="connsiteX91" fmla="*/ 489348 w 1888549"/>
                <a:gd name="connsiteY91" fmla="*/ 130492 h 775335"/>
                <a:gd name="connsiteX92" fmla="*/ 1072278 w 1888549"/>
                <a:gd name="connsiteY92" fmla="*/ 130492 h 775335"/>
                <a:gd name="connsiteX93" fmla="*/ 1139905 w 1888549"/>
                <a:gd name="connsiteY93" fmla="*/ 23812 h 775335"/>
                <a:gd name="connsiteX94" fmla="*/ 1284828 w 1888549"/>
                <a:gd name="connsiteY94" fmla="*/ 23812 h 775335"/>
                <a:gd name="connsiteX95" fmla="*/ 1287542 w 1888549"/>
                <a:gd name="connsiteY95" fmla="*/ 20955 h 775335"/>
                <a:gd name="connsiteX96" fmla="*/ 1290384 w 1888549"/>
                <a:gd name="connsiteY96" fmla="*/ 23812 h 775335"/>
                <a:gd name="connsiteX97" fmla="*/ 1553289 w 1888549"/>
                <a:gd name="connsiteY97" fmla="*/ 23812 h 775335"/>
                <a:gd name="connsiteX98" fmla="*/ 1612344 w 1888549"/>
                <a:gd name="connsiteY98" fmla="*/ 131445 h 775335"/>
                <a:gd name="connsiteX99" fmla="*/ 1888549 w 1888549"/>
                <a:gd name="connsiteY99" fmla="*/ 131445 h 775335"/>
                <a:gd name="connsiteX100" fmla="*/ 1888549 w 1888549"/>
                <a:gd name="connsiteY100" fmla="*/ 157162 h 775335"/>
                <a:gd name="connsiteX101" fmla="*/ 1598058 w 1888549"/>
                <a:gd name="connsiteY101" fmla="*/ 157162 h 775335"/>
                <a:gd name="connsiteX102" fmla="*/ 1539002 w 1888549"/>
                <a:gd name="connsiteY102" fmla="*/ 50482 h 775335"/>
                <a:gd name="connsiteX103" fmla="*/ 1316918 w 1888549"/>
                <a:gd name="connsiteY103" fmla="*/ 50482 h 775335"/>
                <a:gd name="connsiteX104" fmla="*/ 1472327 w 1888549"/>
                <a:gd name="connsiteY104" fmla="*/ 206692 h 775335"/>
                <a:gd name="connsiteX105" fmla="*/ 1888549 w 1888549"/>
                <a:gd name="connsiteY105" fmla="*/ 206692 h 775335"/>
                <a:gd name="connsiteX106" fmla="*/ 1888549 w 1888549"/>
                <a:gd name="connsiteY106" fmla="*/ 233054 h 775335"/>
                <a:gd name="connsiteX107" fmla="*/ 1461850 w 1888549"/>
                <a:gd name="connsiteY107" fmla="*/ 232410 h 775335"/>
                <a:gd name="connsiteX108" fmla="*/ 1279922 w 1888549"/>
                <a:gd name="connsiteY108" fmla="*/ 50482 h 775335"/>
                <a:gd name="connsiteX109" fmla="*/ 1153240 w 1888549"/>
                <a:gd name="connsiteY109" fmla="*/ 50482 h 775335"/>
                <a:gd name="connsiteX110" fmla="*/ 1085613 w 1888549"/>
                <a:gd name="connsiteY110" fmla="*/ 156210 h 775335"/>
                <a:gd name="connsiteX111" fmla="*/ 478870 w 1888549"/>
                <a:gd name="connsiteY111" fmla="*/ 156210 h 775335"/>
                <a:gd name="connsiteX112" fmla="*/ 357903 w 1888549"/>
                <a:gd name="connsiteY112" fmla="*/ 36195 h 775335"/>
                <a:gd name="connsiteX113" fmla="*/ 288562 w 1888549"/>
                <a:gd name="connsiteY113" fmla="*/ 36195 h 775335"/>
                <a:gd name="connsiteX114" fmla="*/ 287390 w 1888549"/>
                <a:gd name="connsiteY114" fmla="*/ 39024 h 775335"/>
                <a:gd name="connsiteX115" fmla="*/ 271226 w 1888549"/>
                <a:gd name="connsiteY115" fmla="*/ 45720 h 775335"/>
                <a:gd name="connsiteX116" fmla="*/ 248366 w 1888549"/>
                <a:gd name="connsiteY116" fmla="*/ 22860 h 775335"/>
                <a:gd name="connsiteX117" fmla="*/ 271226 w 1888549"/>
                <a:gd name="connsiteY117" fmla="*/ 0 h 775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1888549" h="775335">
                  <a:moveTo>
                    <a:pt x="858917" y="185738"/>
                  </a:moveTo>
                  <a:cubicBezTo>
                    <a:pt x="865108" y="185738"/>
                    <a:pt x="870823" y="188357"/>
                    <a:pt x="874990" y="192525"/>
                  </a:cubicBezTo>
                  <a:lnTo>
                    <a:pt x="876147" y="195263"/>
                  </a:lnTo>
                  <a:lnTo>
                    <a:pt x="1272302" y="195263"/>
                  </a:lnTo>
                  <a:lnTo>
                    <a:pt x="1449467" y="372428"/>
                  </a:lnTo>
                  <a:lnTo>
                    <a:pt x="1529477" y="372428"/>
                  </a:lnTo>
                  <a:lnTo>
                    <a:pt x="1598058" y="265748"/>
                  </a:lnTo>
                  <a:lnTo>
                    <a:pt x="1790447" y="265748"/>
                  </a:lnTo>
                  <a:lnTo>
                    <a:pt x="1793319" y="262890"/>
                  </a:lnTo>
                  <a:lnTo>
                    <a:pt x="1796177" y="265748"/>
                  </a:lnTo>
                  <a:lnTo>
                    <a:pt x="1888549" y="265748"/>
                  </a:lnTo>
                  <a:lnTo>
                    <a:pt x="1888549" y="291465"/>
                  </a:lnTo>
                  <a:lnTo>
                    <a:pt x="1800989" y="291465"/>
                  </a:lnTo>
                  <a:lnTo>
                    <a:pt x="1614249" y="479107"/>
                  </a:lnTo>
                  <a:lnTo>
                    <a:pt x="1321832" y="479107"/>
                  </a:lnTo>
                  <a:lnTo>
                    <a:pt x="1088382" y="747795"/>
                  </a:lnTo>
                  <a:lnTo>
                    <a:pt x="1090137" y="752118"/>
                  </a:lnTo>
                  <a:cubicBezTo>
                    <a:pt x="1090137" y="757952"/>
                    <a:pt x="1087994" y="763905"/>
                    <a:pt x="1083707" y="768667"/>
                  </a:cubicBezTo>
                  <a:cubicBezTo>
                    <a:pt x="1078946" y="773430"/>
                    <a:pt x="1073230" y="775335"/>
                    <a:pt x="1067515" y="775335"/>
                  </a:cubicBezTo>
                  <a:cubicBezTo>
                    <a:pt x="1061801" y="775335"/>
                    <a:pt x="1056085" y="773430"/>
                    <a:pt x="1051323" y="768667"/>
                  </a:cubicBezTo>
                  <a:cubicBezTo>
                    <a:pt x="1046561" y="764857"/>
                    <a:pt x="1044655" y="759142"/>
                    <a:pt x="1044655" y="752475"/>
                  </a:cubicBezTo>
                  <a:cubicBezTo>
                    <a:pt x="1044655" y="746760"/>
                    <a:pt x="1046561" y="741045"/>
                    <a:pt x="1051323" y="736282"/>
                  </a:cubicBezTo>
                  <a:cubicBezTo>
                    <a:pt x="1055133" y="732472"/>
                    <a:pt x="1060848" y="729615"/>
                    <a:pt x="1067515" y="729615"/>
                  </a:cubicBezTo>
                  <a:lnTo>
                    <a:pt x="1069567" y="730460"/>
                  </a:lnTo>
                  <a:lnTo>
                    <a:pt x="1310402" y="452437"/>
                  </a:lnTo>
                  <a:lnTo>
                    <a:pt x="1602819" y="452437"/>
                  </a:lnTo>
                  <a:lnTo>
                    <a:pt x="1764600" y="291465"/>
                  </a:lnTo>
                  <a:lnTo>
                    <a:pt x="1611392" y="291465"/>
                  </a:lnTo>
                  <a:lnTo>
                    <a:pt x="1542813" y="398145"/>
                  </a:lnTo>
                  <a:lnTo>
                    <a:pt x="1442800" y="398145"/>
                  </a:lnTo>
                  <a:lnTo>
                    <a:pt x="1440895" y="400050"/>
                  </a:lnTo>
                  <a:lnTo>
                    <a:pt x="1438990" y="398145"/>
                  </a:lnTo>
                  <a:lnTo>
                    <a:pt x="1159908" y="398145"/>
                  </a:lnTo>
                  <a:lnTo>
                    <a:pt x="1135200" y="368334"/>
                  </a:lnTo>
                  <a:lnTo>
                    <a:pt x="1064657" y="438150"/>
                  </a:lnTo>
                  <a:lnTo>
                    <a:pt x="814637" y="438150"/>
                  </a:lnTo>
                  <a:lnTo>
                    <a:pt x="813078" y="441842"/>
                  </a:lnTo>
                  <a:cubicBezTo>
                    <a:pt x="808911" y="446009"/>
                    <a:pt x="803196" y="448628"/>
                    <a:pt x="797005" y="448628"/>
                  </a:cubicBezTo>
                  <a:cubicBezTo>
                    <a:pt x="784622" y="448628"/>
                    <a:pt x="774145" y="438150"/>
                    <a:pt x="774145" y="425768"/>
                  </a:cubicBezTo>
                  <a:cubicBezTo>
                    <a:pt x="774145" y="413385"/>
                    <a:pt x="784622" y="402908"/>
                    <a:pt x="797005" y="402908"/>
                  </a:cubicBezTo>
                  <a:cubicBezTo>
                    <a:pt x="803196" y="402908"/>
                    <a:pt x="808911" y="405527"/>
                    <a:pt x="813078" y="409695"/>
                  </a:cubicBezTo>
                  <a:lnTo>
                    <a:pt x="814234" y="412432"/>
                  </a:lnTo>
                  <a:lnTo>
                    <a:pt x="1053227" y="412432"/>
                  </a:lnTo>
                  <a:lnTo>
                    <a:pt x="1118035" y="347625"/>
                  </a:lnTo>
                  <a:lnTo>
                    <a:pt x="1072278" y="292418"/>
                  </a:lnTo>
                  <a:lnTo>
                    <a:pt x="1019035" y="292418"/>
                  </a:lnTo>
                  <a:lnTo>
                    <a:pt x="929403" y="382905"/>
                  </a:lnTo>
                  <a:lnTo>
                    <a:pt x="662702" y="382905"/>
                  </a:lnTo>
                  <a:lnTo>
                    <a:pt x="493157" y="552450"/>
                  </a:lnTo>
                  <a:lnTo>
                    <a:pt x="321708" y="552450"/>
                  </a:lnTo>
                  <a:lnTo>
                    <a:pt x="43766" y="694962"/>
                  </a:lnTo>
                  <a:lnTo>
                    <a:pt x="38814" y="707707"/>
                  </a:lnTo>
                  <a:cubicBezTo>
                    <a:pt x="34052" y="711517"/>
                    <a:pt x="28337" y="714375"/>
                    <a:pt x="22622" y="714375"/>
                  </a:cubicBezTo>
                  <a:cubicBezTo>
                    <a:pt x="16907" y="714375"/>
                    <a:pt x="11192" y="712470"/>
                    <a:pt x="6429" y="707707"/>
                  </a:cubicBezTo>
                  <a:cubicBezTo>
                    <a:pt x="-2143" y="699135"/>
                    <a:pt x="-2143" y="684847"/>
                    <a:pt x="6429" y="675322"/>
                  </a:cubicBezTo>
                  <a:cubicBezTo>
                    <a:pt x="10239" y="670560"/>
                    <a:pt x="15954" y="668655"/>
                    <a:pt x="22622" y="668655"/>
                  </a:cubicBezTo>
                  <a:lnTo>
                    <a:pt x="31555" y="672333"/>
                  </a:lnTo>
                  <a:lnTo>
                    <a:pt x="314088" y="526733"/>
                  </a:lnTo>
                  <a:lnTo>
                    <a:pt x="481728" y="526733"/>
                  </a:lnTo>
                  <a:lnTo>
                    <a:pt x="652224" y="356235"/>
                  </a:lnTo>
                  <a:lnTo>
                    <a:pt x="917972" y="356235"/>
                  </a:lnTo>
                  <a:lnTo>
                    <a:pt x="982448" y="292418"/>
                  </a:lnTo>
                  <a:lnTo>
                    <a:pt x="487443" y="292418"/>
                  </a:lnTo>
                  <a:lnTo>
                    <a:pt x="137060" y="470305"/>
                  </a:lnTo>
                  <a:lnTo>
                    <a:pt x="132160" y="482917"/>
                  </a:lnTo>
                  <a:cubicBezTo>
                    <a:pt x="127398" y="486727"/>
                    <a:pt x="121683" y="489585"/>
                    <a:pt x="115968" y="489585"/>
                  </a:cubicBezTo>
                  <a:cubicBezTo>
                    <a:pt x="110253" y="489585"/>
                    <a:pt x="104538" y="487680"/>
                    <a:pt x="99775" y="482917"/>
                  </a:cubicBezTo>
                  <a:cubicBezTo>
                    <a:pt x="91203" y="474345"/>
                    <a:pt x="91203" y="460057"/>
                    <a:pt x="99775" y="450532"/>
                  </a:cubicBezTo>
                  <a:cubicBezTo>
                    <a:pt x="104538" y="445770"/>
                    <a:pt x="109300" y="443865"/>
                    <a:pt x="115968" y="443865"/>
                  </a:cubicBezTo>
                  <a:lnTo>
                    <a:pt x="125063" y="447610"/>
                  </a:lnTo>
                  <a:lnTo>
                    <a:pt x="479823" y="266700"/>
                  </a:lnTo>
                  <a:lnTo>
                    <a:pt x="1008431" y="266700"/>
                  </a:lnTo>
                  <a:lnTo>
                    <a:pt x="1011317" y="263843"/>
                  </a:lnTo>
                  <a:lnTo>
                    <a:pt x="1014174" y="266700"/>
                  </a:lnTo>
                  <a:lnTo>
                    <a:pt x="1084660" y="266700"/>
                  </a:lnTo>
                  <a:lnTo>
                    <a:pt x="1136151" y="329508"/>
                  </a:lnTo>
                  <a:lnTo>
                    <a:pt x="1137999" y="327660"/>
                  </a:lnTo>
                  <a:lnTo>
                    <a:pt x="1157049" y="346710"/>
                  </a:lnTo>
                  <a:lnTo>
                    <a:pt x="1153297" y="350423"/>
                  </a:lnTo>
                  <a:lnTo>
                    <a:pt x="1171338" y="372428"/>
                  </a:lnTo>
                  <a:lnTo>
                    <a:pt x="1413273" y="372428"/>
                  </a:lnTo>
                  <a:lnTo>
                    <a:pt x="1261825" y="220980"/>
                  </a:lnTo>
                  <a:lnTo>
                    <a:pt x="876549" y="220980"/>
                  </a:lnTo>
                  <a:lnTo>
                    <a:pt x="874990" y="224672"/>
                  </a:lnTo>
                  <a:cubicBezTo>
                    <a:pt x="870823" y="228839"/>
                    <a:pt x="865108" y="231458"/>
                    <a:pt x="858917" y="231458"/>
                  </a:cubicBezTo>
                  <a:cubicBezTo>
                    <a:pt x="846534" y="231458"/>
                    <a:pt x="836057" y="220980"/>
                    <a:pt x="836057" y="208598"/>
                  </a:cubicBezTo>
                  <a:cubicBezTo>
                    <a:pt x="836057" y="196215"/>
                    <a:pt x="846534" y="185738"/>
                    <a:pt x="858917" y="185738"/>
                  </a:cubicBezTo>
                  <a:close/>
                  <a:moveTo>
                    <a:pt x="271226" y="0"/>
                  </a:moveTo>
                  <a:cubicBezTo>
                    <a:pt x="277538" y="0"/>
                    <a:pt x="283253" y="2559"/>
                    <a:pt x="287390" y="6695"/>
                  </a:cubicBezTo>
                  <a:lnTo>
                    <a:pt x="288562" y="9525"/>
                  </a:lnTo>
                  <a:lnTo>
                    <a:pt x="369333" y="9525"/>
                  </a:lnTo>
                  <a:lnTo>
                    <a:pt x="489348" y="130492"/>
                  </a:lnTo>
                  <a:lnTo>
                    <a:pt x="1072278" y="130492"/>
                  </a:lnTo>
                  <a:lnTo>
                    <a:pt x="1139905" y="23812"/>
                  </a:lnTo>
                  <a:lnTo>
                    <a:pt x="1284828" y="23812"/>
                  </a:lnTo>
                  <a:lnTo>
                    <a:pt x="1287542" y="20955"/>
                  </a:lnTo>
                  <a:lnTo>
                    <a:pt x="1290384" y="23812"/>
                  </a:lnTo>
                  <a:lnTo>
                    <a:pt x="1553289" y="23812"/>
                  </a:lnTo>
                  <a:lnTo>
                    <a:pt x="1612344" y="131445"/>
                  </a:lnTo>
                  <a:lnTo>
                    <a:pt x="1888549" y="131445"/>
                  </a:lnTo>
                  <a:lnTo>
                    <a:pt x="1888549" y="157162"/>
                  </a:lnTo>
                  <a:lnTo>
                    <a:pt x="1598058" y="157162"/>
                  </a:lnTo>
                  <a:lnTo>
                    <a:pt x="1539002" y="50482"/>
                  </a:lnTo>
                  <a:lnTo>
                    <a:pt x="1316918" y="50482"/>
                  </a:lnTo>
                  <a:lnTo>
                    <a:pt x="1472327" y="206692"/>
                  </a:lnTo>
                  <a:lnTo>
                    <a:pt x="1888549" y="206692"/>
                  </a:lnTo>
                  <a:lnTo>
                    <a:pt x="1888549" y="233054"/>
                  </a:lnTo>
                  <a:lnTo>
                    <a:pt x="1461850" y="232410"/>
                  </a:lnTo>
                  <a:lnTo>
                    <a:pt x="1279922" y="50482"/>
                  </a:lnTo>
                  <a:lnTo>
                    <a:pt x="1153240" y="50482"/>
                  </a:lnTo>
                  <a:lnTo>
                    <a:pt x="1085613" y="156210"/>
                  </a:lnTo>
                  <a:lnTo>
                    <a:pt x="478870" y="156210"/>
                  </a:lnTo>
                  <a:lnTo>
                    <a:pt x="357903" y="36195"/>
                  </a:lnTo>
                  <a:lnTo>
                    <a:pt x="288562" y="36195"/>
                  </a:lnTo>
                  <a:lnTo>
                    <a:pt x="287390" y="39024"/>
                  </a:lnTo>
                  <a:cubicBezTo>
                    <a:pt x="283253" y="43161"/>
                    <a:pt x="277538" y="45720"/>
                    <a:pt x="271226" y="45720"/>
                  </a:cubicBezTo>
                  <a:cubicBezTo>
                    <a:pt x="258601" y="45720"/>
                    <a:pt x="248366" y="35485"/>
                    <a:pt x="248366" y="22860"/>
                  </a:cubicBezTo>
                  <a:cubicBezTo>
                    <a:pt x="248366" y="10235"/>
                    <a:pt x="258601" y="0"/>
                    <a:pt x="271226" y="0"/>
                  </a:cubicBezTo>
                  <a:close/>
                </a:path>
              </a:pathLst>
            </a:custGeom>
            <a:grpFill/>
            <a:ln w="9525" cap="flat">
              <a:noFill/>
              <a:prstDash val="solid"/>
              <a:miter/>
            </a:ln>
          </p:spPr>
          <p:txBody>
            <a:bodyPr rtlCol="0" anchor="ctr"/>
            <a:lstStyle/>
            <a:p>
              <a:endParaRPr lang="en-US" sz="2640"/>
            </a:p>
          </p:txBody>
        </p:sp>
        <p:sp>
          <p:nvSpPr>
            <p:cNvPr id="25" name="Freeform: Shape 24">
              <a:extLst>
                <a:ext uri="{FF2B5EF4-FFF2-40B4-BE49-F238E27FC236}">
                  <a16:creationId xmlns:a16="http://schemas.microsoft.com/office/drawing/2014/main" id="{1E1251EC-85A9-4B75-8A18-4A24ACB55F18}"/>
                </a:ext>
              </a:extLst>
            </p:cNvPr>
            <p:cNvSpPr/>
            <p:nvPr/>
          </p:nvSpPr>
          <p:spPr>
            <a:xfrm>
              <a:off x="1667706" y="1575962"/>
              <a:ext cx="3799760" cy="1559974"/>
            </a:xfrm>
            <a:custGeom>
              <a:avLst/>
              <a:gdLst>
                <a:gd name="connsiteX0" fmla="*/ 858917 w 1888549"/>
                <a:gd name="connsiteY0" fmla="*/ 185738 h 775335"/>
                <a:gd name="connsiteX1" fmla="*/ 874990 w 1888549"/>
                <a:gd name="connsiteY1" fmla="*/ 192525 h 775335"/>
                <a:gd name="connsiteX2" fmla="*/ 876147 w 1888549"/>
                <a:gd name="connsiteY2" fmla="*/ 195263 h 775335"/>
                <a:gd name="connsiteX3" fmla="*/ 1272302 w 1888549"/>
                <a:gd name="connsiteY3" fmla="*/ 195263 h 775335"/>
                <a:gd name="connsiteX4" fmla="*/ 1449467 w 1888549"/>
                <a:gd name="connsiteY4" fmla="*/ 372428 h 775335"/>
                <a:gd name="connsiteX5" fmla="*/ 1529477 w 1888549"/>
                <a:gd name="connsiteY5" fmla="*/ 372428 h 775335"/>
                <a:gd name="connsiteX6" fmla="*/ 1598058 w 1888549"/>
                <a:gd name="connsiteY6" fmla="*/ 265748 h 775335"/>
                <a:gd name="connsiteX7" fmla="*/ 1790447 w 1888549"/>
                <a:gd name="connsiteY7" fmla="*/ 265748 h 775335"/>
                <a:gd name="connsiteX8" fmla="*/ 1793319 w 1888549"/>
                <a:gd name="connsiteY8" fmla="*/ 262890 h 775335"/>
                <a:gd name="connsiteX9" fmla="*/ 1796177 w 1888549"/>
                <a:gd name="connsiteY9" fmla="*/ 265748 h 775335"/>
                <a:gd name="connsiteX10" fmla="*/ 1888549 w 1888549"/>
                <a:gd name="connsiteY10" fmla="*/ 265748 h 775335"/>
                <a:gd name="connsiteX11" fmla="*/ 1888549 w 1888549"/>
                <a:gd name="connsiteY11" fmla="*/ 291465 h 775335"/>
                <a:gd name="connsiteX12" fmla="*/ 1800989 w 1888549"/>
                <a:gd name="connsiteY12" fmla="*/ 291465 h 775335"/>
                <a:gd name="connsiteX13" fmla="*/ 1614249 w 1888549"/>
                <a:gd name="connsiteY13" fmla="*/ 479107 h 775335"/>
                <a:gd name="connsiteX14" fmla="*/ 1321832 w 1888549"/>
                <a:gd name="connsiteY14" fmla="*/ 479107 h 775335"/>
                <a:gd name="connsiteX15" fmla="*/ 1088382 w 1888549"/>
                <a:gd name="connsiteY15" fmla="*/ 747795 h 775335"/>
                <a:gd name="connsiteX16" fmla="*/ 1090137 w 1888549"/>
                <a:gd name="connsiteY16" fmla="*/ 752118 h 775335"/>
                <a:gd name="connsiteX17" fmla="*/ 1083707 w 1888549"/>
                <a:gd name="connsiteY17" fmla="*/ 768667 h 775335"/>
                <a:gd name="connsiteX18" fmla="*/ 1067515 w 1888549"/>
                <a:gd name="connsiteY18" fmla="*/ 775335 h 775335"/>
                <a:gd name="connsiteX19" fmla="*/ 1051323 w 1888549"/>
                <a:gd name="connsiteY19" fmla="*/ 768667 h 775335"/>
                <a:gd name="connsiteX20" fmla="*/ 1044655 w 1888549"/>
                <a:gd name="connsiteY20" fmla="*/ 752475 h 775335"/>
                <a:gd name="connsiteX21" fmla="*/ 1051323 w 1888549"/>
                <a:gd name="connsiteY21" fmla="*/ 736282 h 775335"/>
                <a:gd name="connsiteX22" fmla="*/ 1067515 w 1888549"/>
                <a:gd name="connsiteY22" fmla="*/ 729615 h 775335"/>
                <a:gd name="connsiteX23" fmla="*/ 1069567 w 1888549"/>
                <a:gd name="connsiteY23" fmla="*/ 730460 h 775335"/>
                <a:gd name="connsiteX24" fmla="*/ 1310402 w 1888549"/>
                <a:gd name="connsiteY24" fmla="*/ 452437 h 775335"/>
                <a:gd name="connsiteX25" fmla="*/ 1602819 w 1888549"/>
                <a:gd name="connsiteY25" fmla="*/ 452437 h 775335"/>
                <a:gd name="connsiteX26" fmla="*/ 1764600 w 1888549"/>
                <a:gd name="connsiteY26" fmla="*/ 291465 h 775335"/>
                <a:gd name="connsiteX27" fmla="*/ 1611392 w 1888549"/>
                <a:gd name="connsiteY27" fmla="*/ 291465 h 775335"/>
                <a:gd name="connsiteX28" fmla="*/ 1542813 w 1888549"/>
                <a:gd name="connsiteY28" fmla="*/ 398145 h 775335"/>
                <a:gd name="connsiteX29" fmla="*/ 1442800 w 1888549"/>
                <a:gd name="connsiteY29" fmla="*/ 398145 h 775335"/>
                <a:gd name="connsiteX30" fmla="*/ 1440895 w 1888549"/>
                <a:gd name="connsiteY30" fmla="*/ 400050 h 775335"/>
                <a:gd name="connsiteX31" fmla="*/ 1438990 w 1888549"/>
                <a:gd name="connsiteY31" fmla="*/ 398145 h 775335"/>
                <a:gd name="connsiteX32" fmla="*/ 1159908 w 1888549"/>
                <a:gd name="connsiteY32" fmla="*/ 398145 h 775335"/>
                <a:gd name="connsiteX33" fmla="*/ 1135200 w 1888549"/>
                <a:gd name="connsiteY33" fmla="*/ 368334 h 775335"/>
                <a:gd name="connsiteX34" fmla="*/ 1064657 w 1888549"/>
                <a:gd name="connsiteY34" fmla="*/ 438150 h 775335"/>
                <a:gd name="connsiteX35" fmla="*/ 814637 w 1888549"/>
                <a:gd name="connsiteY35" fmla="*/ 438150 h 775335"/>
                <a:gd name="connsiteX36" fmla="*/ 813078 w 1888549"/>
                <a:gd name="connsiteY36" fmla="*/ 441842 h 775335"/>
                <a:gd name="connsiteX37" fmla="*/ 797005 w 1888549"/>
                <a:gd name="connsiteY37" fmla="*/ 448628 h 775335"/>
                <a:gd name="connsiteX38" fmla="*/ 774145 w 1888549"/>
                <a:gd name="connsiteY38" fmla="*/ 425768 h 775335"/>
                <a:gd name="connsiteX39" fmla="*/ 797005 w 1888549"/>
                <a:gd name="connsiteY39" fmla="*/ 402908 h 775335"/>
                <a:gd name="connsiteX40" fmla="*/ 813078 w 1888549"/>
                <a:gd name="connsiteY40" fmla="*/ 409695 h 775335"/>
                <a:gd name="connsiteX41" fmla="*/ 814234 w 1888549"/>
                <a:gd name="connsiteY41" fmla="*/ 412432 h 775335"/>
                <a:gd name="connsiteX42" fmla="*/ 1053227 w 1888549"/>
                <a:gd name="connsiteY42" fmla="*/ 412432 h 775335"/>
                <a:gd name="connsiteX43" fmla="*/ 1118035 w 1888549"/>
                <a:gd name="connsiteY43" fmla="*/ 347625 h 775335"/>
                <a:gd name="connsiteX44" fmla="*/ 1072278 w 1888549"/>
                <a:gd name="connsiteY44" fmla="*/ 292418 h 775335"/>
                <a:gd name="connsiteX45" fmla="*/ 1019035 w 1888549"/>
                <a:gd name="connsiteY45" fmla="*/ 292418 h 775335"/>
                <a:gd name="connsiteX46" fmla="*/ 929403 w 1888549"/>
                <a:gd name="connsiteY46" fmla="*/ 382905 h 775335"/>
                <a:gd name="connsiteX47" fmla="*/ 662702 w 1888549"/>
                <a:gd name="connsiteY47" fmla="*/ 382905 h 775335"/>
                <a:gd name="connsiteX48" fmla="*/ 493157 w 1888549"/>
                <a:gd name="connsiteY48" fmla="*/ 552450 h 775335"/>
                <a:gd name="connsiteX49" fmla="*/ 321708 w 1888549"/>
                <a:gd name="connsiteY49" fmla="*/ 552450 h 775335"/>
                <a:gd name="connsiteX50" fmla="*/ 43766 w 1888549"/>
                <a:gd name="connsiteY50" fmla="*/ 694962 h 775335"/>
                <a:gd name="connsiteX51" fmla="*/ 38814 w 1888549"/>
                <a:gd name="connsiteY51" fmla="*/ 707707 h 775335"/>
                <a:gd name="connsiteX52" fmla="*/ 22622 w 1888549"/>
                <a:gd name="connsiteY52" fmla="*/ 714375 h 775335"/>
                <a:gd name="connsiteX53" fmla="*/ 6429 w 1888549"/>
                <a:gd name="connsiteY53" fmla="*/ 707707 h 775335"/>
                <a:gd name="connsiteX54" fmla="*/ 6429 w 1888549"/>
                <a:gd name="connsiteY54" fmla="*/ 675322 h 775335"/>
                <a:gd name="connsiteX55" fmla="*/ 22622 w 1888549"/>
                <a:gd name="connsiteY55" fmla="*/ 668655 h 775335"/>
                <a:gd name="connsiteX56" fmla="*/ 31555 w 1888549"/>
                <a:gd name="connsiteY56" fmla="*/ 672333 h 775335"/>
                <a:gd name="connsiteX57" fmla="*/ 314088 w 1888549"/>
                <a:gd name="connsiteY57" fmla="*/ 526733 h 775335"/>
                <a:gd name="connsiteX58" fmla="*/ 481728 w 1888549"/>
                <a:gd name="connsiteY58" fmla="*/ 526733 h 775335"/>
                <a:gd name="connsiteX59" fmla="*/ 652224 w 1888549"/>
                <a:gd name="connsiteY59" fmla="*/ 356235 h 775335"/>
                <a:gd name="connsiteX60" fmla="*/ 917972 w 1888549"/>
                <a:gd name="connsiteY60" fmla="*/ 356235 h 775335"/>
                <a:gd name="connsiteX61" fmla="*/ 982448 w 1888549"/>
                <a:gd name="connsiteY61" fmla="*/ 292418 h 775335"/>
                <a:gd name="connsiteX62" fmla="*/ 487443 w 1888549"/>
                <a:gd name="connsiteY62" fmla="*/ 292418 h 775335"/>
                <a:gd name="connsiteX63" fmla="*/ 137060 w 1888549"/>
                <a:gd name="connsiteY63" fmla="*/ 470305 h 775335"/>
                <a:gd name="connsiteX64" fmla="*/ 132160 w 1888549"/>
                <a:gd name="connsiteY64" fmla="*/ 482917 h 775335"/>
                <a:gd name="connsiteX65" fmla="*/ 115968 w 1888549"/>
                <a:gd name="connsiteY65" fmla="*/ 489585 h 775335"/>
                <a:gd name="connsiteX66" fmla="*/ 99775 w 1888549"/>
                <a:gd name="connsiteY66" fmla="*/ 482917 h 775335"/>
                <a:gd name="connsiteX67" fmla="*/ 99775 w 1888549"/>
                <a:gd name="connsiteY67" fmla="*/ 450532 h 775335"/>
                <a:gd name="connsiteX68" fmla="*/ 115968 w 1888549"/>
                <a:gd name="connsiteY68" fmla="*/ 443865 h 775335"/>
                <a:gd name="connsiteX69" fmla="*/ 125063 w 1888549"/>
                <a:gd name="connsiteY69" fmla="*/ 447610 h 775335"/>
                <a:gd name="connsiteX70" fmla="*/ 479823 w 1888549"/>
                <a:gd name="connsiteY70" fmla="*/ 266700 h 775335"/>
                <a:gd name="connsiteX71" fmla="*/ 1008431 w 1888549"/>
                <a:gd name="connsiteY71" fmla="*/ 266700 h 775335"/>
                <a:gd name="connsiteX72" fmla="*/ 1011317 w 1888549"/>
                <a:gd name="connsiteY72" fmla="*/ 263843 h 775335"/>
                <a:gd name="connsiteX73" fmla="*/ 1014174 w 1888549"/>
                <a:gd name="connsiteY73" fmla="*/ 266700 h 775335"/>
                <a:gd name="connsiteX74" fmla="*/ 1084660 w 1888549"/>
                <a:gd name="connsiteY74" fmla="*/ 266700 h 775335"/>
                <a:gd name="connsiteX75" fmla="*/ 1136151 w 1888549"/>
                <a:gd name="connsiteY75" fmla="*/ 329508 h 775335"/>
                <a:gd name="connsiteX76" fmla="*/ 1137999 w 1888549"/>
                <a:gd name="connsiteY76" fmla="*/ 327660 h 775335"/>
                <a:gd name="connsiteX77" fmla="*/ 1157049 w 1888549"/>
                <a:gd name="connsiteY77" fmla="*/ 346710 h 775335"/>
                <a:gd name="connsiteX78" fmla="*/ 1153297 w 1888549"/>
                <a:gd name="connsiteY78" fmla="*/ 350423 h 775335"/>
                <a:gd name="connsiteX79" fmla="*/ 1171338 w 1888549"/>
                <a:gd name="connsiteY79" fmla="*/ 372428 h 775335"/>
                <a:gd name="connsiteX80" fmla="*/ 1413273 w 1888549"/>
                <a:gd name="connsiteY80" fmla="*/ 372428 h 775335"/>
                <a:gd name="connsiteX81" fmla="*/ 1261825 w 1888549"/>
                <a:gd name="connsiteY81" fmla="*/ 220980 h 775335"/>
                <a:gd name="connsiteX82" fmla="*/ 876549 w 1888549"/>
                <a:gd name="connsiteY82" fmla="*/ 220980 h 775335"/>
                <a:gd name="connsiteX83" fmla="*/ 874990 w 1888549"/>
                <a:gd name="connsiteY83" fmla="*/ 224672 h 775335"/>
                <a:gd name="connsiteX84" fmla="*/ 858917 w 1888549"/>
                <a:gd name="connsiteY84" fmla="*/ 231458 h 775335"/>
                <a:gd name="connsiteX85" fmla="*/ 836057 w 1888549"/>
                <a:gd name="connsiteY85" fmla="*/ 208598 h 775335"/>
                <a:gd name="connsiteX86" fmla="*/ 858917 w 1888549"/>
                <a:gd name="connsiteY86" fmla="*/ 185738 h 775335"/>
                <a:gd name="connsiteX87" fmla="*/ 271226 w 1888549"/>
                <a:gd name="connsiteY87" fmla="*/ 0 h 775335"/>
                <a:gd name="connsiteX88" fmla="*/ 287390 w 1888549"/>
                <a:gd name="connsiteY88" fmla="*/ 6695 h 775335"/>
                <a:gd name="connsiteX89" fmla="*/ 288562 w 1888549"/>
                <a:gd name="connsiteY89" fmla="*/ 9525 h 775335"/>
                <a:gd name="connsiteX90" fmla="*/ 369333 w 1888549"/>
                <a:gd name="connsiteY90" fmla="*/ 9525 h 775335"/>
                <a:gd name="connsiteX91" fmla="*/ 489348 w 1888549"/>
                <a:gd name="connsiteY91" fmla="*/ 130492 h 775335"/>
                <a:gd name="connsiteX92" fmla="*/ 1072278 w 1888549"/>
                <a:gd name="connsiteY92" fmla="*/ 130492 h 775335"/>
                <a:gd name="connsiteX93" fmla="*/ 1139905 w 1888549"/>
                <a:gd name="connsiteY93" fmla="*/ 23812 h 775335"/>
                <a:gd name="connsiteX94" fmla="*/ 1284828 w 1888549"/>
                <a:gd name="connsiteY94" fmla="*/ 23812 h 775335"/>
                <a:gd name="connsiteX95" fmla="*/ 1287542 w 1888549"/>
                <a:gd name="connsiteY95" fmla="*/ 20955 h 775335"/>
                <a:gd name="connsiteX96" fmla="*/ 1290384 w 1888549"/>
                <a:gd name="connsiteY96" fmla="*/ 23812 h 775335"/>
                <a:gd name="connsiteX97" fmla="*/ 1553289 w 1888549"/>
                <a:gd name="connsiteY97" fmla="*/ 23812 h 775335"/>
                <a:gd name="connsiteX98" fmla="*/ 1612344 w 1888549"/>
                <a:gd name="connsiteY98" fmla="*/ 131445 h 775335"/>
                <a:gd name="connsiteX99" fmla="*/ 1888549 w 1888549"/>
                <a:gd name="connsiteY99" fmla="*/ 131445 h 775335"/>
                <a:gd name="connsiteX100" fmla="*/ 1888549 w 1888549"/>
                <a:gd name="connsiteY100" fmla="*/ 157162 h 775335"/>
                <a:gd name="connsiteX101" fmla="*/ 1598058 w 1888549"/>
                <a:gd name="connsiteY101" fmla="*/ 157162 h 775335"/>
                <a:gd name="connsiteX102" fmla="*/ 1539002 w 1888549"/>
                <a:gd name="connsiteY102" fmla="*/ 50482 h 775335"/>
                <a:gd name="connsiteX103" fmla="*/ 1316918 w 1888549"/>
                <a:gd name="connsiteY103" fmla="*/ 50482 h 775335"/>
                <a:gd name="connsiteX104" fmla="*/ 1472327 w 1888549"/>
                <a:gd name="connsiteY104" fmla="*/ 206692 h 775335"/>
                <a:gd name="connsiteX105" fmla="*/ 1888549 w 1888549"/>
                <a:gd name="connsiteY105" fmla="*/ 206692 h 775335"/>
                <a:gd name="connsiteX106" fmla="*/ 1888549 w 1888549"/>
                <a:gd name="connsiteY106" fmla="*/ 233054 h 775335"/>
                <a:gd name="connsiteX107" fmla="*/ 1461850 w 1888549"/>
                <a:gd name="connsiteY107" fmla="*/ 232410 h 775335"/>
                <a:gd name="connsiteX108" fmla="*/ 1279922 w 1888549"/>
                <a:gd name="connsiteY108" fmla="*/ 50482 h 775335"/>
                <a:gd name="connsiteX109" fmla="*/ 1153240 w 1888549"/>
                <a:gd name="connsiteY109" fmla="*/ 50482 h 775335"/>
                <a:gd name="connsiteX110" fmla="*/ 1085613 w 1888549"/>
                <a:gd name="connsiteY110" fmla="*/ 156210 h 775335"/>
                <a:gd name="connsiteX111" fmla="*/ 478870 w 1888549"/>
                <a:gd name="connsiteY111" fmla="*/ 156210 h 775335"/>
                <a:gd name="connsiteX112" fmla="*/ 357903 w 1888549"/>
                <a:gd name="connsiteY112" fmla="*/ 36195 h 775335"/>
                <a:gd name="connsiteX113" fmla="*/ 288562 w 1888549"/>
                <a:gd name="connsiteY113" fmla="*/ 36195 h 775335"/>
                <a:gd name="connsiteX114" fmla="*/ 287390 w 1888549"/>
                <a:gd name="connsiteY114" fmla="*/ 39024 h 775335"/>
                <a:gd name="connsiteX115" fmla="*/ 271226 w 1888549"/>
                <a:gd name="connsiteY115" fmla="*/ 45720 h 775335"/>
                <a:gd name="connsiteX116" fmla="*/ 248366 w 1888549"/>
                <a:gd name="connsiteY116" fmla="*/ 22860 h 775335"/>
                <a:gd name="connsiteX117" fmla="*/ 271226 w 1888549"/>
                <a:gd name="connsiteY117" fmla="*/ 0 h 775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1888549" h="775335">
                  <a:moveTo>
                    <a:pt x="858917" y="185738"/>
                  </a:moveTo>
                  <a:cubicBezTo>
                    <a:pt x="865108" y="185738"/>
                    <a:pt x="870823" y="188357"/>
                    <a:pt x="874990" y="192525"/>
                  </a:cubicBezTo>
                  <a:lnTo>
                    <a:pt x="876147" y="195263"/>
                  </a:lnTo>
                  <a:lnTo>
                    <a:pt x="1272302" y="195263"/>
                  </a:lnTo>
                  <a:lnTo>
                    <a:pt x="1449467" y="372428"/>
                  </a:lnTo>
                  <a:lnTo>
                    <a:pt x="1529477" y="372428"/>
                  </a:lnTo>
                  <a:lnTo>
                    <a:pt x="1598058" y="265748"/>
                  </a:lnTo>
                  <a:lnTo>
                    <a:pt x="1790447" y="265748"/>
                  </a:lnTo>
                  <a:lnTo>
                    <a:pt x="1793319" y="262890"/>
                  </a:lnTo>
                  <a:lnTo>
                    <a:pt x="1796177" y="265748"/>
                  </a:lnTo>
                  <a:lnTo>
                    <a:pt x="1888549" y="265748"/>
                  </a:lnTo>
                  <a:lnTo>
                    <a:pt x="1888549" y="291465"/>
                  </a:lnTo>
                  <a:lnTo>
                    <a:pt x="1800989" y="291465"/>
                  </a:lnTo>
                  <a:lnTo>
                    <a:pt x="1614249" y="479107"/>
                  </a:lnTo>
                  <a:lnTo>
                    <a:pt x="1321832" y="479107"/>
                  </a:lnTo>
                  <a:lnTo>
                    <a:pt x="1088382" y="747795"/>
                  </a:lnTo>
                  <a:lnTo>
                    <a:pt x="1090137" y="752118"/>
                  </a:lnTo>
                  <a:cubicBezTo>
                    <a:pt x="1090137" y="757952"/>
                    <a:pt x="1087994" y="763905"/>
                    <a:pt x="1083707" y="768667"/>
                  </a:cubicBezTo>
                  <a:cubicBezTo>
                    <a:pt x="1078946" y="773430"/>
                    <a:pt x="1073230" y="775335"/>
                    <a:pt x="1067515" y="775335"/>
                  </a:cubicBezTo>
                  <a:cubicBezTo>
                    <a:pt x="1061801" y="775335"/>
                    <a:pt x="1056085" y="773430"/>
                    <a:pt x="1051323" y="768667"/>
                  </a:cubicBezTo>
                  <a:cubicBezTo>
                    <a:pt x="1046561" y="764857"/>
                    <a:pt x="1044655" y="759142"/>
                    <a:pt x="1044655" y="752475"/>
                  </a:cubicBezTo>
                  <a:cubicBezTo>
                    <a:pt x="1044655" y="746760"/>
                    <a:pt x="1046561" y="741045"/>
                    <a:pt x="1051323" y="736282"/>
                  </a:cubicBezTo>
                  <a:cubicBezTo>
                    <a:pt x="1055133" y="732472"/>
                    <a:pt x="1060848" y="729615"/>
                    <a:pt x="1067515" y="729615"/>
                  </a:cubicBezTo>
                  <a:lnTo>
                    <a:pt x="1069567" y="730460"/>
                  </a:lnTo>
                  <a:lnTo>
                    <a:pt x="1310402" y="452437"/>
                  </a:lnTo>
                  <a:lnTo>
                    <a:pt x="1602819" y="452437"/>
                  </a:lnTo>
                  <a:lnTo>
                    <a:pt x="1764600" y="291465"/>
                  </a:lnTo>
                  <a:lnTo>
                    <a:pt x="1611392" y="291465"/>
                  </a:lnTo>
                  <a:lnTo>
                    <a:pt x="1542813" y="398145"/>
                  </a:lnTo>
                  <a:lnTo>
                    <a:pt x="1442800" y="398145"/>
                  </a:lnTo>
                  <a:lnTo>
                    <a:pt x="1440895" y="400050"/>
                  </a:lnTo>
                  <a:lnTo>
                    <a:pt x="1438990" y="398145"/>
                  </a:lnTo>
                  <a:lnTo>
                    <a:pt x="1159908" y="398145"/>
                  </a:lnTo>
                  <a:lnTo>
                    <a:pt x="1135200" y="368334"/>
                  </a:lnTo>
                  <a:lnTo>
                    <a:pt x="1064657" y="438150"/>
                  </a:lnTo>
                  <a:lnTo>
                    <a:pt x="814637" y="438150"/>
                  </a:lnTo>
                  <a:lnTo>
                    <a:pt x="813078" y="441842"/>
                  </a:lnTo>
                  <a:cubicBezTo>
                    <a:pt x="808911" y="446009"/>
                    <a:pt x="803196" y="448628"/>
                    <a:pt x="797005" y="448628"/>
                  </a:cubicBezTo>
                  <a:cubicBezTo>
                    <a:pt x="784622" y="448628"/>
                    <a:pt x="774145" y="438150"/>
                    <a:pt x="774145" y="425768"/>
                  </a:cubicBezTo>
                  <a:cubicBezTo>
                    <a:pt x="774145" y="413385"/>
                    <a:pt x="784622" y="402908"/>
                    <a:pt x="797005" y="402908"/>
                  </a:cubicBezTo>
                  <a:cubicBezTo>
                    <a:pt x="803196" y="402908"/>
                    <a:pt x="808911" y="405527"/>
                    <a:pt x="813078" y="409695"/>
                  </a:cubicBezTo>
                  <a:lnTo>
                    <a:pt x="814234" y="412432"/>
                  </a:lnTo>
                  <a:lnTo>
                    <a:pt x="1053227" y="412432"/>
                  </a:lnTo>
                  <a:lnTo>
                    <a:pt x="1118035" y="347625"/>
                  </a:lnTo>
                  <a:lnTo>
                    <a:pt x="1072278" y="292418"/>
                  </a:lnTo>
                  <a:lnTo>
                    <a:pt x="1019035" y="292418"/>
                  </a:lnTo>
                  <a:lnTo>
                    <a:pt x="929403" y="382905"/>
                  </a:lnTo>
                  <a:lnTo>
                    <a:pt x="662702" y="382905"/>
                  </a:lnTo>
                  <a:lnTo>
                    <a:pt x="493157" y="552450"/>
                  </a:lnTo>
                  <a:lnTo>
                    <a:pt x="321708" y="552450"/>
                  </a:lnTo>
                  <a:lnTo>
                    <a:pt x="43766" y="694962"/>
                  </a:lnTo>
                  <a:lnTo>
                    <a:pt x="38814" y="707707"/>
                  </a:lnTo>
                  <a:cubicBezTo>
                    <a:pt x="34052" y="711517"/>
                    <a:pt x="28337" y="714375"/>
                    <a:pt x="22622" y="714375"/>
                  </a:cubicBezTo>
                  <a:cubicBezTo>
                    <a:pt x="16907" y="714375"/>
                    <a:pt x="11192" y="712470"/>
                    <a:pt x="6429" y="707707"/>
                  </a:cubicBezTo>
                  <a:cubicBezTo>
                    <a:pt x="-2143" y="699135"/>
                    <a:pt x="-2143" y="684847"/>
                    <a:pt x="6429" y="675322"/>
                  </a:cubicBezTo>
                  <a:cubicBezTo>
                    <a:pt x="10239" y="670560"/>
                    <a:pt x="15954" y="668655"/>
                    <a:pt x="22622" y="668655"/>
                  </a:cubicBezTo>
                  <a:lnTo>
                    <a:pt x="31555" y="672333"/>
                  </a:lnTo>
                  <a:lnTo>
                    <a:pt x="314088" y="526733"/>
                  </a:lnTo>
                  <a:lnTo>
                    <a:pt x="481728" y="526733"/>
                  </a:lnTo>
                  <a:lnTo>
                    <a:pt x="652224" y="356235"/>
                  </a:lnTo>
                  <a:lnTo>
                    <a:pt x="917972" y="356235"/>
                  </a:lnTo>
                  <a:lnTo>
                    <a:pt x="982448" y="292418"/>
                  </a:lnTo>
                  <a:lnTo>
                    <a:pt x="487443" y="292418"/>
                  </a:lnTo>
                  <a:lnTo>
                    <a:pt x="137060" y="470305"/>
                  </a:lnTo>
                  <a:lnTo>
                    <a:pt x="132160" y="482917"/>
                  </a:lnTo>
                  <a:cubicBezTo>
                    <a:pt x="127398" y="486727"/>
                    <a:pt x="121683" y="489585"/>
                    <a:pt x="115968" y="489585"/>
                  </a:cubicBezTo>
                  <a:cubicBezTo>
                    <a:pt x="110253" y="489585"/>
                    <a:pt x="104538" y="487680"/>
                    <a:pt x="99775" y="482917"/>
                  </a:cubicBezTo>
                  <a:cubicBezTo>
                    <a:pt x="91203" y="474345"/>
                    <a:pt x="91203" y="460057"/>
                    <a:pt x="99775" y="450532"/>
                  </a:cubicBezTo>
                  <a:cubicBezTo>
                    <a:pt x="104538" y="445770"/>
                    <a:pt x="109300" y="443865"/>
                    <a:pt x="115968" y="443865"/>
                  </a:cubicBezTo>
                  <a:lnTo>
                    <a:pt x="125063" y="447610"/>
                  </a:lnTo>
                  <a:lnTo>
                    <a:pt x="479823" y="266700"/>
                  </a:lnTo>
                  <a:lnTo>
                    <a:pt x="1008431" y="266700"/>
                  </a:lnTo>
                  <a:lnTo>
                    <a:pt x="1011317" y="263843"/>
                  </a:lnTo>
                  <a:lnTo>
                    <a:pt x="1014174" y="266700"/>
                  </a:lnTo>
                  <a:lnTo>
                    <a:pt x="1084660" y="266700"/>
                  </a:lnTo>
                  <a:lnTo>
                    <a:pt x="1136151" y="329508"/>
                  </a:lnTo>
                  <a:lnTo>
                    <a:pt x="1137999" y="327660"/>
                  </a:lnTo>
                  <a:lnTo>
                    <a:pt x="1157049" y="346710"/>
                  </a:lnTo>
                  <a:lnTo>
                    <a:pt x="1153297" y="350423"/>
                  </a:lnTo>
                  <a:lnTo>
                    <a:pt x="1171338" y="372428"/>
                  </a:lnTo>
                  <a:lnTo>
                    <a:pt x="1413273" y="372428"/>
                  </a:lnTo>
                  <a:lnTo>
                    <a:pt x="1261825" y="220980"/>
                  </a:lnTo>
                  <a:lnTo>
                    <a:pt x="876549" y="220980"/>
                  </a:lnTo>
                  <a:lnTo>
                    <a:pt x="874990" y="224672"/>
                  </a:lnTo>
                  <a:cubicBezTo>
                    <a:pt x="870823" y="228839"/>
                    <a:pt x="865108" y="231458"/>
                    <a:pt x="858917" y="231458"/>
                  </a:cubicBezTo>
                  <a:cubicBezTo>
                    <a:pt x="846534" y="231458"/>
                    <a:pt x="836057" y="220980"/>
                    <a:pt x="836057" y="208598"/>
                  </a:cubicBezTo>
                  <a:cubicBezTo>
                    <a:pt x="836057" y="196215"/>
                    <a:pt x="846534" y="185738"/>
                    <a:pt x="858917" y="185738"/>
                  </a:cubicBezTo>
                  <a:close/>
                  <a:moveTo>
                    <a:pt x="271226" y="0"/>
                  </a:moveTo>
                  <a:cubicBezTo>
                    <a:pt x="277538" y="0"/>
                    <a:pt x="283253" y="2559"/>
                    <a:pt x="287390" y="6695"/>
                  </a:cubicBezTo>
                  <a:lnTo>
                    <a:pt x="288562" y="9525"/>
                  </a:lnTo>
                  <a:lnTo>
                    <a:pt x="369333" y="9525"/>
                  </a:lnTo>
                  <a:lnTo>
                    <a:pt x="489348" y="130492"/>
                  </a:lnTo>
                  <a:lnTo>
                    <a:pt x="1072278" y="130492"/>
                  </a:lnTo>
                  <a:lnTo>
                    <a:pt x="1139905" y="23812"/>
                  </a:lnTo>
                  <a:lnTo>
                    <a:pt x="1284828" y="23812"/>
                  </a:lnTo>
                  <a:lnTo>
                    <a:pt x="1287542" y="20955"/>
                  </a:lnTo>
                  <a:lnTo>
                    <a:pt x="1290384" y="23812"/>
                  </a:lnTo>
                  <a:lnTo>
                    <a:pt x="1553289" y="23812"/>
                  </a:lnTo>
                  <a:lnTo>
                    <a:pt x="1612344" y="131445"/>
                  </a:lnTo>
                  <a:lnTo>
                    <a:pt x="1888549" y="131445"/>
                  </a:lnTo>
                  <a:lnTo>
                    <a:pt x="1888549" y="157162"/>
                  </a:lnTo>
                  <a:lnTo>
                    <a:pt x="1598058" y="157162"/>
                  </a:lnTo>
                  <a:lnTo>
                    <a:pt x="1539002" y="50482"/>
                  </a:lnTo>
                  <a:lnTo>
                    <a:pt x="1316918" y="50482"/>
                  </a:lnTo>
                  <a:lnTo>
                    <a:pt x="1472327" y="206692"/>
                  </a:lnTo>
                  <a:lnTo>
                    <a:pt x="1888549" y="206692"/>
                  </a:lnTo>
                  <a:lnTo>
                    <a:pt x="1888549" y="233054"/>
                  </a:lnTo>
                  <a:lnTo>
                    <a:pt x="1461850" y="232410"/>
                  </a:lnTo>
                  <a:lnTo>
                    <a:pt x="1279922" y="50482"/>
                  </a:lnTo>
                  <a:lnTo>
                    <a:pt x="1153240" y="50482"/>
                  </a:lnTo>
                  <a:lnTo>
                    <a:pt x="1085613" y="156210"/>
                  </a:lnTo>
                  <a:lnTo>
                    <a:pt x="478870" y="156210"/>
                  </a:lnTo>
                  <a:lnTo>
                    <a:pt x="357903" y="36195"/>
                  </a:lnTo>
                  <a:lnTo>
                    <a:pt x="288562" y="36195"/>
                  </a:lnTo>
                  <a:lnTo>
                    <a:pt x="287390" y="39024"/>
                  </a:lnTo>
                  <a:cubicBezTo>
                    <a:pt x="283253" y="43161"/>
                    <a:pt x="277538" y="45720"/>
                    <a:pt x="271226" y="45720"/>
                  </a:cubicBezTo>
                  <a:cubicBezTo>
                    <a:pt x="258601" y="45720"/>
                    <a:pt x="248366" y="35485"/>
                    <a:pt x="248366" y="22860"/>
                  </a:cubicBezTo>
                  <a:cubicBezTo>
                    <a:pt x="248366" y="10235"/>
                    <a:pt x="258601" y="0"/>
                    <a:pt x="271226" y="0"/>
                  </a:cubicBezTo>
                  <a:close/>
                </a:path>
              </a:pathLst>
            </a:custGeom>
            <a:grpFill/>
            <a:ln w="9525" cap="flat">
              <a:noFill/>
              <a:prstDash val="solid"/>
              <a:miter/>
            </a:ln>
          </p:spPr>
          <p:txBody>
            <a:bodyPr rtlCol="0" anchor="ctr"/>
            <a:lstStyle/>
            <a:p>
              <a:endParaRPr lang="en-US" sz="2640" dirty="0"/>
            </a:p>
          </p:txBody>
        </p:sp>
        <p:sp>
          <p:nvSpPr>
            <p:cNvPr id="26" name="Freeform: Shape 25">
              <a:extLst>
                <a:ext uri="{FF2B5EF4-FFF2-40B4-BE49-F238E27FC236}">
                  <a16:creationId xmlns:a16="http://schemas.microsoft.com/office/drawing/2014/main" id="{FDC464A6-F4CF-46BC-8B0F-DF21007633EB}"/>
                </a:ext>
              </a:extLst>
            </p:cNvPr>
            <p:cNvSpPr/>
            <p:nvPr/>
          </p:nvSpPr>
          <p:spPr>
            <a:xfrm flipH="1" flipV="1">
              <a:off x="6724533" y="2670316"/>
              <a:ext cx="3799760" cy="1559974"/>
            </a:xfrm>
            <a:custGeom>
              <a:avLst/>
              <a:gdLst>
                <a:gd name="connsiteX0" fmla="*/ 858917 w 1888549"/>
                <a:gd name="connsiteY0" fmla="*/ 185738 h 775335"/>
                <a:gd name="connsiteX1" fmla="*/ 874990 w 1888549"/>
                <a:gd name="connsiteY1" fmla="*/ 192525 h 775335"/>
                <a:gd name="connsiteX2" fmla="*/ 876147 w 1888549"/>
                <a:gd name="connsiteY2" fmla="*/ 195263 h 775335"/>
                <a:gd name="connsiteX3" fmla="*/ 1272302 w 1888549"/>
                <a:gd name="connsiteY3" fmla="*/ 195263 h 775335"/>
                <a:gd name="connsiteX4" fmla="*/ 1449467 w 1888549"/>
                <a:gd name="connsiteY4" fmla="*/ 372428 h 775335"/>
                <a:gd name="connsiteX5" fmla="*/ 1529477 w 1888549"/>
                <a:gd name="connsiteY5" fmla="*/ 372428 h 775335"/>
                <a:gd name="connsiteX6" fmla="*/ 1598058 w 1888549"/>
                <a:gd name="connsiteY6" fmla="*/ 265748 h 775335"/>
                <a:gd name="connsiteX7" fmla="*/ 1790447 w 1888549"/>
                <a:gd name="connsiteY7" fmla="*/ 265748 h 775335"/>
                <a:gd name="connsiteX8" fmla="*/ 1793319 w 1888549"/>
                <a:gd name="connsiteY8" fmla="*/ 262890 h 775335"/>
                <a:gd name="connsiteX9" fmla="*/ 1796177 w 1888549"/>
                <a:gd name="connsiteY9" fmla="*/ 265748 h 775335"/>
                <a:gd name="connsiteX10" fmla="*/ 1888549 w 1888549"/>
                <a:gd name="connsiteY10" fmla="*/ 265748 h 775335"/>
                <a:gd name="connsiteX11" fmla="*/ 1888549 w 1888549"/>
                <a:gd name="connsiteY11" fmla="*/ 291465 h 775335"/>
                <a:gd name="connsiteX12" fmla="*/ 1800989 w 1888549"/>
                <a:gd name="connsiteY12" fmla="*/ 291465 h 775335"/>
                <a:gd name="connsiteX13" fmla="*/ 1614249 w 1888549"/>
                <a:gd name="connsiteY13" fmla="*/ 479107 h 775335"/>
                <a:gd name="connsiteX14" fmla="*/ 1321832 w 1888549"/>
                <a:gd name="connsiteY14" fmla="*/ 479107 h 775335"/>
                <a:gd name="connsiteX15" fmla="*/ 1088382 w 1888549"/>
                <a:gd name="connsiteY15" fmla="*/ 747795 h 775335"/>
                <a:gd name="connsiteX16" fmla="*/ 1090137 w 1888549"/>
                <a:gd name="connsiteY16" fmla="*/ 752118 h 775335"/>
                <a:gd name="connsiteX17" fmla="*/ 1083707 w 1888549"/>
                <a:gd name="connsiteY17" fmla="*/ 768667 h 775335"/>
                <a:gd name="connsiteX18" fmla="*/ 1067515 w 1888549"/>
                <a:gd name="connsiteY18" fmla="*/ 775335 h 775335"/>
                <a:gd name="connsiteX19" fmla="*/ 1051323 w 1888549"/>
                <a:gd name="connsiteY19" fmla="*/ 768667 h 775335"/>
                <a:gd name="connsiteX20" fmla="*/ 1044655 w 1888549"/>
                <a:gd name="connsiteY20" fmla="*/ 752475 h 775335"/>
                <a:gd name="connsiteX21" fmla="*/ 1051323 w 1888549"/>
                <a:gd name="connsiteY21" fmla="*/ 736282 h 775335"/>
                <a:gd name="connsiteX22" fmla="*/ 1067515 w 1888549"/>
                <a:gd name="connsiteY22" fmla="*/ 729615 h 775335"/>
                <a:gd name="connsiteX23" fmla="*/ 1069567 w 1888549"/>
                <a:gd name="connsiteY23" fmla="*/ 730460 h 775335"/>
                <a:gd name="connsiteX24" fmla="*/ 1310402 w 1888549"/>
                <a:gd name="connsiteY24" fmla="*/ 452437 h 775335"/>
                <a:gd name="connsiteX25" fmla="*/ 1602819 w 1888549"/>
                <a:gd name="connsiteY25" fmla="*/ 452437 h 775335"/>
                <a:gd name="connsiteX26" fmla="*/ 1764600 w 1888549"/>
                <a:gd name="connsiteY26" fmla="*/ 291465 h 775335"/>
                <a:gd name="connsiteX27" fmla="*/ 1611392 w 1888549"/>
                <a:gd name="connsiteY27" fmla="*/ 291465 h 775335"/>
                <a:gd name="connsiteX28" fmla="*/ 1542813 w 1888549"/>
                <a:gd name="connsiteY28" fmla="*/ 398145 h 775335"/>
                <a:gd name="connsiteX29" fmla="*/ 1442800 w 1888549"/>
                <a:gd name="connsiteY29" fmla="*/ 398145 h 775335"/>
                <a:gd name="connsiteX30" fmla="*/ 1440895 w 1888549"/>
                <a:gd name="connsiteY30" fmla="*/ 400050 h 775335"/>
                <a:gd name="connsiteX31" fmla="*/ 1438990 w 1888549"/>
                <a:gd name="connsiteY31" fmla="*/ 398145 h 775335"/>
                <a:gd name="connsiteX32" fmla="*/ 1159908 w 1888549"/>
                <a:gd name="connsiteY32" fmla="*/ 398145 h 775335"/>
                <a:gd name="connsiteX33" fmla="*/ 1135200 w 1888549"/>
                <a:gd name="connsiteY33" fmla="*/ 368334 h 775335"/>
                <a:gd name="connsiteX34" fmla="*/ 1064657 w 1888549"/>
                <a:gd name="connsiteY34" fmla="*/ 438150 h 775335"/>
                <a:gd name="connsiteX35" fmla="*/ 814637 w 1888549"/>
                <a:gd name="connsiteY35" fmla="*/ 438150 h 775335"/>
                <a:gd name="connsiteX36" fmla="*/ 813078 w 1888549"/>
                <a:gd name="connsiteY36" fmla="*/ 441842 h 775335"/>
                <a:gd name="connsiteX37" fmla="*/ 797005 w 1888549"/>
                <a:gd name="connsiteY37" fmla="*/ 448628 h 775335"/>
                <a:gd name="connsiteX38" fmla="*/ 774145 w 1888549"/>
                <a:gd name="connsiteY38" fmla="*/ 425768 h 775335"/>
                <a:gd name="connsiteX39" fmla="*/ 797005 w 1888549"/>
                <a:gd name="connsiteY39" fmla="*/ 402908 h 775335"/>
                <a:gd name="connsiteX40" fmla="*/ 813078 w 1888549"/>
                <a:gd name="connsiteY40" fmla="*/ 409695 h 775335"/>
                <a:gd name="connsiteX41" fmla="*/ 814234 w 1888549"/>
                <a:gd name="connsiteY41" fmla="*/ 412432 h 775335"/>
                <a:gd name="connsiteX42" fmla="*/ 1053227 w 1888549"/>
                <a:gd name="connsiteY42" fmla="*/ 412432 h 775335"/>
                <a:gd name="connsiteX43" fmla="*/ 1118035 w 1888549"/>
                <a:gd name="connsiteY43" fmla="*/ 347625 h 775335"/>
                <a:gd name="connsiteX44" fmla="*/ 1072278 w 1888549"/>
                <a:gd name="connsiteY44" fmla="*/ 292418 h 775335"/>
                <a:gd name="connsiteX45" fmla="*/ 1019035 w 1888549"/>
                <a:gd name="connsiteY45" fmla="*/ 292418 h 775335"/>
                <a:gd name="connsiteX46" fmla="*/ 929403 w 1888549"/>
                <a:gd name="connsiteY46" fmla="*/ 382905 h 775335"/>
                <a:gd name="connsiteX47" fmla="*/ 662702 w 1888549"/>
                <a:gd name="connsiteY47" fmla="*/ 382905 h 775335"/>
                <a:gd name="connsiteX48" fmla="*/ 493157 w 1888549"/>
                <a:gd name="connsiteY48" fmla="*/ 552450 h 775335"/>
                <a:gd name="connsiteX49" fmla="*/ 321708 w 1888549"/>
                <a:gd name="connsiteY49" fmla="*/ 552450 h 775335"/>
                <a:gd name="connsiteX50" fmla="*/ 43766 w 1888549"/>
                <a:gd name="connsiteY50" fmla="*/ 694962 h 775335"/>
                <a:gd name="connsiteX51" fmla="*/ 38814 w 1888549"/>
                <a:gd name="connsiteY51" fmla="*/ 707707 h 775335"/>
                <a:gd name="connsiteX52" fmla="*/ 22622 w 1888549"/>
                <a:gd name="connsiteY52" fmla="*/ 714375 h 775335"/>
                <a:gd name="connsiteX53" fmla="*/ 6429 w 1888549"/>
                <a:gd name="connsiteY53" fmla="*/ 707707 h 775335"/>
                <a:gd name="connsiteX54" fmla="*/ 6429 w 1888549"/>
                <a:gd name="connsiteY54" fmla="*/ 675322 h 775335"/>
                <a:gd name="connsiteX55" fmla="*/ 22622 w 1888549"/>
                <a:gd name="connsiteY55" fmla="*/ 668655 h 775335"/>
                <a:gd name="connsiteX56" fmla="*/ 31555 w 1888549"/>
                <a:gd name="connsiteY56" fmla="*/ 672333 h 775335"/>
                <a:gd name="connsiteX57" fmla="*/ 314088 w 1888549"/>
                <a:gd name="connsiteY57" fmla="*/ 526733 h 775335"/>
                <a:gd name="connsiteX58" fmla="*/ 481728 w 1888549"/>
                <a:gd name="connsiteY58" fmla="*/ 526733 h 775335"/>
                <a:gd name="connsiteX59" fmla="*/ 652224 w 1888549"/>
                <a:gd name="connsiteY59" fmla="*/ 356235 h 775335"/>
                <a:gd name="connsiteX60" fmla="*/ 917972 w 1888549"/>
                <a:gd name="connsiteY60" fmla="*/ 356235 h 775335"/>
                <a:gd name="connsiteX61" fmla="*/ 982448 w 1888549"/>
                <a:gd name="connsiteY61" fmla="*/ 292418 h 775335"/>
                <a:gd name="connsiteX62" fmla="*/ 487443 w 1888549"/>
                <a:gd name="connsiteY62" fmla="*/ 292418 h 775335"/>
                <a:gd name="connsiteX63" fmla="*/ 137060 w 1888549"/>
                <a:gd name="connsiteY63" fmla="*/ 470305 h 775335"/>
                <a:gd name="connsiteX64" fmla="*/ 132160 w 1888549"/>
                <a:gd name="connsiteY64" fmla="*/ 482917 h 775335"/>
                <a:gd name="connsiteX65" fmla="*/ 115968 w 1888549"/>
                <a:gd name="connsiteY65" fmla="*/ 489585 h 775335"/>
                <a:gd name="connsiteX66" fmla="*/ 99775 w 1888549"/>
                <a:gd name="connsiteY66" fmla="*/ 482917 h 775335"/>
                <a:gd name="connsiteX67" fmla="*/ 99775 w 1888549"/>
                <a:gd name="connsiteY67" fmla="*/ 450532 h 775335"/>
                <a:gd name="connsiteX68" fmla="*/ 115968 w 1888549"/>
                <a:gd name="connsiteY68" fmla="*/ 443865 h 775335"/>
                <a:gd name="connsiteX69" fmla="*/ 125063 w 1888549"/>
                <a:gd name="connsiteY69" fmla="*/ 447610 h 775335"/>
                <a:gd name="connsiteX70" fmla="*/ 479823 w 1888549"/>
                <a:gd name="connsiteY70" fmla="*/ 266700 h 775335"/>
                <a:gd name="connsiteX71" fmla="*/ 1008431 w 1888549"/>
                <a:gd name="connsiteY71" fmla="*/ 266700 h 775335"/>
                <a:gd name="connsiteX72" fmla="*/ 1011317 w 1888549"/>
                <a:gd name="connsiteY72" fmla="*/ 263843 h 775335"/>
                <a:gd name="connsiteX73" fmla="*/ 1014174 w 1888549"/>
                <a:gd name="connsiteY73" fmla="*/ 266700 h 775335"/>
                <a:gd name="connsiteX74" fmla="*/ 1084660 w 1888549"/>
                <a:gd name="connsiteY74" fmla="*/ 266700 h 775335"/>
                <a:gd name="connsiteX75" fmla="*/ 1136151 w 1888549"/>
                <a:gd name="connsiteY75" fmla="*/ 329508 h 775335"/>
                <a:gd name="connsiteX76" fmla="*/ 1137999 w 1888549"/>
                <a:gd name="connsiteY76" fmla="*/ 327660 h 775335"/>
                <a:gd name="connsiteX77" fmla="*/ 1157049 w 1888549"/>
                <a:gd name="connsiteY77" fmla="*/ 346710 h 775335"/>
                <a:gd name="connsiteX78" fmla="*/ 1153297 w 1888549"/>
                <a:gd name="connsiteY78" fmla="*/ 350423 h 775335"/>
                <a:gd name="connsiteX79" fmla="*/ 1171338 w 1888549"/>
                <a:gd name="connsiteY79" fmla="*/ 372428 h 775335"/>
                <a:gd name="connsiteX80" fmla="*/ 1413273 w 1888549"/>
                <a:gd name="connsiteY80" fmla="*/ 372428 h 775335"/>
                <a:gd name="connsiteX81" fmla="*/ 1261825 w 1888549"/>
                <a:gd name="connsiteY81" fmla="*/ 220980 h 775335"/>
                <a:gd name="connsiteX82" fmla="*/ 876549 w 1888549"/>
                <a:gd name="connsiteY82" fmla="*/ 220980 h 775335"/>
                <a:gd name="connsiteX83" fmla="*/ 874990 w 1888549"/>
                <a:gd name="connsiteY83" fmla="*/ 224672 h 775335"/>
                <a:gd name="connsiteX84" fmla="*/ 858917 w 1888549"/>
                <a:gd name="connsiteY84" fmla="*/ 231458 h 775335"/>
                <a:gd name="connsiteX85" fmla="*/ 836057 w 1888549"/>
                <a:gd name="connsiteY85" fmla="*/ 208598 h 775335"/>
                <a:gd name="connsiteX86" fmla="*/ 858917 w 1888549"/>
                <a:gd name="connsiteY86" fmla="*/ 185738 h 775335"/>
                <a:gd name="connsiteX87" fmla="*/ 271226 w 1888549"/>
                <a:gd name="connsiteY87" fmla="*/ 0 h 775335"/>
                <a:gd name="connsiteX88" fmla="*/ 287390 w 1888549"/>
                <a:gd name="connsiteY88" fmla="*/ 6695 h 775335"/>
                <a:gd name="connsiteX89" fmla="*/ 288562 w 1888549"/>
                <a:gd name="connsiteY89" fmla="*/ 9525 h 775335"/>
                <a:gd name="connsiteX90" fmla="*/ 369333 w 1888549"/>
                <a:gd name="connsiteY90" fmla="*/ 9525 h 775335"/>
                <a:gd name="connsiteX91" fmla="*/ 489348 w 1888549"/>
                <a:gd name="connsiteY91" fmla="*/ 130492 h 775335"/>
                <a:gd name="connsiteX92" fmla="*/ 1072278 w 1888549"/>
                <a:gd name="connsiteY92" fmla="*/ 130492 h 775335"/>
                <a:gd name="connsiteX93" fmla="*/ 1139905 w 1888549"/>
                <a:gd name="connsiteY93" fmla="*/ 23812 h 775335"/>
                <a:gd name="connsiteX94" fmla="*/ 1284828 w 1888549"/>
                <a:gd name="connsiteY94" fmla="*/ 23812 h 775335"/>
                <a:gd name="connsiteX95" fmla="*/ 1287542 w 1888549"/>
                <a:gd name="connsiteY95" fmla="*/ 20955 h 775335"/>
                <a:gd name="connsiteX96" fmla="*/ 1290384 w 1888549"/>
                <a:gd name="connsiteY96" fmla="*/ 23812 h 775335"/>
                <a:gd name="connsiteX97" fmla="*/ 1553289 w 1888549"/>
                <a:gd name="connsiteY97" fmla="*/ 23812 h 775335"/>
                <a:gd name="connsiteX98" fmla="*/ 1612344 w 1888549"/>
                <a:gd name="connsiteY98" fmla="*/ 131445 h 775335"/>
                <a:gd name="connsiteX99" fmla="*/ 1888549 w 1888549"/>
                <a:gd name="connsiteY99" fmla="*/ 131445 h 775335"/>
                <a:gd name="connsiteX100" fmla="*/ 1888549 w 1888549"/>
                <a:gd name="connsiteY100" fmla="*/ 157162 h 775335"/>
                <a:gd name="connsiteX101" fmla="*/ 1598058 w 1888549"/>
                <a:gd name="connsiteY101" fmla="*/ 157162 h 775335"/>
                <a:gd name="connsiteX102" fmla="*/ 1539002 w 1888549"/>
                <a:gd name="connsiteY102" fmla="*/ 50482 h 775335"/>
                <a:gd name="connsiteX103" fmla="*/ 1316918 w 1888549"/>
                <a:gd name="connsiteY103" fmla="*/ 50482 h 775335"/>
                <a:gd name="connsiteX104" fmla="*/ 1472327 w 1888549"/>
                <a:gd name="connsiteY104" fmla="*/ 206692 h 775335"/>
                <a:gd name="connsiteX105" fmla="*/ 1888549 w 1888549"/>
                <a:gd name="connsiteY105" fmla="*/ 206692 h 775335"/>
                <a:gd name="connsiteX106" fmla="*/ 1888549 w 1888549"/>
                <a:gd name="connsiteY106" fmla="*/ 233054 h 775335"/>
                <a:gd name="connsiteX107" fmla="*/ 1461850 w 1888549"/>
                <a:gd name="connsiteY107" fmla="*/ 232410 h 775335"/>
                <a:gd name="connsiteX108" fmla="*/ 1279922 w 1888549"/>
                <a:gd name="connsiteY108" fmla="*/ 50482 h 775335"/>
                <a:gd name="connsiteX109" fmla="*/ 1153240 w 1888549"/>
                <a:gd name="connsiteY109" fmla="*/ 50482 h 775335"/>
                <a:gd name="connsiteX110" fmla="*/ 1085613 w 1888549"/>
                <a:gd name="connsiteY110" fmla="*/ 156210 h 775335"/>
                <a:gd name="connsiteX111" fmla="*/ 478870 w 1888549"/>
                <a:gd name="connsiteY111" fmla="*/ 156210 h 775335"/>
                <a:gd name="connsiteX112" fmla="*/ 357903 w 1888549"/>
                <a:gd name="connsiteY112" fmla="*/ 36195 h 775335"/>
                <a:gd name="connsiteX113" fmla="*/ 288562 w 1888549"/>
                <a:gd name="connsiteY113" fmla="*/ 36195 h 775335"/>
                <a:gd name="connsiteX114" fmla="*/ 287390 w 1888549"/>
                <a:gd name="connsiteY114" fmla="*/ 39024 h 775335"/>
                <a:gd name="connsiteX115" fmla="*/ 271226 w 1888549"/>
                <a:gd name="connsiteY115" fmla="*/ 45720 h 775335"/>
                <a:gd name="connsiteX116" fmla="*/ 248366 w 1888549"/>
                <a:gd name="connsiteY116" fmla="*/ 22860 h 775335"/>
                <a:gd name="connsiteX117" fmla="*/ 271226 w 1888549"/>
                <a:gd name="connsiteY117" fmla="*/ 0 h 775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1888549" h="775335">
                  <a:moveTo>
                    <a:pt x="858917" y="185738"/>
                  </a:moveTo>
                  <a:cubicBezTo>
                    <a:pt x="865108" y="185738"/>
                    <a:pt x="870823" y="188357"/>
                    <a:pt x="874990" y="192525"/>
                  </a:cubicBezTo>
                  <a:lnTo>
                    <a:pt x="876147" y="195263"/>
                  </a:lnTo>
                  <a:lnTo>
                    <a:pt x="1272302" y="195263"/>
                  </a:lnTo>
                  <a:lnTo>
                    <a:pt x="1449467" y="372428"/>
                  </a:lnTo>
                  <a:lnTo>
                    <a:pt x="1529477" y="372428"/>
                  </a:lnTo>
                  <a:lnTo>
                    <a:pt x="1598058" y="265748"/>
                  </a:lnTo>
                  <a:lnTo>
                    <a:pt x="1790447" y="265748"/>
                  </a:lnTo>
                  <a:lnTo>
                    <a:pt x="1793319" y="262890"/>
                  </a:lnTo>
                  <a:lnTo>
                    <a:pt x="1796177" y="265748"/>
                  </a:lnTo>
                  <a:lnTo>
                    <a:pt x="1888549" y="265748"/>
                  </a:lnTo>
                  <a:lnTo>
                    <a:pt x="1888549" y="291465"/>
                  </a:lnTo>
                  <a:lnTo>
                    <a:pt x="1800989" y="291465"/>
                  </a:lnTo>
                  <a:lnTo>
                    <a:pt x="1614249" y="479107"/>
                  </a:lnTo>
                  <a:lnTo>
                    <a:pt x="1321832" y="479107"/>
                  </a:lnTo>
                  <a:lnTo>
                    <a:pt x="1088382" y="747795"/>
                  </a:lnTo>
                  <a:lnTo>
                    <a:pt x="1090137" y="752118"/>
                  </a:lnTo>
                  <a:cubicBezTo>
                    <a:pt x="1090137" y="757952"/>
                    <a:pt x="1087994" y="763905"/>
                    <a:pt x="1083707" y="768667"/>
                  </a:cubicBezTo>
                  <a:cubicBezTo>
                    <a:pt x="1078946" y="773430"/>
                    <a:pt x="1073230" y="775335"/>
                    <a:pt x="1067515" y="775335"/>
                  </a:cubicBezTo>
                  <a:cubicBezTo>
                    <a:pt x="1061801" y="775335"/>
                    <a:pt x="1056085" y="773430"/>
                    <a:pt x="1051323" y="768667"/>
                  </a:cubicBezTo>
                  <a:cubicBezTo>
                    <a:pt x="1046561" y="764857"/>
                    <a:pt x="1044655" y="759142"/>
                    <a:pt x="1044655" y="752475"/>
                  </a:cubicBezTo>
                  <a:cubicBezTo>
                    <a:pt x="1044655" y="746760"/>
                    <a:pt x="1046561" y="741045"/>
                    <a:pt x="1051323" y="736282"/>
                  </a:cubicBezTo>
                  <a:cubicBezTo>
                    <a:pt x="1055133" y="732472"/>
                    <a:pt x="1060848" y="729615"/>
                    <a:pt x="1067515" y="729615"/>
                  </a:cubicBezTo>
                  <a:lnTo>
                    <a:pt x="1069567" y="730460"/>
                  </a:lnTo>
                  <a:lnTo>
                    <a:pt x="1310402" y="452437"/>
                  </a:lnTo>
                  <a:lnTo>
                    <a:pt x="1602819" y="452437"/>
                  </a:lnTo>
                  <a:lnTo>
                    <a:pt x="1764600" y="291465"/>
                  </a:lnTo>
                  <a:lnTo>
                    <a:pt x="1611392" y="291465"/>
                  </a:lnTo>
                  <a:lnTo>
                    <a:pt x="1542813" y="398145"/>
                  </a:lnTo>
                  <a:lnTo>
                    <a:pt x="1442800" y="398145"/>
                  </a:lnTo>
                  <a:lnTo>
                    <a:pt x="1440895" y="400050"/>
                  </a:lnTo>
                  <a:lnTo>
                    <a:pt x="1438990" y="398145"/>
                  </a:lnTo>
                  <a:lnTo>
                    <a:pt x="1159908" y="398145"/>
                  </a:lnTo>
                  <a:lnTo>
                    <a:pt x="1135200" y="368334"/>
                  </a:lnTo>
                  <a:lnTo>
                    <a:pt x="1064657" y="438150"/>
                  </a:lnTo>
                  <a:lnTo>
                    <a:pt x="814637" y="438150"/>
                  </a:lnTo>
                  <a:lnTo>
                    <a:pt x="813078" y="441842"/>
                  </a:lnTo>
                  <a:cubicBezTo>
                    <a:pt x="808911" y="446009"/>
                    <a:pt x="803196" y="448628"/>
                    <a:pt x="797005" y="448628"/>
                  </a:cubicBezTo>
                  <a:cubicBezTo>
                    <a:pt x="784622" y="448628"/>
                    <a:pt x="774145" y="438150"/>
                    <a:pt x="774145" y="425768"/>
                  </a:cubicBezTo>
                  <a:cubicBezTo>
                    <a:pt x="774145" y="413385"/>
                    <a:pt x="784622" y="402908"/>
                    <a:pt x="797005" y="402908"/>
                  </a:cubicBezTo>
                  <a:cubicBezTo>
                    <a:pt x="803196" y="402908"/>
                    <a:pt x="808911" y="405527"/>
                    <a:pt x="813078" y="409695"/>
                  </a:cubicBezTo>
                  <a:lnTo>
                    <a:pt x="814234" y="412432"/>
                  </a:lnTo>
                  <a:lnTo>
                    <a:pt x="1053227" y="412432"/>
                  </a:lnTo>
                  <a:lnTo>
                    <a:pt x="1118035" y="347625"/>
                  </a:lnTo>
                  <a:lnTo>
                    <a:pt x="1072278" y="292418"/>
                  </a:lnTo>
                  <a:lnTo>
                    <a:pt x="1019035" y="292418"/>
                  </a:lnTo>
                  <a:lnTo>
                    <a:pt x="929403" y="382905"/>
                  </a:lnTo>
                  <a:lnTo>
                    <a:pt x="662702" y="382905"/>
                  </a:lnTo>
                  <a:lnTo>
                    <a:pt x="493157" y="552450"/>
                  </a:lnTo>
                  <a:lnTo>
                    <a:pt x="321708" y="552450"/>
                  </a:lnTo>
                  <a:lnTo>
                    <a:pt x="43766" y="694962"/>
                  </a:lnTo>
                  <a:lnTo>
                    <a:pt x="38814" y="707707"/>
                  </a:lnTo>
                  <a:cubicBezTo>
                    <a:pt x="34052" y="711517"/>
                    <a:pt x="28337" y="714375"/>
                    <a:pt x="22622" y="714375"/>
                  </a:cubicBezTo>
                  <a:cubicBezTo>
                    <a:pt x="16907" y="714375"/>
                    <a:pt x="11192" y="712470"/>
                    <a:pt x="6429" y="707707"/>
                  </a:cubicBezTo>
                  <a:cubicBezTo>
                    <a:pt x="-2143" y="699135"/>
                    <a:pt x="-2143" y="684847"/>
                    <a:pt x="6429" y="675322"/>
                  </a:cubicBezTo>
                  <a:cubicBezTo>
                    <a:pt x="10239" y="670560"/>
                    <a:pt x="15954" y="668655"/>
                    <a:pt x="22622" y="668655"/>
                  </a:cubicBezTo>
                  <a:lnTo>
                    <a:pt x="31555" y="672333"/>
                  </a:lnTo>
                  <a:lnTo>
                    <a:pt x="314088" y="526733"/>
                  </a:lnTo>
                  <a:lnTo>
                    <a:pt x="481728" y="526733"/>
                  </a:lnTo>
                  <a:lnTo>
                    <a:pt x="652224" y="356235"/>
                  </a:lnTo>
                  <a:lnTo>
                    <a:pt x="917972" y="356235"/>
                  </a:lnTo>
                  <a:lnTo>
                    <a:pt x="982448" y="292418"/>
                  </a:lnTo>
                  <a:lnTo>
                    <a:pt x="487443" y="292418"/>
                  </a:lnTo>
                  <a:lnTo>
                    <a:pt x="137060" y="470305"/>
                  </a:lnTo>
                  <a:lnTo>
                    <a:pt x="132160" y="482917"/>
                  </a:lnTo>
                  <a:cubicBezTo>
                    <a:pt x="127398" y="486727"/>
                    <a:pt x="121683" y="489585"/>
                    <a:pt x="115968" y="489585"/>
                  </a:cubicBezTo>
                  <a:cubicBezTo>
                    <a:pt x="110253" y="489585"/>
                    <a:pt x="104538" y="487680"/>
                    <a:pt x="99775" y="482917"/>
                  </a:cubicBezTo>
                  <a:cubicBezTo>
                    <a:pt x="91203" y="474345"/>
                    <a:pt x="91203" y="460057"/>
                    <a:pt x="99775" y="450532"/>
                  </a:cubicBezTo>
                  <a:cubicBezTo>
                    <a:pt x="104538" y="445770"/>
                    <a:pt x="109300" y="443865"/>
                    <a:pt x="115968" y="443865"/>
                  </a:cubicBezTo>
                  <a:lnTo>
                    <a:pt x="125063" y="447610"/>
                  </a:lnTo>
                  <a:lnTo>
                    <a:pt x="479823" y="266700"/>
                  </a:lnTo>
                  <a:lnTo>
                    <a:pt x="1008431" y="266700"/>
                  </a:lnTo>
                  <a:lnTo>
                    <a:pt x="1011317" y="263843"/>
                  </a:lnTo>
                  <a:lnTo>
                    <a:pt x="1014174" y="266700"/>
                  </a:lnTo>
                  <a:lnTo>
                    <a:pt x="1084660" y="266700"/>
                  </a:lnTo>
                  <a:lnTo>
                    <a:pt x="1136151" y="329508"/>
                  </a:lnTo>
                  <a:lnTo>
                    <a:pt x="1137999" y="327660"/>
                  </a:lnTo>
                  <a:lnTo>
                    <a:pt x="1157049" y="346710"/>
                  </a:lnTo>
                  <a:lnTo>
                    <a:pt x="1153297" y="350423"/>
                  </a:lnTo>
                  <a:lnTo>
                    <a:pt x="1171338" y="372428"/>
                  </a:lnTo>
                  <a:lnTo>
                    <a:pt x="1413273" y="372428"/>
                  </a:lnTo>
                  <a:lnTo>
                    <a:pt x="1261825" y="220980"/>
                  </a:lnTo>
                  <a:lnTo>
                    <a:pt x="876549" y="220980"/>
                  </a:lnTo>
                  <a:lnTo>
                    <a:pt x="874990" y="224672"/>
                  </a:lnTo>
                  <a:cubicBezTo>
                    <a:pt x="870823" y="228839"/>
                    <a:pt x="865108" y="231458"/>
                    <a:pt x="858917" y="231458"/>
                  </a:cubicBezTo>
                  <a:cubicBezTo>
                    <a:pt x="846534" y="231458"/>
                    <a:pt x="836057" y="220980"/>
                    <a:pt x="836057" y="208598"/>
                  </a:cubicBezTo>
                  <a:cubicBezTo>
                    <a:pt x="836057" y="196215"/>
                    <a:pt x="846534" y="185738"/>
                    <a:pt x="858917" y="185738"/>
                  </a:cubicBezTo>
                  <a:close/>
                  <a:moveTo>
                    <a:pt x="271226" y="0"/>
                  </a:moveTo>
                  <a:cubicBezTo>
                    <a:pt x="277538" y="0"/>
                    <a:pt x="283253" y="2559"/>
                    <a:pt x="287390" y="6695"/>
                  </a:cubicBezTo>
                  <a:lnTo>
                    <a:pt x="288562" y="9525"/>
                  </a:lnTo>
                  <a:lnTo>
                    <a:pt x="369333" y="9525"/>
                  </a:lnTo>
                  <a:lnTo>
                    <a:pt x="489348" y="130492"/>
                  </a:lnTo>
                  <a:lnTo>
                    <a:pt x="1072278" y="130492"/>
                  </a:lnTo>
                  <a:lnTo>
                    <a:pt x="1139905" y="23812"/>
                  </a:lnTo>
                  <a:lnTo>
                    <a:pt x="1284828" y="23812"/>
                  </a:lnTo>
                  <a:lnTo>
                    <a:pt x="1287542" y="20955"/>
                  </a:lnTo>
                  <a:lnTo>
                    <a:pt x="1290384" y="23812"/>
                  </a:lnTo>
                  <a:lnTo>
                    <a:pt x="1553289" y="23812"/>
                  </a:lnTo>
                  <a:lnTo>
                    <a:pt x="1612344" y="131445"/>
                  </a:lnTo>
                  <a:lnTo>
                    <a:pt x="1888549" y="131445"/>
                  </a:lnTo>
                  <a:lnTo>
                    <a:pt x="1888549" y="157162"/>
                  </a:lnTo>
                  <a:lnTo>
                    <a:pt x="1598058" y="157162"/>
                  </a:lnTo>
                  <a:lnTo>
                    <a:pt x="1539002" y="50482"/>
                  </a:lnTo>
                  <a:lnTo>
                    <a:pt x="1316918" y="50482"/>
                  </a:lnTo>
                  <a:lnTo>
                    <a:pt x="1472327" y="206692"/>
                  </a:lnTo>
                  <a:lnTo>
                    <a:pt x="1888549" y="206692"/>
                  </a:lnTo>
                  <a:lnTo>
                    <a:pt x="1888549" y="233054"/>
                  </a:lnTo>
                  <a:lnTo>
                    <a:pt x="1461850" y="232410"/>
                  </a:lnTo>
                  <a:lnTo>
                    <a:pt x="1279922" y="50482"/>
                  </a:lnTo>
                  <a:lnTo>
                    <a:pt x="1153240" y="50482"/>
                  </a:lnTo>
                  <a:lnTo>
                    <a:pt x="1085613" y="156210"/>
                  </a:lnTo>
                  <a:lnTo>
                    <a:pt x="478870" y="156210"/>
                  </a:lnTo>
                  <a:lnTo>
                    <a:pt x="357903" y="36195"/>
                  </a:lnTo>
                  <a:lnTo>
                    <a:pt x="288562" y="36195"/>
                  </a:lnTo>
                  <a:lnTo>
                    <a:pt x="287390" y="39024"/>
                  </a:lnTo>
                  <a:cubicBezTo>
                    <a:pt x="283253" y="43161"/>
                    <a:pt x="277538" y="45720"/>
                    <a:pt x="271226" y="45720"/>
                  </a:cubicBezTo>
                  <a:cubicBezTo>
                    <a:pt x="258601" y="45720"/>
                    <a:pt x="248366" y="35485"/>
                    <a:pt x="248366" y="22860"/>
                  </a:cubicBezTo>
                  <a:cubicBezTo>
                    <a:pt x="248366" y="10235"/>
                    <a:pt x="258601" y="0"/>
                    <a:pt x="271226" y="0"/>
                  </a:cubicBezTo>
                  <a:close/>
                </a:path>
              </a:pathLst>
            </a:custGeom>
            <a:grpFill/>
            <a:ln w="9525" cap="flat">
              <a:noFill/>
              <a:prstDash val="solid"/>
              <a:miter/>
            </a:ln>
          </p:spPr>
          <p:txBody>
            <a:bodyPr rtlCol="0" anchor="ctr"/>
            <a:lstStyle/>
            <a:p>
              <a:endParaRPr lang="en-US" sz="2640"/>
            </a:p>
          </p:txBody>
        </p:sp>
        <p:grpSp>
          <p:nvGrpSpPr>
            <p:cNvPr id="27" name="Group 26">
              <a:extLst>
                <a:ext uri="{FF2B5EF4-FFF2-40B4-BE49-F238E27FC236}">
                  <a16:creationId xmlns:a16="http://schemas.microsoft.com/office/drawing/2014/main" id="{C063F75C-B007-4C84-A726-6FD9F1142FD3}"/>
                </a:ext>
              </a:extLst>
            </p:cNvPr>
            <p:cNvGrpSpPr/>
            <p:nvPr/>
          </p:nvGrpSpPr>
          <p:grpSpPr>
            <a:xfrm>
              <a:off x="4692156" y="989695"/>
              <a:ext cx="2795565" cy="3631621"/>
              <a:chOff x="1257518" y="2316205"/>
              <a:chExt cx="1389446" cy="1804981"/>
            </a:xfrm>
            <a:grpFill/>
          </p:grpSpPr>
          <p:sp>
            <p:nvSpPr>
              <p:cNvPr id="30" name="Graphic 2">
                <a:extLst>
                  <a:ext uri="{FF2B5EF4-FFF2-40B4-BE49-F238E27FC236}">
                    <a16:creationId xmlns:a16="http://schemas.microsoft.com/office/drawing/2014/main" id="{53607E6D-6378-4BDE-B751-A545DA5A88DF}"/>
                  </a:ext>
                </a:extLst>
              </p:cNvPr>
              <p:cNvSpPr/>
              <p:nvPr/>
            </p:nvSpPr>
            <p:spPr>
              <a:xfrm>
                <a:off x="1257518" y="2316205"/>
                <a:ext cx="1389446" cy="1804981"/>
              </a:xfrm>
              <a:custGeom>
                <a:avLst/>
                <a:gdLst>
                  <a:gd name="connsiteX0" fmla="*/ 198332 w 800100"/>
                  <a:gd name="connsiteY0" fmla="*/ 961703 h 962025"/>
                  <a:gd name="connsiteX1" fmla="*/ 646959 w 800100"/>
                  <a:gd name="connsiteY1" fmla="*/ 961703 h 962025"/>
                  <a:gd name="connsiteX2" fmla="*/ 610764 w 800100"/>
                  <a:gd name="connsiteY2" fmla="*/ 885503 h 962025"/>
                  <a:gd name="connsiteX3" fmla="*/ 686964 w 800100"/>
                  <a:gd name="connsiteY3" fmla="*/ 625471 h 962025"/>
                  <a:gd name="connsiteX4" fmla="*/ 786024 w 800100"/>
                  <a:gd name="connsiteY4" fmla="*/ 283523 h 962025"/>
                  <a:gd name="connsiteX5" fmla="*/ 359304 w 800100"/>
                  <a:gd name="connsiteY5" fmla="*/ 14918 h 962025"/>
                  <a:gd name="connsiteX6" fmla="*/ 124037 w 800100"/>
                  <a:gd name="connsiteY6" fmla="*/ 211133 h 962025"/>
                  <a:gd name="connsiteX7" fmla="*/ 116417 w 800100"/>
                  <a:gd name="connsiteY7" fmla="*/ 270188 h 962025"/>
                  <a:gd name="connsiteX8" fmla="*/ 59267 w 800100"/>
                  <a:gd name="connsiteY8" fmla="*/ 367343 h 962025"/>
                  <a:gd name="connsiteX9" fmla="*/ 13547 w 800100"/>
                  <a:gd name="connsiteY9" fmla="*/ 427351 h 962025"/>
                  <a:gd name="connsiteX10" fmla="*/ 24024 w 800100"/>
                  <a:gd name="connsiteY10" fmla="*/ 515933 h 962025"/>
                  <a:gd name="connsiteX11" fmla="*/ 63077 w 800100"/>
                  <a:gd name="connsiteY11" fmla="*/ 552128 h 962025"/>
                  <a:gd name="connsiteX12" fmla="*/ 18309 w 800100"/>
                  <a:gd name="connsiteY12" fmla="*/ 570226 h 962025"/>
                  <a:gd name="connsiteX13" fmla="*/ 30692 w 800100"/>
                  <a:gd name="connsiteY13" fmla="*/ 609278 h 962025"/>
                  <a:gd name="connsiteX14" fmla="*/ 29739 w 800100"/>
                  <a:gd name="connsiteY14" fmla="*/ 673096 h 962025"/>
                  <a:gd name="connsiteX15" fmla="*/ 85937 w 800100"/>
                  <a:gd name="connsiteY15" fmla="*/ 744533 h 962025"/>
                  <a:gd name="connsiteX16" fmla="*/ 225002 w 800100"/>
                  <a:gd name="connsiteY16" fmla="*/ 764536 h 962025"/>
                  <a:gd name="connsiteX17" fmla="*/ 198332 w 800100"/>
                  <a:gd name="connsiteY17" fmla="*/ 961703 h 962025"/>
                  <a:gd name="connsiteX0" fmla="*/ 173835 w 788240"/>
                  <a:gd name="connsiteY0" fmla="*/ 1023975 h 1023975"/>
                  <a:gd name="connsiteX1" fmla="*/ 639815 w 788240"/>
                  <a:gd name="connsiteY1" fmla="*/ 954560 h 1023975"/>
                  <a:gd name="connsiteX2" fmla="*/ 603620 w 788240"/>
                  <a:gd name="connsiteY2" fmla="*/ 878360 h 1023975"/>
                  <a:gd name="connsiteX3" fmla="*/ 679820 w 788240"/>
                  <a:gd name="connsiteY3" fmla="*/ 618328 h 1023975"/>
                  <a:gd name="connsiteX4" fmla="*/ 778880 w 788240"/>
                  <a:gd name="connsiteY4" fmla="*/ 276380 h 1023975"/>
                  <a:gd name="connsiteX5" fmla="*/ 352160 w 788240"/>
                  <a:gd name="connsiteY5" fmla="*/ 7775 h 1023975"/>
                  <a:gd name="connsiteX6" fmla="*/ 116893 w 788240"/>
                  <a:gd name="connsiteY6" fmla="*/ 203990 h 1023975"/>
                  <a:gd name="connsiteX7" fmla="*/ 109273 w 788240"/>
                  <a:gd name="connsiteY7" fmla="*/ 263045 h 1023975"/>
                  <a:gd name="connsiteX8" fmla="*/ 52123 w 788240"/>
                  <a:gd name="connsiteY8" fmla="*/ 360200 h 1023975"/>
                  <a:gd name="connsiteX9" fmla="*/ 6403 w 788240"/>
                  <a:gd name="connsiteY9" fmla="*/ 420208 h 1023975"/>
                  <a:gd name="connsiteX10" fmla="*/ 16880 w 788240"/>
                  <a:gd name="connsiteY10" fmla="*/ 508790 h 1023975"/>
                  <a:gd name="connsiteX11" fmla="*/ 55933 w 788240"/>
                  <a:gd name="connsiteY11" fmla="*/ 544985 h 1023975"/>
                  <a:gd name="connsiteX12" fmla="*/ 11165 w 788240"/>
                  <a:gd name="connsiteY12" fmla="*/ 563083 h 1023975"/>
                  <a:gd name="connsiteX13" fmla="*/ 23548 w 788240"/>
                  <a:gd name="connsiteY13" fmla="*/ 602135 h 1023975"/>
                  <a:gd name="connsiteX14" fmla="*/ 22595 w 788240"/>
                  <a:gd name="connsiteY14" fmla="*/ 665953 h 1023975"/>
                  <a:gd name="connsiteX15" fmla="*/ 78793 w 788240"/>
                  <a:gd name="connsiteY15" fmla="*/ 737390 h 1023975"/>
                  <a:gd name="connsiteX16" fmla="*/ 217858 w 788240"/>
                  <a:gd name="connsiteY16" fmla="*/ 757393 h 1023975"/>
                  <a:gd name="connsiteX17" fmla="*/ 173835 w 788240"/>
                  <a:gd name="connsiteY17" fmla="*/ 1023975 h 1023975"/>
                  <a:gd name="connsiteX0" fmla="*/ 173835 w 788240"/>
                  <a:gd name="connsiteY0" fmla="*/ 1023975 h 1028932"/>
                  <a:gd name="connsiteX1" fmla="*/ 654690 w 788240"/>
                  <a:gd name="connsiteY1" fmla="*/ 1028932 h 1028932"/>
                  <a:gd name="connsiteX2" fmla="*/ 603620 w 788240"/>
                  <a:gd name="connsiteY2" fmla="*/ 878360 h 1028932"/>
                  <a:gd name="connsiteX3" fmla="*/ 679820 w 788240"/>
                  <a:gd name="connsiteY3" fmla="*/ 618328 h 1028932"/>
                  <a:gd name="connsiteX4" fmla="*/ 778880 w 788240"/>
                  <a:gd name="connsiteY4" fmla="*/ 276380 h 1028932"/>
                  <a:gd name="connsiteX5" fmla="*/ 352160 w 788240"/>
                  <a:gd name="connsiteY5" fmla="*/ 7775 h 1028932"/>
                  <a:gd name="connsiteX6" fmla="*/ 116893 w 788240"/>
                  <a:gd name="connsiteY6" fmla="*/ 203990 h 1028932"/>
                  <a:gd name="connsiteX7" fmla="*/ 109273 w 788240"/>
                  <a:gd name="connsiteY7" fmla="*/ 263045 h 1028932"/>
                  <a:gd name="connsiteX8" fmla="*/ 52123 w 788240"/>
                  <a:gd name="connsiteY8" fmla="*/ 360200 h 1028932"/>
                  <a:gd name="connsiteX9" fmla="*/ 6403 w 788240"/>
                  <a:gd name="connsiteY9" fmla="*/ 420208 h 1028932"/>
                  <a:gd name="connsiteX10" fmla="*/ 16880 w 788240"/>
                  <a:gd name="connsiteY10" fmla="*/ 508790 h 1028932"/>
                  <a:gd name="connsiteX11" fmla="*/ 55933 w 788240"/>
                  <a:gd name="connsiteY11" fmla="*/ 544985 h 1028932"/>
                  <a:gd name="connsiteX12" fmla="*/ 11165 w 788240"/>
                  <a:gd name="connsiteY12" fmla="*/ 563083 h 1028932"/>
                  <a:gd name="connsiteX13" fmla="*/ 23548 w 788240"/>
                  <a:gd name="connsiteY13" fmla="*/ 602135 h 1028932"/>
                  <a:gd name="connsiteX14" fmla="*/ 22595 w 788240"/>
                  <a:gd name="connsiteY14" fmla="*/ 665953 h 1028932"/>
                  <a:gd name="connsiteX15" fmla="*/ 78793 w 788240"/>
                  <a:gd name="connsiteY15" fmla="*/ 737390 h 1028932"/>
                  <a:gd name="connsiteX16" fmla="*/ 217858 w 788240"/>
                  <a:gd name="connsiteY16" fmla="*/ 757393 h 1028932"/>
                  <a:gd name="connsiteX17" fmla="*/ 173835 w 788240"/>
                  <a:gd name="connsiteY17" fmla="*/ 1023975 h 1028932"/>
                  <a:gd name="connsiteX0" fmla="*/ 173835 w 788240"/>
                  <a:gd name="connsiteY0" fmla="*/ 1023975 h 1023975"/>
                  <a:gd name="connsiteX1" fmla="*/ 674523 w 788240"/>
                  <a:gd name="connsiteY1" fmla="*/ 1023974 h 1023975"/>
                  <a:gd name="connsiteX2" fmla="*/ 603620 w 788240"/>
                  <a:gd name="connsiteY2" fmla="*/ 878360 h 1023975"/>
                  <a:gd name="connsiteX3" fmla="*/ 679820 w 788240"/>
                  <a:gd name="connsiteY3" fmla="*/ 618328 h 1023975"/>
                  <a:gd name="connsiteX4" fmla="*/ 778880 w 788240"/>
                  <a:gd name="connsiteY4" fmla="*/ 276380 h 1023975"/>
                  <a:gd name="connsiteX5" fmla="*/ 352160 w 788240"/>
                  <a:gd name="connsiteY5" fmla="*/ 7775 h 1023975"/>
                  <a:gd name="connsiteX6" fmla="*/ 116893 w 788240"/>
                  <a:gd name="connsiteY6" fmla="*/ 203990 h 1023975"/>
                  <a:gd name="connsiteX7" fmla="*/ 109273 w 788240"/>
                  <a:gd name="connsiteY7" fmla="*/ 263045 h 1023975"/>
                  <a:gd name="connsiteX8" fmla="*/ 52123 w 788240"/>
                  <a:gd name="connsiteY8" fmla="*/ 360200 h 1023975"/>
                  <a:gd name="connsiteX9" fmla="*/ 6403 w 788240"/>
                  <a:gd name="connsiteY9" fmla="*/ 420208 h 1023975"/>
                  <a:gd name="connsiteX10" fmla="*/ 16880 w 788240"/>
                  <a:gd name="connsiteY10" fmla="*/ 508790 h 1023975"/>
                  <a:gd name="connsiteX11" fmla="*/ 55933 w 788240"/>
                  <a:gd name="connsiteY11" fmla="*/ 544985 h 1023975"/>
                  <a:gd name="connsiteX12" fmla="*/ 11165 w 788240"/>
                  <a:gd name="connsiteY12" fmla="*/ 563083 h 1023975"/>
                  <a:gd name="connsiteX13" fmla="*/ 23548 w 788240"/>
                  <a:gd name="connsiteY13" fmla="*/ 602135 h 1023975"/>
                  <a:gd name="connsiteX14" fmla="*/ 22595 w 788240"/>
                  <a:gd name="connsiteY14" fmla="*/ 665953 h 1023975"/>
                  <a:gd name="connsiteX15" fmla="*/ 78793 w 788240"/>
                  <a:gd name="connsiteY15" fmla="*/ 737390 h 1023975"/>
                  <a:gd name="connsiteX16" fmla="*/ 217858 w 788240"/>
                  <a:gd name="connsiteY16" fmla="*/ 757393 h 1023975"/>
                  <a:gd name="connsiteX17" fmla="*/ 173835 w 788240"/>
                  <a:gd name="connsiteY17" fmla="*/ 1023975 h 1023975"/>
                  <a:gd name="connsiteX0" fmla="*/ 173835 w 788240"/>
                  <a:gd name="connsiteY0" fmla="*/ 1023975 h 1023975"/>
                  <a:gd name="connsiteX1" fmla="*/ 679481 w 788240"/>
                  <a:gd name="connsiteY1" fmla="*/ 1014058 h 1023975"/>
                  <a:gd name="connsiteX2" fmla="*/ 603620 w 788240"/>
                  <a:gd name="connsiteY2" fmla="*/ 878360 h 1023975"/>
                  <a:gd name="connsiteX3" fmla="*/ 679820 w 788240"/>
                  <a:gd name="connsiteY3" fmla="*/ 618328 h 1023975"/>
                  <a:gd name="connsiteX4" fmla="*/ 778880 w 788240"/>
                  <a:gd name="connsiteY4" fmla="*/ 276380 h 1023975"/>
                  <a:gd name="connsiteX5" fmla="*/ 352160 w 788240"/>
                  <a:gd name="connsiteY5" fmla="*/ 7775 h 1023975"/>
                  <a:gd name="connsiteX6" fmla="*/ 116893 w 788240"/>
                  <a:gd name="connsiteY6" fmla="*/ 203990 h 1023975"/>
                  <a:gd name="connsiteX7" fmla="*/ 109273 w 788240"/>
                  <a:gd name="connsiteY7" fmla="*/ 263045 h 1023975"/>
                  <a:gd name="connsiteX8" fmla="*/ 52123 w 788240"/>
                  <a:gd name="connsiteY8" fmla="*/ 360200 h 1023975"/>
                  <a:gd name="connsiteX9" fmla="*/ 6403 w 788240"/>
                  <a:gd name="connsiteY9" fmla="*/ 420208 h 1023975"/>
                  <a:gd name="connsiteX10" fmla="*/ 16880 w 788240"/>
                  <a:gd name="connsiteY10" fmla="*/ 508790 h 1023975"/>
                  <a:gd name="connsiteX11" fmla="*/ 55933 w 788240"/>
                  <a:gd name="connsiteY11" fmla="*/ 544985 h 1023975"/>
                  <a:gd name="connsiteX12" fmla="*/ 11165 w 788240"/>
                  <a:gd name="connsiteY12" fmla="*/ 563083 h 1023975"/>
                  <a:gd name="connsiteX13" fmla="*/ 23548 w 788240"/>
                  <a:gd name="connsiteY13" fmla="*/ 602135 h 1023975"/>
                  <a:gd name="connsiteX14" fmla="*/ 22595 w 788240"/>
                  <a:gd name="connsiteY14" fmla="*/ 665953 h 1023975"/>
                  <a:gd name="connsiteX15" fmla="*/ 78793 w 788240"/>
                  <a:gd name="connsiteY15" fmla="*/ 737390 h 1023975"/>
                  <a:gd name="connsiteX16" fmla="*/ 217858 w 788240"/>
                  <a:gd name="connsiteY16" fmla="*/ 757393 h 1023975"/>
                  <a:gd name="connsiteX17" fmla="*/ 173835 w 788240"/>
                  <a:gd name="connsiteY17" fmla="*/ 1023975 h 1023975"/>
                  <a:gd name="connsiteX0" fmla="*/ 173835 w 788240"/>
                  <a:gd name="connsiteY0" fmla="*/ 1023975 h 1023975"/>
                  <a:gd name="connsiteX1" fmla="*/ 679481 w 788240"/>
                  <a:gd name="connsiteY1" fmla="*/ 1019016 h 1023975"/>
                  <a:gd name="connsiteX2" fmla="*/ 603620 w 788240"/>
                  <a:gd name="connsiteY2" fmla="*/ 878360 h 1023975"/>
                  <a:gd name="connsiteX3" fmla="*/ 679820 w 788240"/>
                  <a:gd name="connsiteY3" fmla="*/ 618328 h 1023975"/>
                  <a:gd name="connsiteX4" fmla="*/ 778880 w 788240"/>
                  <a:gd name="connsiteY4" fmla="*/ 276380 h 1023975"/>
                  <a:gd name="connsiteX5" fmla="*/ 352160 w 788240"/>
                  <a:gd name="connsiteY5" fmla="*/ 7775 h 1023975"/>
                  <a:gd name="connsiteX6" fmla="*/ 116893 w 788240"/>
                  <a:gd name="connsiteY6" fmla="*/ 203990 h 1023975"/>
                  <a:gd name="connsiteX7" fmla="*/ 109273 w 788240"/>
                  <a:gd name="connsiteY7" fmla="*/ 263045 h 1023975"/>
                  <a:gd name="connsiteX8" fmla="*/ 52123 w 788240"/>
                  <a:gd name="connsiteY8" fmla="*/ 360200 h 1023975"/>
                  <a:gd name="connsiteX9" fmla="*/ 6403 w 788240"/>
                  <a:gd name="connsiteY9" fmla="*/ 420208 h 1023975"/>
                  <a:gd name="connsiteX10" fmla="*/ 16880 w 788240"/>
                  <a:gd name="connsiteY10" fmla="*/ 508790 h 1023975"/>
                  <a:gd name="connsiteX11" fmla="*/ 55933 w 788240"/>
                  <a:gd name="connsiteY11" fmla="*/ 544985 h 1023975"/>
                  <a:gd name="connsiteX12" fmla="*/ 11165 w 788240"/>
                  <a:gd name="connsiteY12" fmla="*/ 563083 h 1023975"/>
                  <a:gd name="connsiteX13" fmla="*/ 23548 w 788240"/>
                  <a:gd name="connsiteY13" fmla="*/ 602135 h 1023975"/>
                  <a:gd name="connsiteX14" fmla="*/ 22595 w 788240"/>
                  <a:gd name="connsiteY14" fmla="*/ 665953 h 1023975"/>
                  <a:gd name="connsiteX15" fmla="*/ 78793 w 788240"/>
                  <a:gd name="connsiteY15" fmla="*/ 737390 h 1023975"/>
                  <a:gd name="connsiteX16" fmla="*/ 217858 w 788240"/>
                  <a:gd name="connsiteY16" fmla="*/ 757393 h 1023975"/>
                  <a:gd name="connsiteX17" fmla="*/ 173835 w 788240"/>
                  <a:gd name="connsiteY17" fmla="*/ 1023975 h 1023975"/>
                  <a:gd name="connsiteX0" fmla="*/ 173835 w 788240"/>
                  <a:gd name="connsiteY0" fmla="*/ 1023975 h 1023975"/>
                  <a:gd name="connsiteX1" fmla="*/ 679481 w 788240"/>
                  <a:gd name="connsiteY1" fmla="*/ 1021495 h 1023975"/>
                  <a:gd name="connsiteX2" fmla="*/ 603620 w 788240"/>
                  <a:gd name="connsiteY2" fmla="*/ 878360 h 1023975"/>
                  <a:gd name="connsiteX3" fmla="*/ 679820 w 788240"/>
                  <a:gd name="connsiteY3" fmla="*/ 618328 h 1023975"/>
                  <a:gd name="connsiteX4" fmla="*/ 778880 w 788240"/>
                  <a:gd name="connsiteY4" fmla="*/ 276380 h 1023975"/>
                  <a:gd name="connsiteX5" fmla="*/ 352160 w 788240"/>
                  <a:gd name="connsiteY5" fmla="*/ 7775 h 1023975"/>
                  <a:gd name="connsiteX6" fmla="*/ 116893 w 788240"/>
                  <a:gd name="connsiteY6" fmla="*/ 203990 h 1023975"/>
                  <a:gd name="connsiteX7" fmla="*/ 109273 w 788240"/>
                  <a:gd name="connsiteY7" fmla="*/ 263045 h 1023975"/>
                  <a:gd name="connsiteX8" fmla="*/ 52123 w 788240"/>
                  <a:gd name="connsiteY8" fmla="*/ 360200 h 1023975"/>
                  <a:gd name="connsiteX9" fmla="*/ 6403 w 788240"/>
                  <a:gd name="connsiteY9" fmla="*/ 420208 h 1023975"/>
                  <a:gd name="connsiteX10" fmla="*/ 16880 w 788240"/>
                  <a:gd name="connsiteY10" fmla="*/ 508790 h 1023975"/>
                  <a:gd name="connsiteX11" fmla="*/ 55933 w 788240"/>
                  <a:gd name="connsiteY11" fmla="*/ 544985 h 1023975"/>
                  <a:gd name="connsiteX12" fmla="*/ 11165 w 788240"/>
                  <a:gd name="connsiteY12" fmla="*/ 563083 h 1023975"/>
                  <a:gd name="connsiteX13" fmla="*/ 23548 w 788240"/>
                  <a:gd name="connsiteY13" fmla="*/ 602135 h 1023975"/>
                  <a:gd name="connsiteX14" fmla="*/ 22595 w 788240"/>
                  <a:gd name="connsiteY14" fmla="*/ 665953 h 1023975"/>
                  <a:gd name="connsiteX15" fmla="*/ 78793 w 788240"/>
                  <a:gd name="connsiteY15" fmla="*/ 737390 h 1023975"/>
                  <a:gd name="connsiteX16" fmla="*/ 217858 w 788240"/>
                  <a:gd name="connsiteY16" fmla="*/ 757393 h 1023975"/>
                  <a:gd name="connsiteX17" fmla="*/ 173835 w 788240"/>
                  <a:gd name="connsiteY17" fmla="*/ 1023975 h 1023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88240" h="1023975">
                    <a:moveTo>
                      <a:pt x="173835" y="1023975"/>
                    </a:moveTo>
                    <a:lnTo>
                      <a:pt x="679481" y="1021495"/>
                    </a:lnTo>
                    <a:cubicBezTo>
                      <a:pt x="666146" y="995778"/>
                      <a:pt x="612193" y="896458"/>
                      <a:pt x="603620" y="878360"/>
                    </a:cubicBezTo>
                    <a:cubicBezTo>
                      <a:pt x="579808" y="822163"/>
                      <a:pt x="596953" y="699290"/>
                      <a:pt x="679820" y="618328"/>
                    </a:cubicBezTo>
                    <a:cubicBezTo>
                      <a:pt x="758878" y="541175"/>
                      <a:pt x="810313" y="391633"/>
                      <a:pt x="778880" y="276380"/>
                    </a:cubicBezTo>
                    <a:cubicBezTo>
                      <a:pt x="727445" y="85880"/>
                      <a:pt x="555995" y="-32230"/>
                      <a:pt x="352160" y="7775"/>
                    </a:cubicBezTo>
                    <a:cubicBezTo>
                      <a:pt x="352160" y="7775"/>
                      <a:pt x="175948" y="29683"/>
                      <a:pt x="116893" y="203990"/>
                    </a:cubicBezTo>
                    <a:cubicBezTo>
                      <a:pt x="116893" y="203990"/>
                      <a:pt x="107368" y="229708"/>
                      <a:pt x="109273" y="263045"/>
                    </a:cubicBezTo>
                    <a:cubicBezTo>
                      <a:pt x="114035" y="316385"/>
                      <a:pt x="75935" y="347818"/>
                      <a:pt x="52123" y="360200"/>
                    </a:cubicBezTo>
                    <a:cubicBezTo>
                      <a:pt x="27358" y="373535"/>
                      <a:pt x="-16457" y="395443"/>
                      <a:pt x="6403" y="420208"/>
                    </a:cubicBezTo>
                    <a:cubicBezTo>
                      <a:pt x="34025" y="450688"/>
                      <a:pt x="32120" y="489740"/>
                      <a:pt x="16880" y="508790"/>
                    </a:cubicBezTo>
                    <a:cubicBezTo>
                      <a:pt x="-2170" y="531650"/>
                      <a:pt x="53075" y="532603"/>
                      <a:pt x="55933" y="544985"/>
                    </a:cubicBezTo>
                    <a:cubicBezTo>
                      <a:pt x="58790" y="558320"/>
                      <a:pt x="14975" y="547843"/>
                      <a:pt x="11165" y="563083"/>
                    </a:cubicBezTo>
                    <a:cubicBezTo>
                      <a:pt x="7355" y="579275"/>
                      <a:pt x="19738" y="583085"/>
                      <a:pt x="23548" y="602135"/>
                    </a:cubicBezTo>
                    <a:cubicBezTo>
                      <a:pt x="27358" y="621185"/>
                      <a:pt x="24500" y="656428"/>
                      <a:pt x="22595" y="665953"/>
                    </a:cubicBezTo>
                    <a:cubicBezTo>
                      <a:pt x="20690" y="675478"/>
                      <a:pt x="26405" y="732628"/>
                      <a:pt x="78793" y="737390"/>
                    </a:cubicBezTo>
                    <a:cubicBezTo>
                      <a:pt x="131180" y="742153"/>
                      <a:pt x="196903" y="731675"/>
                      <a:pt x="217858" y="757393"/>
                    </a:cubicBezTo>
                    <a:cubicBezTo>
                      <a:pt x="236908" y="783110"/>
                      <a:pt x="197647" y="952538"/>
                      <a:pt x="173835" y="1023975"/>
                    </a:cubicBezTo>
                    <a:close/>
                  </a:path>
                </a:pathLst>
              </a:custGeom>
              <a:grpFill/>
              <a:ln w="9525" cap="flat">
                <a:noFill/>
                <a:prstDash val="solid"/>
                <a:miter/>
              </a:ln>
              <a:effectLst>
                <a:outerShdw blurRad="50800" dist="38100" dir="8100000" algn="tr" rotWithShape="0">
                  <a:prstClr val="black">
                    <a:alpha val="40000"/>
                  </a:prstClr>
                </a:outerShdw>
              </a:effectLst>
            </p:spPr>
            <p:txBody>
              <a:bodyPr rtlCol="0" anchor="ctr"/>
              <a:lstStyle/>
              <a:p>
                <a:endParaRPr lang="en-US" sz="2640" dirty="0"/>
              </a:p>
            </p:txBody>
          </p:sp>
          <p:sp>
            <p:nvSpPr>
              <p:cNvPr id="32" name="Graphic 4">
                <a:extLst>
                  <a:ext uri="{FF2B5EF4-FFF2-40B4-BE49-F238E27FC236}">
                    <a16:creationId xmlns:a16="http://schemas.microsoft.com/office/drawing/2014/main" id="{2B5061AC-DE7E-4E3E-8F68-6F4C9C14FBA6}"/>
                  </a:ext>
                </a:extLst>
              </p:cNvPr>
              <p:cNvSpPr/>
              <p:nvPr/>
            </p:nvSpPr>
            <p:spPr>
              <a:xfrm>
                <a:off x="1684786" y="2516290"/>
                <a:ext cx="702035" cy="687994"/>
              </a:xfrm>
              <a:custGeom>
                <a:avLst/>
                <a:gdLst>
                  <a:gd name="connsiteX0" fmla="*/ 462439 w 476250"/>
                  <a:gd name="connsiteY0" fmla="*/ 160496 h 466725"/>
                  <a:gd name="connsiteX1" fmla="*/ 469106 w 476250"/>
                  <a:gd name="connsiteY1" fmla="*/ 153829 h 466725"/>
                  <a:gd name="connsiteX2" fmla="*/ 469106 w 476250"/>
                  <a:gd name="connsiteY2" fmla="*/ 149066 h 466725"/>
                  <a:gd name="connsiteX3" fmla="*/ 462439 w 476250"/>
                  <a:gd name="connsiteY3" fmla="*/ 142399 h 466725"/>
                  <a:gd name="connsiteX4" fmla="*/ 415766 w 476250"/>
                  <a:gd name="connsiteY4" fmla="*/ 142399 h 466725"/>
                  <a:gd name="connsiteX5" fmla="*/ 415766 w 476250"/>
                  <a:gd name="connsiteY5" fmla="*/ 93821 h 466725"/>
                  <a:gd name="connsiteX6" fmla="*/ 391954 w 476250"/>
                  <a:gd name="connsiteY6" fmla="*/ 70009 h 466725"/>
                  <a:gd name="connsiteX7" fmla="*/ 333851 w 476250"/>
                  <a:gd name="connsiteY7" fmla="*/ 70009 h 466725"/>
                  <a:gd name="connsiteX8" fmla="*/ 333851 w 476250"/>
                  <a:gd name="connsiteY8" fmla="*/ 13811 h 466725"/>
                  <a:gd name="connsiteX9" fmla="*/ 327184 w 476250"/>
                  <a:gd name="connsiteY9" fmla="*/ 7144 h 466725"/>
                  <a:gd name="connsiteX10" fmla="*/ 322421 w 476250"/>
                  <a:gd name="connsiteY10" fmla="*/ 7144 h 466725"/>
                  <a:gd name="connsiteX11" fmla="*/ 315754 w 476250"/>
                  <a:gd name="connsiteY11" fmla="*/ 13811 h 466725"/>
                  <a:gd name="connsiteX12" fmla="*/ 315754 w 476250"/>
                  <a:gd name="connsiteY12" fmla="*/ 70009 h 466725"/>
                  <a:gd name="connsiteX13" fmla="*/ 290989 w 476250"/>
                  <a:gd name="connsiteY13" fmla="*/ 70009 h 466725"/>
                  <a:gd name="connsiteX14" fmla="*/ 290989 w 476250"/>
                  <a:gd name="connsiteY14" fmla="*/ 13811 h 466725"/>
                  <a:gd name="connsiteX15" fmla="*/ 283369 w 476250"/>
                  <a:gd name="connsiteY15" fmla="*/ 7144 h 466725"/>
                  <a:gd name="connsiteX16" fmla="*/ 278606 w 476250"/>
                  <a:gd name="connsiteY16" fmla="*/ 7144 h 466725"/>
                  <a:gd name="connsiteX17" fmla="*/ 271939 w 476250"/>
                  <a:gd name="connsiteY17" fmla="*/ 13811 h 466725"/>
                  <a:gd name="connsiteX18" fmla="*/ 271939 w 476250"/>
                  <a:gd name="connsiteY18" fmla="*/ 70009 h 466725"/>
                  <a:gd name="connsiteX19" fmla="*/ 247174 w 476250"/>
                  <a:gd name="connsiteY19" fmla="*/ 70009 h 466725"/>
                  <a:gd name="connsiteX20" fmla="*/ 247174 w 476250"/>
                  <a:gd name="connsiteY20" fmla="*/ 13811 h 466725"/>
                  <a:gd name="connsiteX21" fmla="*/ 240506 w 476250"/>
                  <a:gd name="connsiteY21" fmla="*/ 7144 h 466725"/>
                  <a:gd name="connsiteX22" fmla="*/ 235744 w 476250"/>
                  <a:gd name="connsiteY22" fmla="*/ 7144 h 466725"/>
                  <a:gd name="connsiteX23" fmla="*/ 229076 w 476250"/>
                  <a:gd name="connsiteY23" fmla="*/ 13811 h 466725"/>
                  <a:gd name="connsiteX24" fmla="*/ 229076 w 476250"/>
                  <a:gd name="connsiteY24" fmla="*/ 70009 h 466725"/>
                  <a:gd name="connsiteX25" fmla="*/ 204311 w 476250"/>
                  <a:gd name="connsiteY25" fmla="*/ 70009 h 466725"/>
                  <a:gd name="connsiteX26" fmla="*/ 204311 w 476250"/>
                  <a:gd name="connsiteY26" fmla="*/ 13811 h 466725"/>
                  <a:gd name="connsiteX27" fmla="*/ 197644 w 476250"/>
                  <a:gd name="connsiteY27" fmla="*/ 7144 h 466725"/>
                  <a:gd name="connsiteX28" fmla="*/ 192881 w 476250"/>
                  <a:gd name="connsiteY28" fmla="*/ 7144 h 466725"/>
                  <a:gd name="connsiteX29" fmla="*/ 186214 w 476250"/>
                  <a:gd name="connsiteY29" fmla="*/ 13811 h 466725"/>
                  <a:gd name="connsiteX30" fmla="*/ 186214 w 476250"/>
                  <a:gd name="connsiteY30" fmla="*/ 70009 h 466725"/>
                  <a:gd name="connsiteX31" fmla="*/ 161449 w 476250"/>
                  <a:gd name="connsiteY31" fmla="*/ 70009 h 466725"/>
                  <a:gd name="connsiteX32" fmla="*/ 161449 w 476250"/>
                  <a:gd name="connsiteY32" fmla="*/ 13811 h 466725"/>
                  <a:gd name="connsiteX33" fmla="*/ 154781 w 476250"/>
                  <a:gd name="connsiteY33" fmla="*/ 7144 h 466725"/>
                  <a:gd name="connsiteX34" fmla="*/ 150019 w 476250"/>
                  <a:gd name="connsiteY34" fmla="*/ 7144 h 466725"/>
                  <a:gd name="connsiteX35" fmla="*/ 143351 w 476250"/>
                  <a:gd name="connsiteY35" fmla="*/ 13811 h 466725"/>
                  <a:gd name="connsiteX36" fmla="*/ 143351 w 476250"/>
                  <a:gd name="connsiteY36" fmla="*/ 70009 h 466725"/>
                  <a:gd name="connsiteX37" fmla="*/ 88106 w 476250"/>
                  <a:gd name="connsiteY37" fmla="*/ 70009 h 466725"/>
                  <a:gd name="connsiteX38" fmla="*/ 64294 w 476250"/>
                  <a:gd name="connsiteY38" fmla="*/ 93821 h 466725"/>
                  <a:gd name="connsiteX39" fmla="*/ 64294 w 476250"/>
                  <a:gd name="connsiteY39" fmla="*/ 142399 h 466725"/>
                  <a:gd name="connsiteX40" fmla="*/ 13811 w 476250"/>
                  <a:gd name="connsiteY40" fmla="*/ 142399 h 466725"/>
                  <a:gd name="connsiteX41" fmla="*/ 7144 w 476250"/>
                  <a:gd name="connsiteY41" fmla="*/ 149066 h 466725"/>
                  <a:gd name="connsiteX42" fmla="*/ 7144 w 476250"/>
                  <a:gd name="connsiteY42" fmla="*/ 153829 h 466725"/>
                  <a:gd name="connsiteX43" fmla="*/ 13811 w 476250"/>
                  <a:gd name="connsiteY43" fmla="*/ 160496 h 466725"/>
                  <a:gd name="connsiteX44" fmla="*/ 64294 w 476250"/>
                  <a:gd name="connsiteY44" fmla="*/ 160496 h 466725"/>
                  <a:gd name="connsiteX45" fmla="*/ 64294 w 476250"/>
                  <a:gd name="connsiteY45" fmla="*/ 185261 h 466725"/>
                  <a:gd name="connsiteX46" fmla="*/ 13811 w 476250"/>
                  <a:gd name="connsiteY46" fmla="*/ 185261 h 466725"/>
                  <a:gd name="connsiteX47" fmla="*/ 7144 w 476250"/>
                  <a:gd name="connsiteY47" fmla="*/ 191929 h 466725"/>
                  <a:gd name="connsiteX48" fmla="*/ 7144 w 476250"/>
                  <a:gd name="connsiteY48" fmla="*/ 196691 h 466725"/>
                  <a:gd name="connsiteX49" fmla="*/ 13811 w 476250"/>
                  <a:gd name="connsiteY49" fmla="*/ 203359 h 466725"/>
                  <a:gd name="connsiteX50" fmla="*/ 64294 w 476250"/>
                  <a:gd name="connsiteY50" fmla="*/ 203359 h 466725"/>
                  <a:gd name="connsiteX51" fmla="*/ 64294 w 476250"/>
                  <a:gd name="connsiteY51" fmla="*/ 228124 h 466725"/>
                  <a:gd name="connsiteX52" fmla="*/ 13811 w 476250"/>
                  <a:gd name="connsiteY52" fmla="*/ 228124 h 466725"/>
                  <a:gd name="connsiteX53" fmla="*/ 7144 w 476250"/>
                  <a:gd name="connsiteY53" fmla="*/ 235744 h 466725"/>
                  <a:gd name="connsiteX54" fmla="*/ 7144 w 476250"/>
                  <a:gd name="connsiteY54" fmla="*/ 240506 h 466725"/>
                  <a:gd name="connsiteX55" fmla="*/ 13811 w 476250"/>
                  <a:gd name="connsiteY55" fmla="*/ 247174 h 466725"/>
                  <a:gd name="connsiteX56" fmla="*/ 64294 w 476250"/>
                  <a:gd name="connsiteY56" fmla="*/ 247174 h 466725"/>
                  <a:gd name="connsiteX57" fmla="*/ 64294 w 476250"/>
                  <a:gd name="connsiteY57" fmla="*/ 271939 h 466725"/>
                  <a:gd name="connsiteX58" fmla="*/ 13811 w 476250"/>
                  <a:gd name="connsiteY58" fmla="*/ 271939 h 466725"/>
                  <a:gd name="connsiteX59" fmla="*/ 7144 w 476250"/>
                  <a:gd name="connsiteY59" fmla="*/ 278606 h 466725"/>
                  <a:gd name="connsiteX60" fmla="*/ 7144 w 476250"/>
                  <a:gd name="connsiteY60" fmla="*/ 283369 h 466725"/>
                  <a:gd name="connsiteX61" fmla="*/ 13811 w 476250"/>
                  <a:gd name="connsiteY61" fmla="*/ 290036 h 466725"/>
                  <a:gd name="connsiteX62" fmla="*/ 64294 w 476250"/>
                  <a:gd name="connsiteY62" fmla="*/ 290036 h 466725"/>
                  <a:gd name="connsiteX63" fmla="*/ 64294 w 476250"/>
                  <a:gd name="connsiteY63" fmla="*/ 314801 h 466725"/>
                  <a:gd name="connsiteX64" fmla="*/ 13811 w 476250"/>
                  <a:gd name="connsiteY64" fmla="*/ 314801 h 466725"/>
                  <a:gd name="connsiteX65" fmla="*/ 7144 w 476250"/>
                  <a:gd name="connsiteY65" fmla="*/ 321469 h 466725"/>
                  <a:gd name="connsiteX66" fmla="*/ 7144 w 476250"/>
                  <a:gd name="connsiteY66" fmla="*/ 326231 h 466725"/>
                  <a:gd name="connsiteX67" fmla="*/ 13811 w 476250"/>
                  <a:gd name="connsiteY67" fmla="*/ 332899 h 466725"/>
                  <a:gd name="connsiteX68" fmla="*/ 64294 w 476250"/>
                  <a:gd name="connsiteY68" fmla="*/ 332899 h 466725"/>
                  <a:gd name="connsiteX69" fmla="*/ 64294 w 476250"/>
                  <a:gd name="connsiteY69" fmla="*/ 380524 h 466725"/>
                  <a:gd name="connsiteX70" fmla="*/ 88106 w 476250"/>
                  <a:gd name="connsiteY70" fmla="*/ 404336 h 466725"/>
                  <a:gd name="connsiteX71" fmla="*/ 142399 w 476250"/>
                  <a:gd name="connsiteY71" fmla="*/ 404336 h 466725"/>
                  <a:gd name="connsiteX72" fmla="*/ 142399 w 476250"/>
                  <a:gd name="connsiteY72" fmla="*/ 461486 h 466725"/>
                  <a:gd name="connsiteX73" fmla="*/ 149066 w 476250"/>
                  <a:gd name="connsiteY73" fmla="*/ 468154 h 466725"/>
                  <a:gd name="connsiteX74" fmla="*/ 153829 w 476250"/>
                  <a:gd name="connsiteY74" fmla="*/ 468154 h 466725"/>
                  <a:gd name="connsiteX75" fmla="*/ 160496 w 476250"/>
                  <a:gd name="connsiteY75" fmla="*/ 461486 h 466725"/>
                  <a:gd name="connsiteX76" fmla="*/ 160496 w 476250"/>
                  <a:gd name="connsiteY76" fmla="*/ 404336 h 466725"/>
                  <a:gd name="connsiteX77" fmla="*/ 185261 w 476250"/>
                  <a:gd name="connsiteY77" fmla="*/ 404336 h 466725"/>
                  <a:gd name="connsiteX78" fmla="*/ 185261 w 476250"/>
                  <a:gd name="connsiteY78" fmla="*/ 461486 h 466725"/>
                  <a:gd name="connsiteX79" fmla="*/ 191929 w 476250"/>
                  <a:gd name="connsiteY79" fmla="*/ 468154 h 466725"/>
                  <a:gd name="connsiteX80" fmla="*/ 196691 w 476250"/>
                  <a:gd name="connsiteY80" fmla="*/ 468154 h 466725"/>
                  <a:gd name="connsiteX81" fmla="*/ 203359 w 476250"/>
                  <a:gd name="connsiteY81" fmla="*/ 461486 h 466725"/>
                  <a:gd name="connsiteX82" fmla="*/ 203359 w 476250"/>
                  <a:gd name="connsiteY82" fmla="*/ 404336 h 466725"/>
                  <a:gd name="connsiteX83" fmla="*/ 228124 w 476250"/>
                  <a:gd name="connsiteY83" fmla="*/ 404336 h 466725"/>
                  <a:gd name="connsiteX84" fmla="*/ 228124 w 476250"/>
                  <a:gd name="connsiteY84" fmla="*/ 461486 h 466725"/>
                  <a:gd name="connsiteX85" fmla="*/ 234791 w 476250"/>
                  <a:gd name="connsiteY85" fmla="*/ 468154 h 466725"/>
                  <a:gd name="connsiteX86" fmla="*/ 239554 w 476250"/>
                  <a:gd name="connsiteY86" fmla="*/ 468154 h 466725"/>
                  <a:gd name="connsiteX87" fmla="*/ 246221 w 476250"/>
                  <a:gd name="connsiteY87" fmla="*/ 461486 h 466725"/>
                  <a:gd name="connsiteX88" fmla="*/ 246221 w 476250"/>
                  <a:gd name="connsiteY88" fmla="*/ 404336 h 466725"/>
                  <a:gd name="connsiteX89" fmla="*/ 270986 w 476250"/>
                  <a:gd name="connsiteY89" fmla="*/ 404336 h 466725"/>
                  <a:gd name="connsiteX90" fmla="*/ 270986 w 476250"/>
                  <a:gd name="connsiteY90" fmla="*/ 461486 h 466725"/>
                  <a:gd name="connsiteX91" fmla="*/ 277654 w 476250"/>
                  <a:gd name="connsiteY91" fmla="*/ 468154 h 466725"/>
                  <a:gd name="connsiteX92" fmla="*/ 283369 w 476250"/>
                  <a:gd name="connsiteY92" fmla="*/ 468154 h 466725"/>
                  <a:gd name="connsiteX93" fmla="*/ 290036 w 476250"/>
                  <a:gd name="connsiteY93" fmla="*/ 461486 h 466725"/>
                  <a:gd name="connsiteX94" fmla="*/ 290036 w 476250"/>
                  <a:gd name="connsiteY94" fmla="*/ 404336 h 466725"/>
                  <a:gd name="connsiteX95" fmla="*/ 314801 w 476250"/>
                  <a:gd name="connsiteY95" fmla="*/ 404336 h 466725"/>
                  <a:gd name="connsiteX96" fmla="*/ 314801 w 476250"/>
                  <a:gd name="connsiteY96" fmla="*/ 461486 h 466725"/>
                  <a:gd name="connsiteX97" fmla="*/ 321469 w 476250"/>
                  <a:gd name="connsiteY97" fmla="*/ 468154 h 466725"/>
                  <a:gd name="connsiteX98" fmla="*/ 326231 w 476250"/>
                  <a:gd name="connsiteY98" fmla="*/ 468154 h 466725"/>
                  <a:gd name="connsiteX99" fmla="*/ 332899 w 476250"/>
                  <a:gd name="connsiteY99" fmla="*/ 461486 h 466725"/>
                  <a:gd name="connsiteX100" fmla="*/ 332899 w 476250"/>
                  <a:gd name="connsiteY100" fmla="*/ 404336 h 466725"/>
                  <a:gd name="connsiteX101" fmla="*/ 391001 w 476250"/>
                  <a:gd name="connsiteY101" fmla="*/ 404336 h 466725"/>
                  <a:gd name="connsiteX102" fmla="*/ 414814 w 476250"/>
                  <a:gd name="connsiteY102" fmla="*/ 380524 h 466725"/>
                  <a:gd name="connsiteX103" fmla="*/ 414814 w 476250"/>
                  <a:gd name="connsiteY103" fmla="*/ 332899 h 466725"/>
                  <a:gd name="connsiteX104" fmla="*/ 461486 w 476250"/>
                  <a:gd name="connsiteY104" fmla="*/ 332899 h 466725"/>
                  <a:gd name="connsiteX105" fmla="*/ 468154 w 476250"/>
                  <a:gd name="connsiteY105" fmla="*/ 326231 h 466725"/>
                  <a:gd name="connsiteX106" fmla="*/ 468154 w 476250"/>
                  <a:gd name="connsiteY106" fmla="*/ 321469 h 466725"/>
                  <a:gd name="connsiteX107" fmla="*/ 461486 w 476250"/>
                  <a:gd name="connsiteY107" fmla="*/ 314801 h 466725"/>
                  <a:gd name="connsiteX108" fmla="*/ 414814 w 476250"/>
                  <a:gd name="connsiteY108" fmla="*/ 314801 h 466725"/>
                  <a:gd name="connsiteX109" fmla="*/ 414814 w 476250"/>
                  <a:gd name="connsiteY109" fmla="*/ 290036 h 466725"/>
                  <a:gd name="connsiteX110" fmla="*/ 461486 w 476250"/>
                  <a:gd name="connsiteY110" fmla="*/ 290036 h 466725"/>
                  <a:gd name="connsiteX111" fmla="*/ 468154 w 476250"/>
                  <a:gd name="connsiteY111" fmla="*/ 283369 h 466725"/>
                  <a:gd name="connsiteX112" fmla="*/ 468154 w 476250"/>
                  <a:gd name="connsiteY112" fmla="*/ 278606 h 466725"/>
                  <a:gd name="connsiteX113" fmla="*/ 461486 w 476250"/>
                  <a:gd name="connsiteY113" fmla="*/ 271939 h 466725"/>
                  <a:gd name="connsiteX114" fmla="*/ 414814 w 476250"/>
                  <a:gd name="connsiteY114" fmla="*/ 271939 h 466725"/>
                  <a:gd name="connsiteX115" fmla="*/ 414814 w 476250"/>
                  <a:gd name="connsiteY115" fmla="*/ 247174 h 466725"/>
                  <a:gd name="connsiteX116" fmla="*/ 461486 w 476250"/>
                  <a:gd name="connsiteY116" fmla="*/ 247174 h 466725"/>
                  <a:gd name="connsiteX117" fmla="*/ 468154 w 476250"/>
                  <a:gd name="connsiteY117" fmla="*/ 240506 h 466725"/>
                  <a:gd name="connsiteX118" fmla="*/ 468154 w 476250"/>
                  <a:gd name="connsiteY118" fmla="*/ 235744 h 466725"/>
                  <a:gd name="connsiteX119" fmla="*/ 461486 w 476250"/>
                  <a:gd name="connsiteY119" fmla="*/ 229076 h 466725"/>
                  <a:gd name="connsiteX120" fmla="*/ 414814 w 476250"/>
                  <a:gd name="connsiteY120" fmla="*/ 229076 h 466725"/>
                  <a:gd name="connsiteX121" fmla="*/ 414814 w 476250"/>
                  <a:gd name="connsiteY121" fmla="*/ 204311 h 466725"/>
                  <a:gd name="connsiteX122" fmla="*/ 461486 w 476250"/>
                  <a:gd name="connsiteY122" fmla="*/ 204311 h 466725"/>
                  <a:gd name="connsiteX123" fmla="*/ 468154 w 476250"/>
                  <a:gd name="connsiteY123" fmla="*/ 197644 h 466725"/>
                  <a:gd name="connsiteX124" fmla="*/ 468154 w 476250"/>
                  <a:gd name="connsiteY124" fmla="*/ 192881 h 466725"/>
                  <a:gd name="connsiteX125" fmla="*/ 461486 w 476250"/>
                  <a:gd name="connsiteY125" fmla="*/ 186214 h 466725"/>
                  <a:gd name="connsiteX126" fmla="*/ 414814 w 476250"/>
                  <a:gd name="connsiteY126" fmla="*/ 186214 h 466725"/>
                  <a:gd name="connsiteX127" fmla="*/ 414814 w 476250"/>
                  <a:gd name="connsiteY127" fmla="*/ 161449 h 466725"/>
                  <a:gd name="connsiteX128" fmla="*/ 462439 w 476250"/>
                  <a:gd name="connsiteY128" fmla="*/ 161449 h 466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Lst>
                <a:rect l="l" t="t" r="r" b="b"/>
                <a:pathLst>
                  <a:path w="476250" h="466725">
                    <a:moveTo>
                      <a:pt x="462439" y="160496"/>
                    </a:moveTo>
                    <a:cubicBezTo>
                      <a:pt x="466249" y="160496"/>
                      <a:pt x="469106" y="157639"/>
                      <a:pt x="469106" y="153829"/>
                    </a:cubicBezTo>
                    <a:lnTo>
                      <a:pt x="469106" y="149066"/>
                    </a:lnTo>
                    <a:cubicBezTo>
                      <a:pt x="469106" y="145256"/>
                      <a:pt x="466249" y="142399"/>
                      <a:pt x="462439" y="142399"/>
                    </a:cubicBezTo>
                    <a:lnTo>
                      <a:pt x="415766" y="142399"/>
                    </a:lnTo>
                    <a:lnTo>
                      <a:pt x="415766" y="93821"/>
                    </a:lnTo>
                    <a:cubicBezTo>
                      <a:pt x="415766" y="80486"/>
                      <a:pt x="405289" y="70009"/>
                      <a:pt x="391954" y="70009"/>
                    </a:cubicBezTo>
                    <a:lnTo>
                      <a:pt x="333851" y="70009"/>
                    </a:lnTo>
                    <a:lnTo>
                      <a:pt x="333851" y="13811"/>
                    </a:lnTo>
                    <a:cubicBezTo>
                      <a:pt x="333851" y="10001"/>
                      <a:pt x="330994" y="7144"/>
                      <a:pt x="327184" y="7144"/>
                    </a:cubicBezTo>
                    <a:lnTo>
                      <a:pt x="322421" y="7144"/>
                    </a:lnTo>
                    <a:cubicBezTo>
                      <a:pt x="318611" y="7144"/>
                      <a:pt x="315754" y="10001"/>
                      <a:pt x="315754" y="13811"/>
                    </a:cubicBezTo>
                    <a:lnTo>
                      <a:pt x="315754" y="70009"/>
                    </a:lnTo>
                    <a:lnTo>
                      <a:pt x="290989" y="70009"/>
                    </a:lnTo>
                    <a:lnTo>
                      <a:pt x="290989" y="13811"/>
                    </a:lnTo>
                    <a:cubicBezTo>
                      <a:pt x="290989" y="10001"/>
                      <a:pt x="287179" y="7144"/>
                      <a:pt x="283369" y="7144"/>
                    </a:cubicBezTo>
                    <a:lnTo>
                      <a:pt x="278606" y="7144"/>
                    </a:lnTo>
                    <a:cubicBezTo>
                      <a:pt x="274796" y="7144"/>
                      <a:pt x="271939" y="10001"/>
                      <a:pt x="271939" y="13811"/>
                    </a:cubicBezTo>
                    <a:lnTo>
                      <a:pt x="271939" y="70009"/>
                    </a:lnTo>
                    <a:lnTo>
                      <a:pt x="247174" y="70009"/>
                    </a:lnTo>
                    <a:lnTo>
                      <a:pt x="247174" y="13811"/>
                    </a:lnTo>
                    <a:cubicBezTo>
                      <a:pt x="247174" y="10001"/>
                      <a:pt x="244316" y="7144"/>
                      <a:pt x="240506" y="7144"/>
                    </a:cubicBezTo>
                    <a:lnTo>
                      <a:pt x="235744" y="7144"/>
                    </a:lnTo>
                    <a:cubicBezTo>
                      <a:pt x="231934" y="7144"/>
                      <a:pt x="229076" y="10001"/>
                      <a:pt x="229076" y="13811"/>
                    </a:cubicBezTo>
                    <a:lnTo>
                      <a:pt x="229076" y="70009"/>
                    </a:lnTo>
                    <a:lnTo>
                      <a:pt x="204311" y="70009"/>
                    </a:lnTo>
                    <a:lnTo>
                      <a:pt x="204311" y="13811"/>
                    </a:lnTo>
                    <a:cubicBezTo>
                      <a:pt x="204311" y="10001"/>
                      <a:pt x="201454" y="7144"/>
                      <a:pt x="197644" y="7144"/>
                    </a:cubicBezTo>
                    <a:lnTo>
                      <a:pt x="192881" y="7144"/>
                    </a:lnTo>
                    <a:cubicBezTo>
                      <a:pt x="189071" y="7144"/>
                      <a:pt x="186214" y="10001"/>
                      <a:pt x="186214" y="13811"/>
                    </a:cubicBezTo>
                    <a:lnTo>
                      <a:pt x="186214" y="70009"/>
                    </a:lnTo>
                    <a:lnTo>
                      <a:pt x="161449" y="70009"/>
                    </a:lnTo>
                    <a:lnTo>
                      <a:pt x="161449" y="13811"/>
                    </a:lnTo>
                    <a:cubicBezTo>
                      <a:pt x="161449" y="10001"/>
                      <a:pt x="158591" y="7144"/>
                      <a:pt x="154781" y="7144"/>
                    </a:cubicBezTo>
                    <a:lnTo>
                      <a:pt x="150019" y="7144"/>
                    </a:lnTo>
                    <a:cubicBezTo>
                      <a:pt x="146209" y="7144"/>
                      <a:pt x="143351" y="10001"/>
                      <a:pt x="143351" y="13811"/>
                    </a:cubicBezTo>
                    <a:lnTo>
                      <a:pt x="143351" y="70009"/>
                    </a:lnTo>
                    <a:lnTo>
                      <a:pt x="88106" y="70009"/>
                    </a:lnTo>
                    <a:cubicBezTo>
                      <a:pt x="74771" y="70009"/>
                      <a:pt x="64294" y="81439"/>
                      <a:pt x="64294" y="93821"/>
                    </a:cubicBezTo>
                    <a:lnTo>
                      <a:pt x="64294" y="142399"/>
                    </a:lnTo>
                    <a:lnTo>
                      <a:pt x="13811" y="142399"/>
                    </a:lnTo>
                    <a:cubicBezTo>
                      <a:pt x="10001" y="142399"/>
                      <a:pt x="7144" y="145256"/>
                      <a:pt x="7144" y="149066"/>
                    </a:cubicBezTo>
                    <a:lnTo>
                      <a:pt x="7144" y="153829"/>
                    </a:lnTo>
                    <a:cubicBezTo>
                      <a:pt x="7144" y="157639"/>
                      <a:pt x="10001" y="160496"/>
                      <a:pt x="13811" y="160496"/>
                    </a:cubicBezTo>
                    <a:lnTo>
                      <a:pt x="64294" y="160496"/>
                    </a:lnTo>
                    <a:lnTo>
                      <a:pt x="64294" y="185261"/>
                    </a:lnTo>
                    <a:lnTo>
                      <a:pt x="13811" y="185261"/>
                    </a:lnTo>
                    <a:cubicBezTo>
                      <a:pt x="10001" y="185261"/>
                      <a:pt x="7144" y="188119"/>
                      <a:pt x="7144" y="191929"/>
                    </a:cubicBezTo>
                    <a:lnTo>
                      <a:pt x="7144" y="196691"/>
                    </a:lnTo>
                    <a:cubicBezTo>
                      <a:pt x="7144" y="200501"/>
                      <a:pt x="10001" y="203359"/>
                      <a:pt x="13811" y="203359"/>
                    </a:cubicBezTo>
                    <a:lnTo>
                      <a:pt x="64294" y="203359"/>
                    </a:lnTo>
                    <a:lnTo>
                      <a:pt x="64294" y="228124"/>
                    </a:lnTo>
                    <a:lnTo>
                      <a:pt x="13811" y="228124"/>
                    </a:lnTo>
                    <a:cubicBezTo>
                      <a:pt x="10001" y="229076"/>
                      <a:pt x="7144" y="231934"/>
                      <a:pt x="7144" y="235744"/>
                    </a:cubicBezTo>
                    <a:lnTo>
                      <a:pt x="7144" y="240506"/>
                    </a:lnTo>
                    <a:cubicBezTo>
                      <a:pt x="7144" y="244316"/>
                      <a:pt x="10001" y="247174"/>
                      <a:pt x="13811" y="247174"/>
                    </a:cubicBezTo>
                    <a:lnTo>
                      <a:pt x="64294" y="247174"/>
                    </a:lnTo>
                    <a:lnTo>
                      <a:pt x="64294" y="271939"/>
                    </a:lnTo>
                    <a:lnTo>
                      <a:pt x="13811" y="271939"/>
                    </a:lnTo>
                    <a:cubicBezTo>
                      <a:pt x="10001" y="271939"/>
                      <a:pt x="7144" y="274796"/>
                      <a:pt x="7144" y="278606"/>
                    </a:cubicBezTo>
                    <a:lnTo>
                      <a:pt x="7144" y="283369"/>
                    </a:lnTo>
                    <a:cubicBezTo>
                      <a:pt x="7144" y="287179"/>
                      <a:pt x="10001" y="290036"/>
                      <a:pt x="13811" y="290036"/>
                    </a:cubicBezTo>
                    <a:lnTo>
                      <a:pt x="64294" y="290036"/>
                    </a:lnTo>
                    <a:lnTo>
                      <a:pt x="64294" y="314801"/>
                    </a:lnTo>
                    <a:lnTo>
                      <a:pt x="13811" y="314801"/>
                    </a:lnTo>
                    <a:cubicBezTo>
                      <a:pt x="10001" y="314801"/>
                      <a:pt x="7144" y="317659"/>
                      <a:pt x="7144" y="321469"/>
                    </a:cubicBezTo>
                    <a:lnTo>
                      <a:pt x="7144" y="326231"/>
                    </a:lnTo>
                    <a:cubicBezTo>
                      <a:pt x="7144" y="330041"/>
                      <a:pt x="10001" y="332899"/>
                      <a:pt x="13811" y="332899"/>
                    </a:cubicBezTo>
                    <a:lnTo>
                      <a:pt x="64294" y="332899"/>
                    </a:lnTo>
                    <a:lnTo>
                      <a:pt x="64294" y="380524"/>
                    </a:lnTo>
                    <a:cubicBezTo>
                      <a:pt x="64294" y="393859"/>
                      <a:pt x="74771" y="404336"/>
                      <a:pt x="88106" y="404336"/>
                    </a:cubicBezTo>
                    <a:lnTo>
                      <a:pt x="142399" y="404336"/>
                    </a:lnTo>
                    <a:lnTo>
                      <a:pt x="142399" y="461486"/>
                    </a:lnTo>
                    <a:cubicBezTo>
                      <a:pt x="142399" y="465296"/>
                      <a:pt x="145256" y="468154"/>
                      <a:pt x="149066" y="468154"/>
                    </a:cubicBezTo>
                    <a:lnTo>
                      <a:pt x="153829" y="468154"/>
                    </a:lnTo>
                    <a:cubicBezTo>
                      <a:pt x="157639" y="468154"/>
                      <a:pt x="160496" y="465296"/>
                      <a:pt x="160496" y="461486"/>
                    </a:cubicBezTo>
                    <a:lnTo>
                      <a:pt x="160496" y="404336"/>
                    </a:lnTo>
                    <a:lnTo>
                      <a:pt x="185261" y="404336"/>
                    </a:lnTo>
                    <a:lnTo>
                      <a:pt x="185261" y="461486"/>
                    </a:lnTo>
                    <a:cubicBezTo>
                      <a:pt x="185261" y="465296"/>
                      <a:pt x="188119" y="468154"/>
                      <a:pt x="191929" y="468154"/>
                    </a:cubicBezTo>
                    <a:lnTo>
                      <a:pt x="196691" y="468154"/>
                    </a:lnTo>
                    <a:cubicBezTo>
                      <a:pt x="200501" y="468154"/>
                      <a:pt x="203359" y="465296"/>
                      <a:pt x="203359" y="461486"/>
                    </a:cubicBezTo>
                    <a:lnTo>
                      <a:pt x="203359" y="404336"/>
                    </a:lnTo>
                    <a:lnTo>
                      <a:pt x="228124" y="404336"/>
                    </a:lnTo>
                    <a:lnTo>
                      <a:pt x="228124" y="461486"/>
                    </a:lnTo>
                    <a:cubicBezTo>
                      <a:pt x="228124" y="465296"/>
                      <a:pt x="230981" y="468154"/>
                      <a:pt x="234791" y="468154"/>
                    </a:cubicBezTo>
                    <a:lnTo>
                      <a:pt x="239554" y="468154"/>
                    </a:lnTo>
                    <a:cubicBezTo>
                      <a:pt x="243364" y="468154"/>
                      <a:pt x="246221" y="465296"/>
                      <a:pt x="246221" y="461486"/>
                    </a:cubicBezTo>
                    <a:lnTo>
                      <a:pt x="246221" y="404336"/>
                    </a:lnTo>
                    <a:lnTo>
                      <a:pt x="270986" y="404336"/>
                    </a:lnTo>
                    <a:lnTo>
                      <a:pt x="270986" y="461486"/>
                    </a:lnTo>
                    <a:cubicBezTo>
                      <a:pt x="270986" y="465296"/>
                      <a:pt x="273844" y="468154"/>
                      <a:pt x="277654" y="468154"/>
                    </a:cubicBezTo>
                    <a:lnTo>
                      <a:pt x="283369" y="468154"/>
                    </a:lnTo>
                    <a:cubicBezTo>
                      <a:pt x="287179" y="468154"/>
                      <a:pt x="290036" y="465296"/>
                      <a:pt x="290036" y="461486"/>
                    </a:cubicBezTo>
                    <a:lnTo>
                      <a:pt x="290036" y="404336"/>
                    </a:lnTo>
                    <a:lnTo>
                      <a:pt x="314801" y="404336"/>
                    </a:lnTo>
                    <a:lnTo>
                      <a:pt x="314801" y="461486"/>
                    </a:lnTo>
                    <a:cubicBezTo>
                      <a:pt x="314801" y="465296"/>
                      <a:pt x="317659" y="468154"/>
                      <a:pt x="321469" y="468154"/>
                    </a:cubicBezTo>
                    <a:lnTo>
                      <a:pt x="326231" y="468154"/>
                    </a:lnTo>
                    <a:cubicBezTo>
                      <a:pt x="330041" y="468154"/>
                      <a:pt x="332899" y="465296"/>
                      <a:pt x="332899" y="461486"/>
                    </a:cubicBezTo>
                    <a:lnTo>
                      <a:pt x="332899" y="404336"/>
                    </a:lnTo>
                    <a:lnTo>
                      <a:pt x="391001" y="404336"/>
                    </a:lnTo>
                    <a:cubicBezTo>
                      <a:pt x="404336" y="404336"/>
                      <a:pt x="414814" y="393859"/>
                      <a:pt x="414814" y="380524"/>
                    </a:cubicBezTo>
                    <a:lnTo>
                      <a:pt x="414814" y="332899"/>
                    </a:lnTo>
                    <a:lnTo>
                      <a:pt x="461486" y="332899"/>
                    </a:lnTo>
                    <a:cubicBezTo>
                      <a:pt x="465296" y="332899"/>
                      <a:pt x="468154" y="330041"/>
                      <a:pt x="468154" y="326231"/>
                    </a:cubicBezTo>
                    <a:lnTo>
                      <a:pt x="468154" y="321469"/>
                    </a:lnTo>
                    <a:cubicBezTo>
                      <a:pt x="468154" y="317659"/>
                      <a:pt x="465296" y="314801"/>
                      <a:pt x="461486" y="314801"/>
                    </a:cubicBezTo>
                    <a:lnTo>
                      <a:pt x="414814" y="314801"/>
                    </a:lnTo>
                    <a:lnTo>
                      <a:pt x="414814" y="290036"/>
                    </a:lnTo>
                    <a:lnTo>
                      <a:pt x="461486" y="290036"/>
                    </a:lnTo>
                    <a:cubicBezTo>
                      <a:pt x="465296" y="290036"/>
                      <a:pt x="468154" y="287179"/>
                      <a:pt x="468154" y="283369"/>
                    </a:cubicBezTo>
                    <a:lnTo>
                      <a:pt x="468154" y="278606"/>
                    </a:lnTo>
                    <a:cubicBezTo>
                      <a:pt x="468154" y="274796"/>
                      <a:pt x="465296" y="271939"/>
                      <a:pt x="461486" y="271939"/>
                    </a:cubicBezTo>
                    <a:lnTo>
                      <a:pt x="414814" y="271939"/>
                    </a:lnTo>
                    <a:lnTo>
                      <a:pt x="414814" y="247174"/>
                    </a:lnTo>
                    <a:lnTo>
                      <a:pt x="461486" y="247174"/>
                    </a:lnTo>
                    <a:cubicBezTo>
                      <a:pt x="465296" y="247174"/>
                      <a:pt x="468154" y="244316"/>
                      <a:pt x="468154" y="240506"/>
                    </a:cubicBezTo>
                    <a:lnTo>
                      <a:pt x="468154" y="235744"/>
                    </a:lnTo>
                    <a:cubicBezTo>
                      <a:pt x="468154" y="231934"/>
                      <a:pt x="465296" y="229076"/>
                      <a:pt x="461486" y="229076"/>
                    </a:cubicBezTo>
                    <a:lnTo>
                      <a:pt x="414814" y="229076"/>
                    </a:lnTo>
                    <a:lnTo>
                      <a:pt x="414814" y="204311"/>
                    </a:lnTo>
                    <a:lnTo>
                      <a:pt x="461486" y="204311"/>
                    </a:lnTo>
                    <a:cubicBezTo>
                      <a:pt x="465296" y="204311"/>
                      <a:pt x="468154" y="201454"/>
                      <a:pt x="468154" y="197644"/>
                    </a:cubicBezTo>
                    <a:lnTo>
                      <a:pt x="468154" y="192881"/>
                    </a:lnTo>
                    <a:cubicBezTo>
                      <a:pt x="468154" y="189071"/>
                      <a:pt x="465296" y="186214"/>
                      <a:pt x="461486" y="186214"/>
                    </a:cubicBezTo>
                    <a:lnTo>
                      <a:pt x="414814" y="186214"/>
                    </a:lnTo>
                    <a:lnTo>
                      <a:pt x="414814" y="161449"/>
                    </a:lnTo>
                    <a:lnTo>
                      <a:pt x="462439" y="161449"/>
                    </a:lnTo>
                    <a:close/>
                  </a:path>
                </a:pathLst>
              </a:custGeom>
              <a:solidFill>
                <a:schemeClr val="bg1"/>
              </a:solidFill>
              <a:ln w="9525" cap="flat">
                <a:noFill/>
                <a:prstDash val="solid"/>
                <a:miter/>
              </a:ln>
              <a:effectLst>
                <a:outerShdw blurRad="50800" dist="38100" dir="8100000" algn="tr" rotWithShape="0">
                  <a:prstClr val="black">
                    <a:alpha val="40000"/>
                  </a:prstClr>
                </a:outerShdw>
              </a:effectLst>
            </p:spPr>
            <p:txBody>
              <a:bodyPr rtlCol="0" anchor="ctr"/>
              <a:lstStyle/>
              <a:p>
                <a:endParaRPr lang="en-US" sz="2640" dirty="0"/>
              </a:p>
            </p:txBody>
          </p:sp>
        </p:grpSp>
        <p:sp>
          <p:nvSpPr>
            <p:cNvPr id="28" name="Freeform: Shape 27">
              <a:extLst>
                <a:ext uri="{FF2B5EF4-FFF2-40B4-BE49-F238E27FC236}">
                  <a16:creationId xmlns:a16="http://schemas.microsoft.com/office/drawing/2014/main" id="{E77CCC8E-6AF6-4010-AB32-946B8CE85B9E}"/>
                </a:ext>
              </a:extLst>
            </p:cNvPr>
            <p:cNvSpPr/>
            <p:nvPr/>
          </p:nvSpPr>
          <p:spPr>
            <a:xfrm>
              <a:off x="1912556" y="2967547"/>
              <a:ext cx="3799760" cy="1559974"/>
            </a:xfrm>
            <a:custGeom>
              <a:avLst/>
              <a:gdLst>
                <a:gd name="connsiteX0" fmla="*/ 858917 w 1888549"/>
                <a:gd name="connsiteY0" fmla="*/ 185738 h 775335"/>
                <a:gd name="connsiteX1" fmla="*/ 874990 w 1888549"/>
                <a:gd name="connsiteY1" fmla="*/ 192525 h 775335"/>
                <a:gd name="connsiteX2" fmla="*/ 876147 w 1888549"/>
                <a:gd name="connsiteY2" fmla="*/ 195263 h 775335"/>
                <a:gd name="connsiteX3" fmla="*/ 1272302 w 1888549"/>
                <a:gd name="connsiteY3" fmla="*/ 195263 h 775335"/>
                <a:gd name="connsiteX4" fmla="*/ 1449467 w 1888549"/>
                <a:gd name="connsiteY4" fmla="*/ 372428 h 775335"/>
                <a:gd name="connsiteX5" fmla="*/ 1529477 w 1888549"/>
                <a:gd name="connsiteY5" fmla="*/ 372428 h 775335"/>
                <a:gd name="connsiteX6" fmla="*/ 1598058 w 1888549"/>
                <a:gd name="connsiteY6" fmla="*/ 265748 h 775335"/>
                <a:gd name="connsiteX7" fmla="*/ 1790447 w 1888549"/>
                <a:gd name="connsiteY7" fmla="*/ 265748 h 775335"/>
                <a:gd name="connsiteX8" fmla="*/ 1793319 w 1888549"/>
                <a:gd name="connsiteY8" fmla="*/ 262890 h 775335"/>
                <a:gd name="connsiteX9" fmla="*/ 1796177 w 1888549"/>
                <a:gd name="connsiteY9" fmla="*/ 265748 h 775335"/>
                <a:gd name="connsiteX10" fmla="*/ 1888549 w 1888549"/>
                <a:gd name="connsiteY10" fmla="*/ 265748 h 775335"/>
                <a:gd name="connsiteX11" fmla="*/ 1888549 w 1888549"/>
                <a:gd name="connsiteY11" fmla="*/ 291465 h 775335"/>
                <a:gd name="connsiteX12" fmla="*/ 1800989 w 1888549"/>
                <a:gd name="connsiteY12" fmla="*/ 291465 h 775335"/>
                <a:gd name="connsiteX13" fmla="*/ 1614249 w 1888549"/>
                <a:gd name="connsiteY13" fmla="*/ 479107 h 775335"/>
                <a:gd name="connsiteX14" fmla="*/ 1321832 w 1888549"/>
                <a:gd name="connsiteY14" fmla="*/ 479107 h 775335"/>
                <a:gd name="connsiteX15" fmla="*/ 1088382 w 1888549"/>
                <a:gd name="connsiteY15" fmla="*/ 747795 h 775335"/>
                <a:gd name="connsiteX16" fmla="*/ 1090137 w 1888549"/>
                <a:gd name="connsiteY16" fmla="*/ 752118 h 775335"/>
                <a:gd name="connsiteX17" fmla="*/ 1083707 w 1888549"/>
                <a:gd name="connsiteY17" fmla="*/ 768667 h 775335"/>
                <a:gd name="connsiteX18" fmla="*/ 1067515 w 1888549"/>
                <a:gd name="connsiteY18" fmla="*/ 775335 h 775335"/>
                <a:gd name="connsiteX19" fmla="*/ 1051323 w 1888549"/>
                <a:gd name="connsiteY19" fmla="*/ 768667 h 775335"/>
                <a:gd name="connsiteX20" fmla="*/ 1044655 w 1888549"/>
                <a:gd name="connsiteY20" fmla="*/ 752475 h 775335"/>
                <a:gd name="connsiteX21" fmla="*/ 1051323 w 1888549"/>
                <a:gd name="connsiteY21" fmla="*/ 736282 h 775335"/>
                <a:gd name="connsiteX22" fmla="*/ 1067515 w 1888549"/>
                <a:gd name="connsiteY22" fmla="*/ 729615 h 775335"/>
                <a:gd name="connsiteX23" fmla="*/ 1069567 w 1888549"/>
                <a:gd name="connsiteY23" fmla="*/ 730460 h 775335"/>
                <a:gd name="connsiteX24" fmla="*/ 1310402 w 1888549"/>
                <a:gd name="connsiteY24" fmla="*/ 452437 h 775335"/>
                <a:gd name="connsiteX25" fmla="*/ 1602819 w 1888549"/>
                <a:gd name="connsiteY25" fmla="*/ 452437 h 775335"/>
                <a:gd name="connsiteX26" fmla="*/ 1764600 w 1888549"/>
                <a:gd name="connsiteY26" fmla="*/ 291465 h 775335"/>
                <a:gd name="connsiteX27" fmla="*/ 1611392 w 1888549"/>
                <a:gd name="connsiteY27" fmla="*/ 291465 h 775335"/>
                <a:gd name="connsiteX28" fmla="*/ 1542813 w 1888549"/>
                <a:gd name="connsiteY28" fmla="*/ 398145 h 775335"/>
                <a:gd name="connsiteX29" fmla="*/ 1442800 w 1888549"/>
                <a:gd name="connsiteY29" fmla="*/ 398145 h 775335"/>
                <a:gd name="connsiteX30" fmla="*/ 1440895 w 1888549"/>
                <a:gd name="connsiteY30" fmla="*/ 400050 h 775335"/>
                <a:gd name="connsiteX31" fmla="*/ 1438990 w 1888549"/>
                <a:gd name="connsiteY31" fmla="*/ 398145 h 775335"/>
                <a:gd name="connsiteX32" fmla="*/ 1159908 w 1888549"/>
                <a:gd name="connsiteY32" fmla="*/ 398145 h 775335"/>
                <a:gd name="connsiteX33" fmla="*/ 1135200 w 1888549"/>
                <a:gd name="connsiteY33" fmla="*/ 368334 h 775335"/>
                <a:gd name="connsiteX34" fmla="*/ 1064657 w 1888549"/>
                <a:gd name="connsiteY34" fmla="*/ 438150 h 775335"/>
                <a:gd name="connsiteX35" fmla="*/ 814637 w 1888549"/>
                <a:gd name="connsiteY35" fmla="*/ 438150 h 775335"/>
                <a:gd name="connsiteX36" fmla="*/ 813078 w 1888549"/>
                <a:gd name="connsiteY36" fmla="*/ 441842 h 775335"/>
                <a:gd name="connsiteX37" fmla="*/ 797005 w 1888549"/>
                <a:gd name="connsiteY37" fmla="*/ 448628 h 775335"/>
                <a:gd name="connsiteX38" fmla="*/ 774145 w 1888549"/>
                <a:gd name="connsiteY38" fmla="*/ 425768 h 775335"/>
                <a:gd name="connsiteX39" fmla="*/ 797005 w 1888549"/>
                <a:gd name="connsiteY39" fmla="*/ 402908 h 775335"/>
                <a:gd name="connsiteX40" fmla="*/ 813078 w 1888549"/>
                <a:gd name="connsiteY40" fmla="*/ 409695 h 775335"/>
                <a:gd name="connsiteX41" fmla="*/ 814234 w 1888549"/>
                <a:gd name="connsiteY41" fmla="*/ 412432 h 775335"/>
                <a:gd name="connsiteX42" fmla="*/ 1053227 w 1888549"/>
                <a:gd name="connsiteY42" fmla="*/ 412432 h 775335"/>
                <a:gd name="connsiteX43" fmla="*/ 1118035 w 1888549"/>
                <a:gd name="connsiteY43" fmla="*/ 347625 h 775335"/>
                <a:gd name="connsiteX44" fmla="*/ 1072278 w 1888549"/>
                <a:gd name="connsiteY44" fmla="*/ 292418 h 775335"/>
                <a:gd name="connsiteX45" fmla="*/ 1019035 w 1888549"/>
                <a:gd name="connsiteY45" fmla="*/ 292418 h 775335"/>
                <a:gd name="connsiteX46" fmla="*/ 929403 w 1888549"/>
                <a:gd name="connsiteY46" fmla="*/ 382905 h 775335"/>
                <a:gd name="connsiteX47" fmla="*/ 662702 w 1888549"/>
                <a:gd name="connsiteY47" fmla="*/ 382905 h 775335"/>
                <a:gd name="connsiteX48" fmla="*/ 493157 w 1888549"/>
                <a:gd name="connsiteY48" fmla="*/ 552450 h 775335"/>
                <a:gd name="connsiteX49" fmla="*/ 321708 w 1888549"/>
                <a:gd name="connsiteY49" fmla="*/ 552450 h 775335"/>
                <a:gd name="connsiteX50" fmla="*/ 43766 w 1888549"/>
                <a:gd name="connsiteY50" fmla="*/ 694962 h 775335"/>
                <a:gd name="connsiteX51" fmla="*/ 38814 w 1888549"/>
                <a:gd name="connsiteY51" fmla="*/ 707707 h 775335"/>
                <a:gd name="connsiteX52" fmla="*/ 22622 w 1888549"/>
                <a:gd name="connsiteY52" fmla="*/ 714375 h 775335"/>
                <a:gd name="connsiteX53" fmla="*/ 6429 w 1888549"/>
                <a:gd name="connsiteY53" fmla="*/ 707707 h 775335"/>
                <a:gd name="connsiteX54" fmla="*/ 6429 w 1888549"/>
                <a:gd name="connsiteY54" fmla="*/ 675322 h 775335"/>
                <a:gd name="connsiteX55" fmla="*/ 22622 w 1888549"/>
                <a:gd name="connsiteY55" fmla="*/ 668655 h 775335"/>
                <a:gd name="connsiteX56" fmla="*/ 31555 w 1888549"/>
                <a:gd name="connsiteY56" fmla="*/ 672333 h 775335"/>
                <a:gd name="connsiteX57" fmla="*/ 314088 w 1888549"/>
                <a:gd name="connsiteY57" fmla="*/ 526733 h 775335"/>
                <a:gd name="connsiteX58" fmla="*/ 481728 w 1888549"/>
                <a:gd name="connsiteY58" fmla="*/ 526733 h 775335"/>
                <a:gd name="connsiteX59" fmla="*/ 652224 w 1888549"/>
                <a:gd name="connsiteY59" fmla="*/ 356235 h 775335"/>
                <a:gd name="connsiteX60" fmla="*/ 917972 w 1888549"/>
                <a:gd name="connsiteY60" fmla="*/ 356235 h 775335"/>
                <a:gd name="connsiteX61" fmla="*/ 982448 w 1888549"/>
                <a:gd name="connsiteY61" fmla="*/ 292418 h 775335"/>
                <a:gd name="connsiteX62" fmla="*/ 487443 w 1888549"/>
                <a:gd name="connsiteY62" fmla="*/ 292418 h 775335"/>
                <a:gd name="connsiteX63" fmla="*/ 137060 w 1888549"/>
                <a:gd name="connsiteY63" fmla="*/ 470305 h 775335"/>
                <a:gd name="connsiteX64" fmla="*/ 132160 w 1888549"/>
                <a:gd name="connsiteY64" fmla="*/ 482917 h 775335"/>
                <a:gd name="connsiteX65" fmla="*/ 115968 w 1888549"/>
                <a:gd name="connsiteY65" fmla="*/ 489585 h 775335"/>
                <a:gd name="connsiteX66" fmla="*/ 99775 w 1888549"/>
                <a:gd name="connsiteY66" fmla="*/ 482917 h 775335"/>
                <a:gd name="connsiteX67" fmla="*/ 99775 w 1888549"/>
                <a:gd name="connsiteY67" fmla="*/ 450532 h 775335"/>
                <a:gd name="connsiteX68" fmla="*/ 115968 w 1888549"/>
                <a:gd name="connsiteY68" fmla="*/ 443865 h 775335"/>
                <a:gd name="connsiteX69" fmla="*/ 125063 w 1888549"/>
                <a:gd name="connsiteY69" fmla="*/ 447610 h 775335"/>
                <a:gd name="connsiteX70" fmla="*/ 479823 w 1888549"/>
                <a:gd name="connsiteY70" fmla="*/ 266700 h 775335"/>
                <a:gd name="connsiteX71" fmla="*/ 1008431 w 1888549"/>
                <a:gd name="connsiteY71" fmla="*/ 266700 h 775335"/>
                <a:gd name="connsiteX72" fmla="*/ 1011317 w 1888549"/>
                <a:gd name="connsiteY72" fmla="*/ 263843 h 775335"/>
                <a:gd name="connsiteX73" fmla="*/ 1014174 w 1888549"/>
                <a:gd name="connsiteY73" fmla="*/ 266700 h 775335"/>
                <a:gd name="connsiteX74" fmla="*/ 1084660 w 1888549"/>
                <a:gd name="connsiteY74" fmla="*/ 266700 h 775335"/>
                <a:gd name="connsiteX75" fmla="*/ 1136151 w 1888549"/>
                <a:gd name="connsiteY75" fmla="*/ 329508 h 775335"/>
                <a:gd name="connsiteX76" fmla="*/ 1137999 w 1888549"/>
                <a:gd name="connsiteY76" fmla="*/ 327660 h 775335"/>
                <a:gd name="connsiteX77" fmla="*/ 1157049 w 1888549"/>
                <a:gd name="connsiteY77" fmla="*/ 346710 h 775335"/>
                <a:gd name="connsiteX78" fmla="*/ 1153297 w 1888549"/>
                <a:gd name="connsiteY78" fmla="*/ 350423 h 775335"/>
                <a:gd name="connsiteX79" fmla="*/ 1171338 w 1888549"/>
                <a:gd name="connsiteY79" fmla="*/ 372428 h 775335"/>
                <a:gd name="connsiteX80" fmla="*/ 1413273 w 1888549"/>
                <a:gd name="connsiteY80" fmla="*/ 372428 h 775335"/>
                <a:gd name="connsiteX81" fmla="*/ 1261825 w 1888549"/>
                <a:gd name="connsiteY81" fmla="*/ 220980 h 775335"/>
                <a:gd name="connsiteX82" fmla="*/ 876549 w 1888549"/>
                <a:gd name="connsiteY82" fmla="*/ 220980 h 775335"/>
                <a:gd name="connsiteX83" fmla="*/ 874990 w 1888549"/>
                <a:gd name="connsiteY83" fmla="*/ 224672 h 775335"/>
                <a:gd name="connsiteX84" fmla="*/ 858917 w 1888549"/>
                <a:gd name="connsiteY84" fmla="*/ 231458 h 775335"/>
                <a:gd name="connsiteX85" fmla="*/ 836057 w 1888549"/>
                <a:gd name="connsiteY85" fmla="*/ 208598 h 775335"/>
                <a:gd name="connsiteX86" fmla="*/ 858917 w 1888549"/>
                <a:gd name="connsiteY86" fmla="*/ 185738 h 775335"/>
                <a:gd name="connsiteX87" fmla="*/ 271226 w 1888549"/>
                <a:gd name="connsiteY87" fmla="*/ 0 h 775335"/>
                <a:gd name="connsiteX88" fmla="*/ 287390 w 1888549"/>
                <a:gd name="connsiteY88" fmla="*/ 6695 h 775335"/>
                <a:gd name="connsiteX89" fmla="*/ 288562 w 1888549"/>
                <a:gd name="connsiteY89" fmla="*/ 9525 h 775335"/>
                <a:gd name="connsiteX90" fmla="*/ 369333 w 1888549"/>
                <a:gd name="connsiteY90" fmla="*/ 9525 h 775335"/>
                <a:gd name="connsiteX91" fmla="*/ 489348 w 1888549"/>
                <a:gd name="connsiteY91" fmla="*/ 130492 h 775335"/>
                <a:gd name="connsiteX92" fmla="*/ 1072278 w 1888549"/>
                <a:gd name="connsiteY92" fmla="*/ 130492 h 775335"/>
                <a:gd name="connsiteX93" fmla="*/ 1139905 w 1888549"/>
                <a:gd name="connsiteY93" fmla="*/ 23812 h 775335"/>
                <a:gd name="connsiteX94" fmla="*/ 1284828 w 1888549"/>
                <a:gd name="connsiteY94" fmla="*/ 23812 h 775335"/>
                <a:gd name="connsiteX95" fmla="*/ 1287542 w 1888549"/>
                <a:gd name="connsiteY95" fmla="*/ 20955 h 775335"/>
                <a:gd name="connsiteX96" fmla="*/ 1290384 w 1888549"/>
                <a:gd name="connsiteY96" fmla="*/ 23812 h 775335"/>
                <a:gd name="connsiteX97" fmla="*/ 1553289 w 1888549"/>
                <a:gd name="connsiteY97" fmla="*/ 23812 h 775335"/>
                <a:gd name="connsiteX98" fmla="*/ 1612344 w 1888549"/>
                <a:gd name="connsiteY98" fmla="*/ 131445 h 775335"/>
                <a:gd name="connsiteX99" fmla="*/ 1888549 w 1888549"/>
                <a:gd name="connsiteY99" fmla="*/ 131445 h 775335"/>
                <a:gd name="connsiteX100" fmla="*/ 1888549 w 1888549"/>
                <a:gd name="connsiteY100" fmla="*/ 157162 h 775335"/>
                <a:gd name="connsiteX101" fmla="*/ 1598058 w 1888549"/>
                <a:gd name="connsiteY101" fmla="*/ 157162 h 775335"/>
                <a:gd name="connsiteX102" fmla="*/ 1539002 w 1888549"/>
                <a:gd name="connsiteY102" fmla="*/ 50482 h 775335"/>
                <a:gd name="connsiteX103" fmla="*/ 1316918 w 1888549"/>
                <a:gd name="connsiteY103" fmla="*/ 50482 h 775335"/>
                <a:gd name="connsiteX104" fmla="*/ 1472327 w 1888549"/>
                <a:gd name="connsiteY104" fmla="*/ 206692 h 775335"/>
                <a:gd name="connsiteX105" fmla="*/ 1888549 w 1888549"/>
                <a:gd name="connsiteY105" fmla="*/ 206692 h 775335"/>
                <a:gd name="connsiteX106" fmla="*/ 1888549 w 1888549"/>
                <a:gd name="connsiteY106" fmla="*/ 233054 h 775335"/>
                <a:gd name="connsiteX107" fmla="*/ 1461850 w 1888549"/>
                <a:gd name="connsiteY107" fmla="*/ 232410 h 775335"/>
                <a:gd name="connsiteX108" fmla="*/ 1279922 w 1888549"/>
                <a:gd name="connsiteY108" fmla="*/ 50482 h 775335"/>
                <a:gd name="connsiteX109" fmla="*/ 1153240 w 1888549"/>
                <a:gd name="connsiteY109" fmla="*/ 50482 h 775335"/>
                <a:gd name="connsiteX110" fmla="*/ 1085613 w 1888549"/>
                <a:gd name="connsiteY110" fmla="*/ 156210 h 775335"/>
                <a:gd name="connsiteX111" fmla="*/ 478870 w 1888549"/>
                <a:gd name="connsiteY111" fmla="*/ 156210 h 775335"/>
                <a:gd name="connsiteX112" fmla="*/ 357903 w 1888549"/>
                <a:gd name="connsiteY112" fmla="*/ 36195 h 775335"/>
                <a:gd name="connsiteX113" fmla="*/ 288562 w 1888549"/>
                <a:gd name="connsiteY113" fmla="*/ 36195 h 775335"/>
                <a:gd name="connsiteX114" fmla="*/ 287390 w 1888549"/>
                <a:gd name="connsiteY114" fmla="*/ 39024 h 775335"/>
                <a:gd name="connsiteX115" fmla="*/ 271226 w 1888549"/>
                <a:gd name="connsiteY115" fmla="*/ 45720 h 775335"/>
                <a:gd name="connsiteX116" fmla="*/ 248366 w 1888549"/>
                <a:gd name="connsiteY116" fmla="*/ 22860 h 775335"/>
                <a:gd name="connsiteX117" fmla="*/ 271226 w 1888549"/>
                <a:gd name="connsiteY117" fmla="*/ 0 h 775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1888549" h="775335">
                  <a:moveTo>
                    <a:pt x="858917" y="185738"/>
                  </a:moveTo>
                  <a:cubicBezTo>
                    <a:pt x="865108" y="185738"/>
                    <a:pt x="870823" y="188357"/>
                    <a:pt x="874990" y="192525"/>
                  </a:cubicBezTo>
                  <a:lnTo>
                    <a:pt x="876147" y="195263"/>
                  </a:lnTo>
                  <a:lnTo>
                    <a:pt x="1272302" y="195263"/>
                  </a:lnTo>
                  <a:lnTo>
                    <a:pt x="1449467" y="372428"/>
                  </a:lnTo>
                  <a:lnTo>
                    <a:pt x="1529477" y="372428"/>
                  </a:lnTo>
                  <a:lnTo>
                    <a:pt x="1598058" y="265748"/>
                  </a:lnTo>
                  <a:lnTo>
                    <a:pt x="1790447" y="265748"/>
                  </a:lnTo>
                  <a:lnTo>
                    <a:pt x="1793319" y="262890"/>
                  </a:lnTo>
                  <a:lnTo>
                    <a:pt x="1796177" y="265748"/>
                  </a:lnTo>
                  <a:lnTo>
                    <a:pt x="1888549" y="265748"/>
                  </a:lnTo>
                  <a:lnTo>
                    <a:pt x="1888549" y="291465"/>
                  </a:lnTo>
                  <a:lnTo>
                    <a:pt x="1800989" y="291465"/>
                  </a:lnTo>
                  <a:lnTo>
                    <a:pt x="1614249" y="479107"/>
                  </a:lnTo>
                  <a:lnTo>
                    <a:pt x="1321832" y="479107"/>
                  </a:lnTo>
                  <a:lnTo>
                    <a:pt x="1088382" y="747795"/>
                  </a:lnTo>
                  <a:lnTo>
                    <a:pt x="1090137" y="752118"/>
                  </a:lnTo>
                  <a:cubicBezTo>
                    <a:pt x="1090137" y="757952"/>
                    <a:pt x="1087994" y="763905"/>
                    <a:pt x="1083707" y="768667"/>
                  </a:cubicBezTo>
                  <a:cubicBezTo>
                    <a:pt x="1078946" y="773430"/>
                    <a:pt x="1073230" y="775335"/>
                    <a:pt x="1067515" y="775335"/>
                  </a:cubicBezTo>
                  <a:cubicBezTo>
                    <a:pt x="1061801" y="775335"/>
                    <a:pt x="1056085" y="773430"/>
                    <a:pt x="1051323" y="768667"/>
                  </a:cubicBezTo>
                  <a:cubicBezTo>
                    <a:pt x="1046561" y="764857"/>
                    <a:pt x="1044655" y="759142"/>
                    <a:pt x="1044655" y="752475"/>
                  </a:cubicBezTo>
                  <a:cubicBezTo>
                    <a:pt x="1044655" y="746760"/>
                    <a:pt x="1046561" y="741045"/>
                    <a:pt x="1051323" y="736282"/>
                  </a:cubicBezTo>
                  <a:cubicBezTo>
                    <a:pt x="1055133" y="732472"/>
                    <a:pt x="1060848" y="729615"/>
                    <a:pt x="1067515" y="729615"/>
                  </a:cubicBezTo>
                  <a:lnTo>
                    <a:pt x="1069567" y="730460"/>
                  </a:lnTo>
                  <a:lnTo>
                    <a:pt x="1310402" y="452437"/>
                  </a:lnTo>
                  <a:lnTo>
                    <a:pt x="1602819" y="452437"/>
                  </a:lnTo>
                  <a:lnTo>
                    <a:pt x="1764600" y="291465"/>
                  </a:lnTo>
                  <a:lnTo>
                    <a:pt x="1611392" y="291465"/>
                  </a:lnTo>
                  <a:lnTo>
                    <a:pt x="1542813" y="398145"/>
                  </a:lnTo>
                  <a:lnTo>
                    <a:pt x="1442800" y="398145"/>
                  </a:lnTo>
                  <a:lnTo>
                    <a:pt x="1440895" y="400050"/>
                  </a:lnTo>
                  <a:lnTo>
                    <a:pt x="1438990" y="398145"/>
                  </a:lnTo>
                  <a:lnTo>
                    <a:pt x="1159908" y="398145"/>
                  </a:lnTo>
                  <a:lnTo>
                    <a:pt x="1135200" y="368334"/>
                  </a:lnTo>
                  <a:lnTo>
                    <a:pt x="1064657" y="438150"/>
                  </a:lnTo>
                  <a:lnTo>
                    <a:pt x="814637" y="438150"/>
                  </a:lnTo>
                  <a:lnTo>
                    <a:pt x="813078" y="441842"/>
                  </a:lnTo>
                  <a:cubicBezTo>
                    <a:pt x="808911" y="446009"/>
                    <a:pt x="803196" y="448628"/>
                    <a:pt x="797005" y="448628"/>
                  </a:cubicBezTo>
                  <a:cubicBezTo>
                    <a:pt x="784622" y="448628"/>
                    <a:pt x="774145" y="438150"/>
                    <a:pt x="774145" y="425768"/>
                  </a:cubicBezTo>
                  <a:cubicBezTo>
                    <a:pt x="774145" y="413385"/>
                    <a:pt x="784622" y="402908"/>
                    <a:pt x="797005" y="402908"/>
                  </a:cubicBezTo>
                  <a:cubicBezTo>
                    <a:pt x="803196" y="402908"/>
                    <a:pt x="808911" y="405527"/>
                    <a:pt x="813078" y="409695"/>
                  </a:cubicBezTo>
                  <a:lnTo>
                    <a:pt x="814234" y="412432"/>
                  </a:lnTo>
                  <a:lnTo>
                    <a:pt x="1053227" y="412432"/>
                  </a:lnTo>
                  <a:lnTo>
                    <a:pt x="1118035" y="347625"/>
                  </a:lnTo>
                  <a:lnTo>
                    <a:pt x="1072278" y="292418"/>
                  </a:lnTo>
                  <a:lnTo>
                    <a:pt x="1019035" y="292418"/>
                  </a:lnTo>
                  <a:lnTo>
                    <a:pt x="929403" y="382905"/>
                  </a:lnTo>
                  <a:lnTo>
                    <a:pt x="662702" y="382905"/>
                  </a:lnTo>
                  <a:lnTo>
                    <a:pt x="493157" y="552450"/>
                  </a:lnTo>
                  <a:lnTo>
                    <a:pt x="321708" y="552450"/>
                  </a:lnTo>
                  <a:lnTo>
                    <a:pt x="43766" y="694962"/>
                  </a:lnTo>
                  <a:lnTo>
                    <a:pt x="38814" y="707707"/>
                  </a:lnTo>
                  <a:cubicBezTo>
                    <a:pt x="34052" y="711517"/>
                    <a:pt x="28337" y="714375"/>
                    <a:pt x="22622" y="714375"/>
                  </a:cubicBezTo>
                  <a:cubicBezTo>
                    <a:pt x="16907" y="714375"/>
                    <a:pt x="11192" y="712470"/>
                    <a:pt x="6429" y="707707"/>
                  </a:cubicBezTo>
                  <a:cubicBezTo>
                    <a:pt x="-2143" y="699135"/>
                    <a:pt x="-2143" y="684847"/>
                    <a:pt x="6429" y="675322"/>
                  </a:cubicBezTo>
                  <a:cubicBezTo>
                    <a:pt x="10239" y="670560"/>
                    <a:pt x="15954" y="668655"/>
                    <a:pt x="22622" y="668655"/>
                  </a:cubicBezTo>
                  <a:lnTo>
                    <a:pt x="31555" y="672333"/>
                  </a:lnTo>
                  <a:lnTo>
                    <a:pt x="314088" y="526733"/>
                  </a:lnTo>
                  <a:lnTo>
                    <a:pt x="481728" y="526733"/>
                  </a:lnTo>
                  <a:lnTo>
                    <a:pt x="652224" y="356235"/>
                  </a:lnTo>
                  <a:lnTo>
                    <a:pt x="917972" y="356235"/>
                  </a:lnTo>
                  <a:lnTo>
                    <a:pt x="982448" y="292418"/>
                  </a:lnTo>
                  <a:lnTo>
                    <a:pt x="487443" y="292418"/>
                  </a:lnTo>
                  <a:lnTo>
                    <a:pt x="137060" y="470305"/>
                  </a:lnTo>
                  <a:lnTo>
                    <a:pt x="132160" y="482917"/>
                  </a:lnTo>
                  <a:cubicBezTo>
                    <a:pt x="127398" y="486727"/>
                    <a:pt x="121683" y="489585"/>
                    <a:pt x="115968" y="489585"/>
                  </a:cubicBezTo>
                  <a:cubicBezTo>
                    <a:pt x="110253" y="489585"/>
                    <a:pt x="104538" y="487680"/>
                    <a:pt x="99775" y="482917"/>
                  </a:cubicBezTo>
                  <a:cubicBezTo>
                    <a:pt x="91203" y="474345"/>
                    <a:pt x="91203" y="460057"/>
                    <a:pt x="99775" y="450532"/>
                  </a:cubicBezTo>
                  <a:cubicBezTo>
                    <a:pt x="104538" y="445770"/>
                    <a:pt x="109300" y="443865"/>
                    <a:pt x="115968" y="443865"/>
                  </a:cubicBezTo>
                  <a:lnTo>
                    <a:pt x="125063" y="447610"/>
                  </a:lnTo>
                  <a:lnTo>
                    <a:pt x="479823" y="266700"/>
                  </a:lnTo>
                  <a:lnTo>
                    <a:pt x="1008431" y="266700"/>
                  </a:lnTo>
                  <a:lnTo>
                    <a:pt x="1011317" y="263843"/>
                  </a:lnTo>
                  <a:lnTo>
                    <a:pt x="1014174" y="266700"/>
                  </a:lnTo>
                  <a:lnTo>
                    <a:pt x="1084660" y="266700"/>
                  </a:lnTo>
                  <a:lnTo>
                    <a:pt x="1136151" y="329508"/>
                  </a:lnTo>
                  <a:lnTo>
                    <a:pt x="1137999" y="327660"/>
                  </a:lnTo>
                  <a:lnTo>
                    <a:pt x="1157049" y="346710"/>
                  </a:lnTo>
                  <a:lnTo>
                    <a:pt x="1153297" y="350423"/>
                  </a:lnTo>
                  <a:lnTo>
                    <a:pt x="1171338" y="372428"/>
                  </a:lnTo>
                  <a:lnTo>
                    <a:pt x="1413273" y="372428"/>
                  </a:lnTo>
                  <a:lnTo>
                    <a:pt x="1261825" y="220980"/>
                  </a:lnTo>
                  <a:lnTo>
                    <a:pt x="876549" y="220980"/>
                  </a:lnTo>
                  <a:lnTo>
                    <a:pt x="874990" y="224672"/>
                  </a:lnTo>
                  <a:cubicBezTo>
                    <a:pt x="870823" y="228839"/>
                    <a:pt x="865108" y="231458"/>
                    <a:pt x="858917" y="231458"/>
                  </a:cubicBezTo>
                  <a:cubicBezTo>
                    <a:pt x="846534" y="231458"/>
                    <a:pt x="836057" y="220980"/>
                    <a:pt x="836057" y="208598"/>
                  </a:cubicBezTo>
                  <a:cubicBezTo>
                    <a:pt x="836057" y="196215"/>
                    <a:pt x="846534" y="185738"/>
                    <a:pt x="858917" y="185738"/>
                  </a:cubicBezTo>
                  <a:close/>
                  <a:moveTo>
                    <a:pt x="271226" y="0"/>
                  </a:moveTo>
                  <a:cubicBezTo>
                    <a:pt x="277538" y="0"/>
                    <a:pt x="283253" y="2559"/>
                    <a:pt x="287390" y="6695"/>
                  </a:cubicBezTo>
                  <a:lnTo>
                    <a:pt x="288562" y="9525"/>
                  </a:lnTo>
                  <a:lnTo>
                    <a:pt x="369333" y="9525"/>
                  </a:lnTo>
                  <a:lnTo>
                    <a:pt x="489348" y="130492"/>
                  </a:lnTo>
                  <a:lnTo>
                    <a:pt x="1072278" y="130492"/>
                  </a:lnTo>
                  <a:lnTo>
                    <a:pt x="1139905" y="23812"/>
                  </a:lnTo>
                  <a:lnTo>
                    <a:pt x="1284828" y="23812"/>
                  </a:lnTo>
                  <a:lnTo>
                    <a:pt x="1287542" y="20955"/>
                  </a:lnTo>
                  <a:lnTo>
                    <a:pt x="1290384" y="23812"/>
                  </a:lnTo>
                  <a:lnTo>
                    <a:pt x="1553289" y="23812"/>
                  </a:lnTo>
                  <a:lnTo>
                    <a:pt x="1612344" y="131445"/>
                  </a:lnTo>
                  <a:lnTo>
                    <a:pt x="1888549" y="131445"/>
                  </a:lnTo>
                  <a:lnTo>
                    <a:pt x="1888549" y="157162"/>
                  </a:lnTo>
                  <a:lnTo>
                    <a:pt x="1598058" y="157162"/>
                  </a:lnTo>
                  <a:lnTo>
                    <a:pt x="1539002" y="50482"/>
                  </a:lnTo>
                  <a:lnTo>
                    <a:pt x="1316918" y="50482"/>
                  </a:lnTo>
                  <a:lnTo>
                    <a:pt x="1472327" y="206692"/>
                  </a:lnTo>
                  <a:lnTo>
                    <a:pt x="1888549" y="206692"/>
                  </a:lnTo>
                  <a:lnTo>
                    <a:pt x="1888549" y="233054"/>
                  </a:lnTo>
                  <a:lnTo>
                    <a:pt x="1461850" y="232410"/>
                  </a:lnTo>
                  <a:lnTo>
                    <a:pt x="1279922" y="50482"/>
                  </a:lnTo>
                  <a:lnTo>
                    <a:pt x="1153240" y="50482"/>
                  </a:lnTo>
                  <a:lnTo>
                    <a:pt x="1085613" y="156210"/>
                  </a:lnTo>
                  <a:lnTo>
                    <a:pt x="478870" y="156210"/>
                  </a:lnTo>
                  <a:lnTo>
                    <a:pt x="357903" y="36195"/>
                  </a:lnTo>
                  <a:lnTo>
                    <a:pt x="288562" y="36195"/>
                  </a:lnTo>
                  <a:lnTo>
                    <a:pt x="287390" y="39024"/>
                  </a:lnTo>
                  <a:cubicBezTo>
                    <a:pt x="283253" y="43161"/>
                    <a:pt x="277538" y="45720"/>
                    <a:pt x="271226" y="45720"/>
                  </a:cubicBezTo>
                  <a:cubicBezTo>
                    <a:pt x="258601" y="45720"/>
                    <a:pt x="248366" y="35485"/>
                    <a:pt x="248366" y="22860"/>
                  </a:cubicBezTo>
                  <a:cubicBezTo>
                    <a:pt x="248366" y="10235"/>
                    <a:pt x="258601" y="0"/>
                    <a:pt x="271226" y="0"/>
                  </a:cubicBezTo>
                  <a:close/>
                </a:path>
              </a:pathLst>
            </a:custGeom>
            <a:grpFill/>
            <a:ln w="9525" cap="flat">
              <a:noFill/>
              <a:prstDash val="solid"/>
              <a:miter/>
            </a:ln>
          </p:spPr>
          <p:txBody>
            <a:bodyPr rtlCol="0" anchor="ctr"/>
            <a:lstStyle/>
            <a:p>
              <a:endParaRPr lang="en-US" sz="2640"/>
            </a:p>
          </p:txBody>
        </p:sp>
      </p:grpSp>
      <p:sp>
        <p:nvSpPr>
          <p:cNvPr id="34" name="TextBox 33">
            <a:extLst>
              <a:ext uri="{FF2B5EF4-FFF2-40B4-BE49-F238E27FC236}">
                <a16:creationId xmlns:a16="http://schemas.microsoft.com/office/drawing/2014/main" id="{5021293D-5B94-44C0-B28C-07A4DDDF2452}"/>
              </a:ext>
            </a:extLst>
          </p:cNvPr>
          <p:cNvSpPr txBox="1"/>
          <p:nvPr/>
        </p:nvSpPr>
        <p:spPr>
          <a:xfrm>
            <a:off x="6778729" y="5020877"/>
            <a:ext cx="934730" cy="683264"/>
          </a:xfrm>
          <a:prstGeom prst="rect">
            <a:avLst/>
          </a:prstGeom>
          <a:noFill/>
        </p:spPr>
        <p:txBody>
          <a:bodyPr wrap="square" rtlCol="0">
            <a:spAutoFit/>
          </a:bodyPr>
          <a:lstStyle/>
          <a:p>
            <a:pPr algn="ctr"/>
            <a:r>
              <a:rPr lang="en-US" sz="3840" b="1" dirty="0">
                <a:solidFill>
                  <a:schemeClr val="tx2">
                    <a:lumMod val="60000"/>
                    <a:lumOff val="40000"/>
                  </a:schemeClr>
                </a:solidFill>
                <a:latin typeface="Rockwell Extra Bold" panose="02060903040505020403" pitchFamily="18" charset="0"/>
                <a:cs typeface="Arial" panose="020B0604020202020204" pitchFamily="34" charset="0"/>
              </a:rPr>
              <a:t>IT</a:t>
            </a:r>
          </a:p>
        </p:txBody>
      </p:sp>
      <p:sp>
        <p:nvSpPr>
          <p:cNvPr id="2" name="TextBox 1">
            <a:extLst>
              <a:ext uri="{FF2B5EF4-FFF2-40B4-BE49-F238E27FC236}">
                <a16:creationId xmlns:a16="http://schemas.microsoft.com/office/drawing/2014/main" id="{809DE313-A46B-6F45-9D6D-CD853302E305}"/>
              </a:ext>
            </a:extLst>
          </p:cNvPr>
          <p:cNvSpPr txBox="1"/>
          <p:nvPr/>
        </p:nvSpPr>
        <p:spPr>
          <a:xfrm>
            <a:off x="152400" y="140494"/>
            <a:ext cx="8763000" cy="1231106"/>
          </a:xfrm>
          <a:prstGeom prst="rect">
            <a:avLst/>
          </a:prstGeom>
          <a:noFill/>
        </p:spPr>
        <p:txBody>
          <a:bodyPr wrap="square" rtlCol="0">
            <a:spAutoFit/>
          </a:bodyPr>
          <a:lstStyle/>
          <a:p>
            <a:r>
              <a:rPr lang="en-GB" altLang="en-US" sz="3700" b="1" dirty="0">
                <a:solidFill>
                  <a:schemeClr val="bg1"/>
                </a:solidFill>
                <a:cs typeface="Arial" panose="020B0604020202020204" pitchFamily="34" charset="0"/>
              </a:rPr>
              <a:t>Ethics for IT Workers and IT Users</a:t>
            </a:r>
            <a:endParaRPr lang="en-US" sz="3700" b="1" dirty="0">
              <a:solidFill>
                <a:schemeClr val="bg1"/>
              </a:solidFill>
              <a:cs typeface="Arial" panose="020B0604020202020204" pitchFamily="34" charset="0"/>
            </a:endParaRPr>
          </a:p>
          <a:p>
            <a:endParaRPr lang="en-MM" sz="3700" dirty="0"/>
          </a:p>
        </p:txBody>
      </p:sp>
      <p:sp>
        <p:nvSpPr>
          <p:cNvPr id="3" name="Footer Placeholder 2">
            <a:extLst>
              <a:ext uri="{FF2B5EF4-FFF2-40B4-BE49-F238E27FC236}">
                <a16:creationId xmlns:a16="http://schemas.microsoft.com/office/drawing/2014/main" id="{21825622-713B-664B-92B6-49DEE4301620}"/>
              </a:ext>
            </a:extLst>
          </p:cNvPr>
          <p:cNvSpPr>
            <a:spLocks noGrp="1"/>
          </p:cNvSpPr>
          <p:nvPr>
            <p:ph type="ftr" sz="quarter" idx="11"/>
          </p:nvPr>
        </p:nvSpPr>
        <p:spPr/>
        <p:txBody>
          <a:bodyPr/>
          <a:lstStyle/>
          <a:p>
            <a:r>
              <a:rPr lang="en-US" smtClean="0"/>
              <a:t>Myanmar Institute of Information Technology, MIIT</a:t>
            </a:r>
            <a:endParaRPr lang="en-US"/>
          </a:p>
        </p:txBody>
      </p:sp>
      <p:sp>
        <p:nvSpPr>
          <p:cNvPr id="6" name="Date Placeholder 5"/>
          <p:cNvSpPr>
            <a:spLocks noGrp="1"/>
          </p:cNvSpPr>
          <p:nvPr>
            <p:ph type="dt" sz="half" idx="10"/>
          </p:nvPr>
        </p:nvSpPr>
        <p:spPr/>
        <p:txBody>
          <a:bodyPr/>
          <a:lstStyle/>
          <a:p>
            <a:fld id="{253C2DEC-107A-4A25-85C8-22F7230CD4D1}" type="datetime1">
              <a:rPr lang="en-US" smtClean="0"/>
              <a:t>9/8/2025</a:t>
            </a:fld>
            <a:endParaRPr lang="en-US"/>
          </a:p>
        </p:txBody>
      </p:sp>
    </p:spTree>
    <p:extLst>
      <p:ext uri="{BB962C8B-B14F-4D97-AF65-F5344CB8AC3E}">
        <p14:creationId xmlns:p14="http://schemas.microsoft.com/office/powerpoint/2010/main" val="312352990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직사각형 19">
            <a:extLst>
              <a:ext uri="{FF2B5EF4-FFF2-40B4-BE49-F238E27FC236}">
                <a16:creationId xmlns:a16="http://schemas.microsoft.com/office/drawing/2014/main" id="{69784083-71F5-6F42-A2C2-2E6E551AA6AF}"/>
              </a:ext>
            </a:extLst>
          </p:cNvPr>
          <p:cNvSpPr/>
          <p:nvPr/>
        </p:nvSpPr>
        <p:spPr>
          <a:xfrm>
            <a:off x="60961" y="171450"/>
            <a:ext cx="13008863" cy="681988"/>
          </a:xfrm>
          <a:prstGeom prst="rect">
            <a:avLst/>
          </a:prstGeom>
          <a:solidFill>
            <a:schemeClr val="accent5">
              <a:lumMod val="75000"/>
            </a:schemeClr>
          </a:solidFill>
        </p:spPr>
        <p:txBody>
          <a:bodyPr wrap="square" lIns="111511" tIns="55756" rIns="111511" bIns="55756"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95585">
              <a:defRPr/>
            </a:pPr>
            <a:endParaRPr lang="en-US" altLang="ko-KR" sz="3700" b="1" kern="0" dirty="0">
              <a:solidFill>
                <a:schemeClr val="bg1"/>
              </a:solidFill>
              <a:latin typeface="Arial" panose="020B0604020202020204" pitchFamily="34" charset="0"/>
              <a:ea typeface="맑은 고딕" panose="020B0503020000020004" pitchFamily="34" charset="-127"/>
              <a:cs typeface="Arial" panose="020B0604020202020204" pitchFamily="34" charset="0"/>
            </a:endParaRPr>
          </a:p>
        </p:txBody>
      </p:sp>
      <p:sp>
        <p:nvSpPr>
          <p:cNvPr id="4" name="Slide Number Placeholder 3">
            <a:extLst>
              <a:ext uri="{FF2B5EF4-FFF2-40B4-BE49-F238E27FC236}">
                <a16:creationId xmlns:a16="http://schemas.microsoft.com/office/drawing/2014/main" id="{EE39CD3E-7BDF-4AE0-93B3-C49CA8F0D23F}"/>
              </a:ext>
            </a:extLst>
          </p:cNvPr>
          <p:cNvSpPr>
            <a:spLocks noGrp="1"/>
          </p:cNvSpPr>
          <p:nvPr>
            <p:ph type="sldNum" sz="quarter" idx="12"/>
          </p:nvPr>
        </p:nvSpPr>
        <p:spPr/>
        <p:txBody>
          <a:bodyPr/>
          <a:lstStyle/>
          <a:p>
            <a:fld id="{9B08F086-0AA8-4846-9116-C6B69902F758}" type="slidenum">
              <a:rPr lang="en-US" smtClean="0"/>
              <a:t>3</a:t>
            </a:fld>
            <a:endParaRPr lang="en-US"/>
          </a:p>
        </p:txBody>
      </p:sp>
      <p:sp>
        <p:nvSpPr>
          <p:cNvPr id="27" name="Rectangle 26">
            <a:extLst>
              <a:ext uri="{FF2B5EF4-FFF2-40B4-BE49-F238E27FC236}">
                <a16:creationId xmlns:a16="http://schemas.microsoft.com/office/drawing/2014/main" id="{D4507095-E9F2-47DE-9864-F1F8AE2231C9}"/>
              </a:ext>
            </a:extLst>
          </p:cNvPr>
          <p:cNvSpPr/>
          <p:nvPr/>
        </p:nvSpPr>
        <p:spPr>
          <a:xfrm>
            <a:off x="0" y="1308673"/>
            <a:ext cx="7084013" cy="796414"/>
          </a:xfrm>
          <a:prstGeom prst="rect">
            <a:avLst/>
          </a:prstGeom>
          <a:solidFill>
            <a:srgbClr val="00B0F0"/>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640"/>
          </a:p>
        </p:txBody>
      </p:sp>
      <p:sp>
        <p:nvSpPr>
          <p:cNvPr id="35" name="Rectangle 34">
            <a:extLst>
              <a:ext uri="{FF2B5EF4-FFF2-40B4-BE49-F238E27FC236}">
                <a16:creationId xmlns:a16="http://schemas.microsoft.com/office/drawing/2014/main" id="{53E57E6E-13B6-409C-92C8-EE9E3250AD9A}"/>
              </a:ext>
            </a:extLst>
          </p:cNvPr>
          <p:cNvSpPr/>
          <p:nvPr/>
        </p:nvSpPr>
        <p:spPr>
          <a:xfrm>
            <a:off x="164965" y="1453477"/>
            <a:ext cx="6871561" cy="535531"/>
          </a:xfrm>
          <a:prstGeom prst="rect">
            <a:avLst/>
          </a:prstGeom>
          <a:effectLst>
            <a:outerShdw blurRad="50800" dist="38100" dir="8100000" algn="tr" rotWithShape="0">
              <a:prstClr val="black">
                <a:alpha val="40000"/>
              </a:prstClr>
            </a:outerShdw>
          </a:effectLst>
        </p:spPr>
        <p:txBody>
          <a:bodyPr wrap="none">
            <a:spAutoFit/>
          </a:bodyPr>
          <a:lstStyle/>
          <a:p>
            <a:r>
              <a:rPr lang="en-US" sz="2880" dirty="0">
                <a:solidFill>
                  <a:schemeClr val="bg1"/>
                </a:solidFill>
                <a:latin typeface="Arial" panose="020B0604020202020204" pitchFamily="34" charset="0"/>
                <a:cs typeface="Arial" panose="020B0604020202020204" pitchFamily="34" charset="0"/>
              </a:rPr>
              <a:t>To recognize if facing an ethical problem </a:t>
            </a:r>
          </a:p>
        </p:txBody>
      </p:sp>
      <p:sp>
        <p:nvSpPr>
          <p:cNvPr id="36" name="Rectangle 35">
            <a:extLst>
              <a:ext uri="{FF2B5EF4-FFF2-40B4-BE49-F238E27FC236}">
                <a16:creationId xmlns:a16="http://schemas.microsoft.com/office/drawing/2014/main" id="{CC42C4B3-9A43-49C1-811E-0D20D9FCC731}"/>
              </a:ext>
            </a:extLst>
          </p:cNvPr>
          <p:cNvSpPr/>
          <p:nvPr/>
        </p:nvSpPr>
        <p:spPr>
          <a:xfrm>
            <a:off x="1860953" y="2349546"/>
            <a:ext cx="10926576" cy="3822653"/>
          </a:xfrm>
          <a:prstGeom prst="rect">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640"/>
          </a:p>
        </p:txBody>
      </p:sp>
      <p:sp>
        <p:nvSpPr>
          <p:cNvPr id="37" name="Rectangle 36">
            <a:extLst>
              <a:ext uri="{FF2B5EF4-FFF2-40B4-BE49-F238E27FC236}">
                <a16:creationId xmlns:a16="http://schemas.microsoft.com/office/drawing/2014/main" id="{24EC8656-9469-446D-8A5E-AC65A8438A8C}"/>
              </a:ext>
            </a:extLst>
          </p:cNvPr>
          <p:cNvSpPr/>
          <p:nvPr/>
        </p:nvSpPr>
        <p:spPr>
          <a:xfrm>
            <a:off x="2317915" y="2436935"/>
            <a:ext cx="9991313" cy="1477328"/>
          </a:xfrm>
          <a:prstGeom prst="rect">
            <a:avLst/>
          </a:prstGeom>
        </p:spPr>
        <p:txBody>
          <a:bodyPr wrap="square">
            <a:spAutoFit/>
          </a:bodyPr>
          <a:lstStyle/>
          <a:p>
            <a:pPr>
              <a:lnSpc>
                <a:spcPct val="125000"/>
              </a:lnSpc>
            </a:pPr>
            <a:r>
              <a:rPr lang="en-US" sz="2400" dirty="0">
                <a:latin typeface="Arial" panose="020B0604020202020204" pitchFamily="34" charset="0"/>
                <a:cs typeface="Arial" panose="020B0604020202020204" pitchFamily="34" charset="0"/>
              </a:rPr>
              <a:t>Is there something you or others prefer to keep </a:t>
            </a:r>
            <a:r>
              <a:rPr lang="en-US" sz="2400" b="1" dirty="0">
                <a:latin typeface="Arial" panose="020B0604020202020204" pitchFamily="34" charset="0"/>
                <a:cs typeface="Arial" panose="020B0604020202020204" pitchFamily="34" charset="0"/>
              </a:rPr>
              <a:t>quiet</a:t>
            </a:r>
            <a:r>
              <a:rPr lang="en-US" sz="2400" dirty="0">
                <a:latin typeface="Arial" panose="020B0604020202020204" pitchFamily="34" charset="0"/>
                <a:cs typeface="Arial" panose="020B0604020202020204" pitchFamily="34" charset="0"/>
              </a:rPr>
              <a:t>? </a:t>
            </a:r>
          </a:p>
          <a:p>
            <a:pPr marL="342900" indent="-342900">
              <a:lnSpc>
                <a:spcPct val="125000"/>
              </a:lnSpc>
              <a:buClr>
                <a:srgbClr val="00B0F0"/>
              </a:buClr>
              <a:buSzPct val="90000"/>
              <a:buFont typeface="Wingdings" panose="05000000000000000000" pitchFamily="2" charset="2"/>
              <a:buChar char="v"/>
            </a:pPr>
            <a:r>
              <a:rPr lang="en-US" sz="2400" dirty="0">
                <a:solidFill>
                  <a:schemeClr val="accent1">
                    <a:lumMod val="75000"/>
                  </a:schemeClr>
                </a:solidFill>
                <a:latin typeface="Arial" panose="020B0604020202020204" pitchFamily="34" charset="0"/>
                <a:cs typeface="Arial" panose="020B0604020202020204" pitchFamily="34" charset="0"/>
              </a:rPr>
              <a:t>Smell Test </a:t>
            </a:r>
            <a:r>
              <a:rPr lang="en-US" sz="2400" dirty="0">
                <a:solidFill>
                  <a:srgbClr val="00B0F0"/>
                </a:solidFill>
                <a:latin typeface="Arial" panose="020B0604020202020204" pitchFamily="34" charset="0"/>
                <a:cs typeface="Arial" panose="020B0604020202020204" pitchFamily="34" charset="0"/>
              </a:rPr>
              <a:t>:</a:t>
            </a:r>
            <a:r>
              <a:rPr lang="en-US" sz="2400" dirty="0" smtClean="0"/>
              <a:t> </a:t>
            </a:r>
            <a:r>
              <a:rPr lang="en-US" sz="2400" dirty="0">
                <a:latin typeface="Arial" panose="020B0604020202020204" pitchFamily="34" charset="0"/>
                <a:cs typeface="Arial" panose="020B0604020202020204" pitchFamily="34" charset="0"/>
              </a:rPr>
              <a:t>Does something feel wrong about this situation? If yes, take a moment to reconsider.</a:t>
            </a:r>
            <a:endParaRPr lang="en-US" sz="2400" dirty="0">
              <a:solidFill>
                <a:srgbClr val="000000"/>
              </a:solidFill>
              <a:latin typeface="Arial" panose="020B0604020202020204" pitchFamily="34" charset="0"/>
              <a:cs typeface="Arial" panose="020B0604020202020204" pitchFamily="34" charset="0"/>
            </a:endParaRPr>
          </a:p>
        </p:txBody>
      </p:sp>
      <p:sp>
        <p:nvSpPr>
          <p:cNvPr id="38" name="Rectangle 37">
            <a:extLst>
              <a:ext uri="{FF2B5EF4-FFF2-40B4-BE49-F238E27FC236}">
                <a16:creationId xmlns:a16="http://schemas.microsoft.com/office/drawing/2014/main" id="{275A56DF-7127-4AC2-B3EF-735295E03F1F}"/>
              </a:ext>
            </a:extLst>
          </p:cNvPr>
          <p:cNvSpPr/>
          <p:nvPr/>
        </p:nvSpPr>
        <p:spPr>
          <a:xfrm>
            <a:off x="2362200" y="3962400"/>
            <a:ext cx="10357073" cy="1938992"/>
          </a:xfrm>
          <a:prstGeom prst="rect">
            <a:avLst/>
          </a:prstGeom>
        </p:spPr>
        <p:txBody>
          <a:bodyPr wrap="square">
            <a:spAutoFit/>
          </a:bodyPr>
          <a:lstStyle/>
          <a:p>
            <a:pPr algn="just">
              <a:lnSpc>
                <a:spcPct val="125000"/>
              </a:lnSpc>
            </a:pPr>
            <a:r>
              <a:rPr lang="en-US" sz="2400" dirty="0">
                <a:latin typeface="Arial" panose="020B0604020202020204" pitchFamily="34" charset="0"/>
                <a:cs typeface="Arial" panose="020B0604020202020204" pitchFamily="34" charset="0"/>
              </a:rPr>
              <a:t>This is the rule that most </a:t>
            </a:r>
            <a:r>
              <a:rPr lang="en-US" sz="2400" b="1" dirty="0">
                <a:latin typeface="Arial" panose="020B0604020202020204" pitchFamily="34" charset="0"/>
                <a:cs typeface="Arial" panose="020B0604020202020204" pitchFamily="34" charset="0"/>
              </a:rPr>
              <a:t>rational people </a:t>
            </a:r>
            <a:r>
              <a:rPr lang="en-US" sz="2400" dirty="0">
                <a:latin typeface="Arial" panose="020B0604020202020204" pitchFamily="34" charset="0"/>
                <a:cs typeface="Arial" panose="020B0604020202020204" pitchFamily="34" charset="0"/>
              </a:rPr>
              <a:t>use when making decisions about how to behave.  It is very easy to determine whether we would like a particular thing to happen to us – so we are able to use the “</a:t>
            </a:r>
            <a:r>
              <a:rPr lang="en-US" sz="2400" dirty="0">
                <a:solidFill>
                  <a:schemeClr val="accent1">
                    <a:lumMod val="75000"/>
                  </a:schemeClr>
                </a:solidFill>
                <a:latin typeface="Arial" panose="020B0604020202020204" pitchFamily="34" charset="0"/>
                <a:cs typeface="Arial" panose="020B0604020202020204" pitchFamily="34" charset="0"/>
              </a:rPr>
              <a:t>other persons shoes test</a:t>
            </a:r>
            <a:r>
              <a:rPr lang="en-US" sz="2400" dirty="0">
                <a:latin typeface="Arial" panose="020B0604020202020204" pitchFamily="34" charset="0"/>
                <a:cs typeface="Arial" panose="020B0604020202020204" pitchFamily="34" charset="0"/>
              </a:rPr>
              <a:t>” in order to determine the appropriate action.</a:t>
            </a:r>
          </a:p>
        </p:txBody>
      </p:sp>
      <p:sp>
        <p:nvSpPr>
          <p:cNvPr id="39" name="Isosceles Triangle 57">
            <a:extLst>
              <a:ext uri="{FF2B5EF4-FFF2-40B4-BE49-F238E27FC236}">
                <a16:creationId xmlns:a16="http://schemas.microsoft.com/office/drawing/2014/main" id="{505C2967-659F-4CA4-85B2-90DFC10706E9}"/>
              </a:ext>
            </a:extLst>
          </p:cNvPr>
          <p:cNvSpPr/>
          <p:nvPr/>
        </p:nvSpPr>
        <p:spPr>
          <a:xfrm rot="5400000">
            <a:off x="2043568" y="2513319"/>
            <a:ext cx="159247" cy="363798"/>
          </a:xfrm>
          <a:custGeom>
            <a:avLst/>
            <a:gdLst>
              <a:gd name="connsiteX0" fmla="*/ 1148449 w 1346449"/>
              <a:gd name="connsiteY0" fmla="*/ 2457725 h 3249725"/>
              <a:gd name="connsiteX1" fmla="*/ 198001 w 1346449"/>
              <a:gd name="connsiteY1" fmla="*/ 2457725 h 3249725"/>
              <a:gd name="connsiteX2" fmla="*/ 1 w 1346449"/>
              <a:gd name="connsiteY2" fmla="*/ 3249725 h 3249725"/>
              <a:gd name="connsiteX3" fmla="*/ 1346449 w 1346449"/>
              <a:gd name="connsiteY3" fmla="*/ 3249725 h 3249725"/>
              <a:gd name="connsiteX4" fmla="*/ 1148449 w 1346449"/>
              <a:gd name="connsiteY4" fmla="*/ 2457725 h 3249725"/>
              <a:gd name="connsiteX5" fmla="*/ 755186 w 1346449"/>
              <a:gd name="connsiteY5" fmla="*/ 82950 h 3249725"/>
              <a:gd name="connsiteX6" fmla="*/ 734449 w 1346449"/>
              <a:gd name="connsiteY6" fmla="*/ 1314594 h 3249725"/>
              <a:gd name="connsiteX7" fmla="*/ 853246 w 1346449"/>
              <a:gd name="connsiteY7" fmla="*/ 1483214 h 3249725"/>
              <a:gd name="connsiteX8" fmla="*/ 673226 w 1346449"/>
              <a:gd name="connsiteY8" fmla="*/ 1663234 h 3249725"/>
              <a:gd name="connsiteX9" fmla="*/ 493206 w 1346449"/>
              <a:gd name="connsiteY9" fmla="*/ 1483214 h 3249725"/>
              <a:gd name="connsiteX10" fmla="*/ 612000 w 1346449"/>
              <a:gd name="connsiteY10" fmla="*/ 1314595 h 3249725"/>
              <a:gd name="connsiteX11" fmla="*/ 612000 w 1346449"/>
              <a:gd name="connsiteY11" fmla="*/ 0 h 3249725"/>
              <a:gd name="connsiteX12" fmla="*/ 2939 w 1346449"/>
              <a:gd name="connsiteY12" fmla="*/ 1574694 h 3249725"/>
              <a:gd name="connsiteX13" fmla="*/ 0 w 1346449"/>
              <a:gd name="connsiteY13" fmla="*/ 1574694 h 3249725"/>
              <a:gd name="connsiteX14" fmla="*/ 2009 w 1346449"/>
              <a:gd name="connsiteY14" fmla="*/ 1577097 h 3249725"/>
              <a:gd name="connsiteX15" fmla="*/ 0 w 1346449"/>
              <a:gd name="connsiteY15" fmla="*/ 1582292 h 3249725"/>
              <a:gd name="connsiteX16" fmla="*/ 6353 w 1346449"/>
              <a:gd name="connsiteY16" fmla="*/ 1582292 h 3249725"/>
              <a:gd name="connsiteX17" fmla="*/ 273414 w 1346449"/>
              <a:gd name="connsiteY17" fmla="*/ 2376121 h 3249725"/>
              <a:gd name="connsiteX18" fmla="*/ 1091887 w 1346449"/>
              <a:gd name="connsiteY18" fmla="*/ 2366694 h 3249725"/>
              <a:gd name="connsiteX19" fmla="*/ 1340768 w 1346449"/>
              <a:gd name="connsiteY19" fmla="*/ 1582292 h 3249725"/>
              <a:gd name="connsiteX20" fmla="*/ 1346449 w 1346449"/>
              <a:gd name="connsiteY20" fmla="*/ 1582292 h 3249725"/>
              <a:gd name="connsiteX21" fmla="*/ 1344512 w 1346449"/>
              <a:gd name="connsiteY21" fmla="*/ 1577284 h 3249725"/>
              <a:gd name="connsiteX22" fmla="*/ 1346448 w 1346449"/>
              <a:gd name="connsiteY22" fmla="*/ 1574694 h 3249725"/>
              <a:gd name="connsiteX23" fmla="*/ 1343510 w 1346449"/>
              <a:gd name="connsiteY23" fmla="*/ 1574694 h 3249725"/>
              <a:gd name="connsiteX24" fmla="*/ 755186 w 1346449"/>
              <a:gd name="connsiteY24" fmla="*/ 82950 h 3249725"/>
              <a:gd name="connsiteX0" fmla="*/ 1148449 w 1346449"/>
              <a:gd name="connsiteY0" fmla="*/ 2374775 h 3166775"/>
              <a:gd name="connsiteX1" fmla="*/ 198001 w 1346449"/>
              <a:gd name="connsiteY1" fmla="*/ 2374775 h 3166775"/>
              <a:gd name="connsiteX2" fmla="*/ 1 w 1346449"/>
              <a:gd name="connsiteY2" fmla="*/ 3166775 h 3166775"/>
              <a:gd name="connsiteX3" fmla="*/ 1346449 w 1346449"/>
              <a:gd name="connsiteY3" fmla="*/ 3166775 h 3166775"/>
              <a:gd name="connsiteX4" fmla="*/ 1148449 w 1346449"/>
              <a:gd name="connsiteY4" fmla="*/ 2374775 h 3166775"/>
              <a:gd name="connsiteX5" fmla="*/ 755186 w 1346449"/>
              <a:gd name="connsiteY5" fmla="*/ 0 h 3166775"/>
              <a:gd name="connsiteX6" fmla="*/ 734449 w 1346449"/>
              <a:gd name="connsiteY6" fmla="*/ 1231644 h 3166775"/>
              <a:gd name="connsiteX7" fmla="*/ 853246 w 1346449"/>
              <a:gd name="connsiteY7" fmla="*/ 1400264 h 3166775"/>
              <a:gd name="connsiteX8" fmla="*/ 673226 w 1346449"/>
              <a:gd name="connsiteY8" fmla="*/ 1580284 h 3166775"/>
              <a:gd name="connsiteX9" fmla="*/ 493206 w 1346449"/>
              <a:gd name="connsiteY9" fmla="*/ 1400264 h 3166775"/>
              <a:gd name="connsiteX10" fmla="*/ 612000 w 1346449"/>
              <a:gd name="connsiteY10" fmla="*/ 1231645 h 3166775"/>
              <a:gd name="connsiteX11" fmla="*/ 591263 w 1346449"/>
              <a:gd name="connsiteY11" fmla="*/ 10368 h 3166775"/>
              <a:gd name="connsiteX12" fmla="*/ 2939 w 1346449"/>
              <a:gd name="connsiteY12" fmla="*/ 1491744 h 3166775"/>
              <a:gd name="connsiteX13" fmla="*/ 0 w 1346449"/>
              <a:gd name="connsiteY13" fmla="*/ 1491744 h 3166775"/>
              <a:gd name="connsiteX14" fmla="*/ 2009 w 1346449"/>
              <a:gd name="connsiteY14" fmla="*/ 1494147 h 3166775"/>
              <a:gd name="connsiteX15" fmla="*/ 0 w 1346449"/>
              <a:gd name="connsiteY15" fmla="*/ 1499342 h 3166775"/>
              <a:gd name="connsiteX16" fmla="*/ 6353 w 1346449"/>
              <a:gd name="connsiteY16" fmla="*/ 1499342 h 3166775"/>
              <a:gd name="connsiteX17" fmla="*/ 273414 w 1346449"/>
              <a:gd name="connsiteY17" fmla="*/ 2293171 h 3166775"/>
              <a:gd name="connsiteX18" fmla="*/ 1091887 w 1346449"/>
              <a:gd name="connsiteY18" fmla="*/ 2283744 h 3166775"/>
              <a:gd name="connsiteX19" fmla="*/ 1340768 w 1346449"/>
              <a:gd name="connsiteY19" fmla="*/ 1499342 h 3166775"/>
              <a:gd name="connsiteX20" fmla="*/ 1346449 w 1346449"/>
              <a:gd name="connsiteY20" fmla="*/ 1499342 h 3166775"/>
              <a:gd name="connsiteX21" fmla="*/ 1344512 w 1346449"/>
              <a:gd name="connsiteY21" fmla="*/ 1494334 h 3166775"/>
              <a:gd name="connsiteX22" fmla="*/ 1346448 w 1346449"/>
              <a:gd name="connsiteY22" fmla="*/ 1491744 h 3166775"/>
              <a:gd name="connsiteX23" fmla="*/ 1343510 w 1346449"/>
              <a:gd name="connsiteY23" fmla="*/ 1491744 h 3166775"/>
              <a:gd name="connsiteX24" fmla="*/ 755186 w 1346449"/>
              <a:gd name="connsiteY24" fmla="*/ 0 h 31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346449" h="3166775">
                <a:moveTo>
                  <a:pt x="1148449" y="2374775"/>
                </a:moveTo>
                <a:lnTo>
                  <a:pt x="198001" y="2374775"/>
                </a:lnTo>
                <a:lnTo>
                  <a:pt x="1" y="3166775"/>
                </a:lnTo>
                <a:lnTo>
                  <a:pt x="1346449" y="3166775"/>
                </a:lnTo>
                <a:lnTo>
                  <a:pt x="1148449" y="2374775"/>
                </a:lnTo>
                <a:close/>
                <a:moveTo>
                  <a:pt x="755186" y="0"/>
                </a:moveTo>
                <a:cubicBezTo>
                  <a:pt x="755186" y="438198"/>
                  <a:pt x="734449" y="793446"/>
                  <a:pt x="734449" y="1231644"/>
                </a:cubicBezTo>
                <a:cubicBezTo>
                  <a:pt x="803843" y="1256124"/>
                  <a:pt x="853246" y="1322425"/>
                  <a:pt x="853246" y="1400264"/>
                </a:cubicBezTo>
                <a:cubicBezTo>
                  <a:pt x="853246" y="1499686"/>
                  <a:pt x="772648" y="1580284"/>
                  <a:pt x="673226" y="1580284"/>
                </a:cubicBezTo>
                <a:cubicBezTo>
                  <a:pt x="573804" y="1580284"/>
                  <a:pt x="493206" y="1499686"/>
                  <a:pt x="493206" y="1400264"/>
                </a:cubicBezTo>
                <a:cubicBezTo>
                  <a:pt x="493206" y="1322426"/>
                  <a:pt x="542608" y="1256126"/>
                  <a:pt x="612000" y="1231645"/>
                </a:cubicBezTo>
                <a:lnTo>
                  <a:pt x="591263" y="10368"/>
                </a:lnTo>
                <a:lnTo>
                  <a:pt x="2939" y="1491744"/>
                </a:lnTo>
                <a:lnTo>
                  <a:pt x="0" y="1491744"/>
                </a:lnTo>
                <a:lnTo>
                  <a:pt x="2009" y="1494147"/>
                </a:lnTo>
                <a:lnTo>
                  <a:pt x="0" y="1499342"/>
                </a:lnTo>
                <a:lnTo>
                  <a:pt x="6353" y="1499342"/>
                </a:lnTo>
                <a:cubicBezTo>
                  <a:pt x="274151" y="1797289"/>
                  <a:pt x="320153" y="2031319"/>
                  <a:pt x="273414" y="2293171"/>
                </a:cubicBezTo>
                <a:lnTo>
                  <a:pt x="1091887" y="2283744"/>
                </a:lnTo>
                <a:cubicBezTo>
                  <a:pt x="1035756" y="1984266"/>
                  <a:pt x="1081794" y="1833397"/>
                  <a:pt x="1340768" y="1499342"/>
                </a:cubicBezTo>
                <a:lnTo>
                  <a:pt x="1346449" y="1499342"/>
                </a:lnTo>
                <a:lnTo>
                  <a:pt x="1344512" y="1494334"/>
                </a:lnTo>
                <a:cubicBezTo>
                  <a:pt x="1345124" y="1493447"/>
                  <a:pt x="1345785" y="1492596"/>
                  <a:pt x="1346448" y="1491744"/>
                </a:cubicBezTo>
                <a:lnTo>
                  <a:pt x="1343510" y="1491744"/>
                </a:lnTo>
                <a:cubicBezTo>
                  <a:pt x="1140490" y="966846"/>
                  <a:pt x="958206" y="524898"/>
                  <a:pt x="755186" y="0"/>
                </a:cubicBezTo>
                <a:close/>
              </a:path>
            </a:pathLst>
          </a:custGeom>
          <a:solidFill>
            <a:srgbClr val="00B0F0"/>
          </a:solidFill>
          <a:ln w="12700" cap="flat" cmpd="sng" algn="ctr">
            <a:noFill/>
            <a:prstDash val="solid"/>
            <a:miter lim="800000"/>
          </a:ln>
          <a:effectLst/>
        </p:spPr>
        <p:txBody>
          <a:bodyPr rot="0" spcFirstLastPara="0" vertOverflow="overflow" horzOverflow="overflow" vert="horz" wrap="square" lIns="109728" tIns="54864" rIns="109728" bIns="54864" numCol="1" spcCol="0" rtlCol="0" fromWordArt="0" anchor="ctr" anchorCtr="0" forceAA="0" compatLnSpc="1">
            <a:prstTxWarp prst="textNoShape">
              <a:avLst/>
            </a:prstTxWarp>
            <a:noAutofit/>
          </a:bodyPr>
          <a:lstStyle/>
          <a:p>
            <a:pPr algn="ctr" defTabSz="1097143">
              <a:defRPr/>
            </a:pPr>
            <a:endParaRPr lang="ko-KR" altLang="en-US" sz="3240" kern="0" dirty="0">
              <a:solidFill>
                <a:prstClr val="white"/>
              </a:solidFill>
              <a:latin typeface="Arial"/>
            </a:endParaRPr>
          </a:p>
        </p:txBody>
      </p:sp>
      <p:sp>
        <p:nvSpPr>
          <p:cNvPr id="40" name="Isosceles Triangle 57">
            <a:extLst>
              <a:ext uri="{FF2B5EF4-FFF2-40B4-BE49-F238E27FC236}">
                <a16:creationId xmlns:a16="http://schemas.microsoft.com/office/drawing/2014/main" id="{718DA84C-3C86-4BC8-897E-DCB7516D5464}"/>
              </a:ext>
            </a:extLst>
          </p:cNvPr>
          <p:cNvSpPr/>
          <p:nvPr/>
        </p:nvSpPr>
        <p:spPr>
          <a:xfrm rot="5400000">
            <a:off x="2007275" y="4012525"/>
            <a:ext cx="159247" cy="363798"/>
          </a:xfrm>
          <a:custGeom>
            <a:avLst/>
            <a:gdLst>
              <a:gd name="connsiteX0" fmla="*/ 1148449 w 1346449"/>
              <a:gd name="connsiteY0" fmla="*/ 2457725 h 3249725"/>
              <a:gd name="connsiteX1" fmla="*/ 198001 w 1346449"/>
              <a:gd name="connsiteY1" fmla="*/ 2457725 h 3249725"/>
              <a:gd name="connsiteX2" fmla="*/ 1 w 1346449"/>
              <a:gd name="connsiteY2" fmla="*/ 3249725 h 3249725"/>
              <a:gd name="connsiteX3" fmla="*/ 1346449 w 1346449"/>
              <a:gd name="connsiteY3" fmla="*/ 3249725 h 3249725"/>
              <a:gd name="connsiteX4" fmla="*/ 1148449 w 1346449"/>
              <a:gd name="connsiteY4" fmla="*/ 2457725 h 3249725"/>
              <a:gd name="connsiteX5" fmla="*/ 755186 w 1346449"/>
              <a:gd name="connsiteY5" fmla="*/ 82950 h 3249725"/>
              <a:gd name="connsiteX6" fmla="*/ 734449 w 1346449"/>
              <a:gd name="connsiteY6" fmla="*/ 1314594 h 3249725"/>
              <a:gd name="connsiteX7" fmla="*/ 853246 w 1346449"/>
              <a:gd name="connsiteY7" fmla="*/ 1483214 h 3249725"/>
              <a:gd name="connsiteX8" fmla="*/ 673226 w 1346449"/>
              <a:gd name="connsiteY8" fmla="*/ 1663234 h 3249725"/>
              <a:gd name="connsiteX9" fmla="*/ 493206 w 1346449"/>
              <a:gd name="connsiteY9" fmla="*/ 1483214 h 3249725"/>
              <a:gd name="connsiteX10" fmla="*/ 612000 w 1346449"/>
              <a:gd name="connsiteY10" fmla="*/ 1314595 h 3249725"/>
              <a:gd name="connsiteX11" fmla="*/ 612000 w 1346449"/>
              <a:gd name="connsiteY11" fmla="*/ 0 h 3249725"/>
              <a:gd name="connsiteX12" fmla="*/ 2939 w 1346449"/>
              <a:gd name="connsiteY12" fmla="*/ 1574694 h 3249725"/>
              <a:gd name="connsiteX13" fmla="*/ 0 w 1346449"/>
              <a:gd name="connsiteY13" fmla="*/ 1574694 h 3249725"/>
              <a:gd name="connsiteX14" fmla="*/ 2009 w 1346449"/>
              <a:gd name="connsiteY14" fmla="*/ 1577097 h 3249725"/>
              <a:gd name="connsiteX15" fmla="*/ 0 w 1346449"/>
              <a:gd name="connsiteY15" fmla="*/ 1582292 h 3249725"/>
              <a:gd name="connsiteX16" fmla="*/ 6353 w 1346449"/>
              <a:gd name="connsiteY16" fmla="*/ 1582292 h 3249725"/>
              <a:gd name="connsiteX17" fmla="*/ 273414 w 1346449"/>
              <a:gd name="connsiteY17" fmla="*/ 2376121 h 3249725"/>
              <a:gd name="connsiteX18" fmla="*/ 1091887 w 1346449"/>
              <a:gd name="connsiteY18" fmla="*/ 2366694 h 3249725"/>
              <a:gd name="connsiteX19" fmla="*/ 1340768 w 1346449"/>
              <a:gd name="connsiteY19" fmla="*/ 1582292 h 3249725"/>
              <a:gd name="connsiteX20" fmla="*/ 1346449 w 1346449"/>
              <a:gd name="connsiteY20" fmla="*/ 1582292 h 3249725"/>
              <a:gd name="connsiteX21" fmla="*/ 1344512 w 1346449"/>
              <a:gd name="connsiteY21" fmla="*/ 1577284 h 3249725"/>
              <a:gd name="connsiteX22" fmla="*/ 1346448 w 1346449"/>
              <a:gd name="connsiteY22" fmla="*/ 1574694 h 3249725"/>
              <a:gd name="connsiteX23" fmla="*/ 1343510 w 1346449"/>
              <a:gd name="connsiteY23" fmla="*/ 1574694 h 3249725"/>
              <a:gd name="connsiteX24" fmla="*/ 755186 w 1346449"/>
              <a:gd name="connsiteY24" fmla="*/ 82950 h 3249725"/>
              <a:gd name="connsiteX0" fmla="*/ 1148449 w 1346449"/>
              <a:gd name="connsiteY0" fmla="*/ 2374775 h 3166775"/>
              <a:gd name="connsiteX1" fmla="*/ 198001 w 1346449"/>
              <a:gd name="connsiteY1" fmla="*/ 2374775 h 3166775"/>
              <a:gd name="connsiteX2" fmla="*/ 1 w 1346449"/>
              <a:gd name="connsiteY2" fmla="*/ 3166775 h 3166775"/>
              <a:gd name="connsiteX3" fmla="*/ 1346449 w 1346449"/>
              <a:gd name="connsiteY3" fmla="*/ 3166775 h 3166775"/>
              <a:gd name="connsiteX4" fmla="*/ 1148449 w 1346449"/>
              <a:gd name="connsiteY4" fmla="*/ 2374775 h 3166775"/>
              <a:gd name="connsiteX5" fmla="*/ 755186 w 1346449"/>
              <a:gd name="connsiteY5" fmla="*/ 0 h 3166775"/>
              <a:gd name="connsiteX6" fmla="*/ 734449 w 1346449"/>
              <a:gd name="connsiteY6" fmla="*/ 1231644 h 3166775"/>
              <a:gd name="connsiteX7" fmla="*/ 853246 w 1346449"/>
              <a:gd name="connsiteY7" fmla="*/ 1400264 h 3166775"/>
              <a:gd name="connsiteX8" fmla="*/ 673226 w 1346449"/>
              <a:gd name="connsiteY8" fmla="*/ 1580284 h 3166775"/>
              <a:gd name="connsiteX9" fmla="*/ 493206 w 1346449"/>
              <a:gd name="connsiteY9" fmla="*/ 1400264 h 3166775"/>
              <a:gd name="connsiteX10" fmla="*/ 612000 w 1346449"/>
              <a:gd name="connsiteY10" fmla="*/ 1231645 h 3166775"/>
              <a:gd name="connsiteX11" fmla="*/ 591263 w 1346449"/>
              <a:gd name="connsiteY11" fmla="*/ 10368 h 3166775"/>
              <a:gd name="connsiteX12" fmla="*/ 2939 w 1346449"/>
              <a:gd name="connsiteY12" fmla="*/ 1491744 h 3166775"/>
              <a:gd name="connsiteX13" fmla="*/ 0 w 1346449"/>
              <a:gd name="connsiteY13" fmla="*/ 1491744 h 3166775"/>
              <a:gd name="connsiteX14" fmla="*/ 2009 w 1346449"/>
              <a:gd name="connsiteY14" fmla="*/ 1494147 h 3166775"/>
              <a:gd name="connsiteX15" fmla="*/ 0 w 1346449"/>
              <a:gd name="connsiteY15" fmla="*/ 1499342 h 3166775"/>
              <a:gd name="connsiteX16" fmla="*/ 6353 w 1346449"/>
              <a:gd name="connsiteY16" fmla="*/ 1499342 h 3166775"/>
              <a:gd name="connsiteX17" fmla="*/ 273414 w 1346449"/>
              <a:gd name="connsiteY17" fmla="*/ 2293171 h 3166775"/>
              <a:gd name="connsiteX18" fmla="*/ 1091887 w 1346449"/>
              <a:gd name="connsiteY18" fmla="*/ 2283744 h 3166775"/>
              <a:gd name="connsiteX19" fmla="*/ 1340768 w 1346449"/>
              <a:gd name="connsiteY19" fmla="*/ 1499342 h 3166775"/>
              <a:gd name="connsiteX20" fmla="*/ 1346449 w 1346449"/>
              <a:gd name="connsiteY20" fmla="*/ 1499342 h 3166775"/>
              <a:gd name="connsiteX21" fmla="*/ 1344512 w 1346449"/>
              <a:gd name="connsiteY21" fmla="*/ 1494334 h 3166775"/>
              <a:gd name="connsiteX22" fmla="*/ 1346448 w 1346449"/>
              <a:gd name="connsiteY22" fmla="*/ 1491744 h 3166775"/>
              <a:gd name="connsiteX23" fmla="*/ 1343510 w 1346449"/>
              <a:gd name="connsiteY23" fmla="*/ 1491744 h 3166775"/>
              <a:gd name="connsiteX24" fmla="*/ 755186 w 1346449"/>
              <a:gd name="connsiteY24" fmla="*/ 0 h 31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346449" h="3166775">
                <a:moveTo>
                  <a:pt x="1148449" y="2374775"/>
                </a:moveTo>
                <a:lnTo>
                  <a:pt x="198001" y="2374775"/>
                </a:lnTo>
                <a:lnTo>
                  <a:pt x="1" y="3166775"/>
                </a:lnTo>
                <a:lnTo>
                  <a:pt x="1346449" y="3166775"/>
                </a:lnTo>
                <a:lnTo>
                  <a:pt x="1148449" y="2374775"/>
                </a:lnTo>
                <a:close/>
                <a:moveTo>
                  <a:pt x="755186" y="0"/>
                </a:moveTo>
                <a:cubicBezTo>
                  <a:pt x="755186" y="438198"/>
                  <a:pt x="734449" y="793446"/>
                  <a:pt x="734449" y="1231644"/>
                </a:cubicBezTo>
                <a:cubicBezTo>
                  <a:pt x="803843" y="1256124"/>
                  <a:pt x="853246" y="1322425"/>
                  <a:pt x="853246" y="1400264"/>
                </a:cubicBezTo>
                <a:cubicBezTo>
                  <a:pt x="853246" y="1499686"/>
                  <a:pt x="772648" y="1580284"/>
                  <a:pt x="673226" y="1580284"/>
                </a:cubicBezTo>
                <a:cubicBezTo>
                  <a:pt x="573804" y="1580284"/>
                  <a:pt x="493206" y="1499686"/>
                  <a:pt x="493206" y="1400264"/>
                </a:cubicBezTo>
                <a:cubicBezTo>
                  <a:pt x="493206" y="1322426"/>
                  <a:pt x="542608" y="1256126"/>
                  <a:pt x="612000" y="1231645"/>
                </a:cubicBezTo>
                <a:lnTo>
                  <a:pt x="591263" y="10368"/>
                </a:lnTo>
                <a:lnTo>
                  <a:pt x="2939" y="1491744"/>
                </a:lnTo>
                <a:lnTo>
                  <a:pt x="0" y="1491744"/>
                </a:lnTo>
                <a:lnTo>
                  <a:pt x="2009" y="1494147"/>
                </a:lnTo>
                <a:lnTo>
                  <a:pt x="0" y="1499342"/>
                </a:lnTo>
                <a:lnTo>
                  <a:pt x="6353" y="1499342"/>
                </a:lnTo>
                <a:cubicBezTo>
                  <a:pt x="274151" y="1797289"/>
                  <a:pt x="320153" y="2031319"/>
                  <a:pt x="273414" y="2293171"/>
                </a:cubicBezTo>
                <a:lnTo>
                  <a:pt x="1091887" y="2283744"/>
                </a:lnTo>
                <a:cubicBezTo>
                  <a:pt x="1035756" y="1984266"/>
                  <a:pt x="1081794" y="1833397"/>
                  <a:pt x="1340768" y="1499342"/>
                </a:cubicBezTo>
                <a:lnTo>
                  <a:pt x="1346449" y="1499342"/>
                </a:lnTo>
                <a:lnTo>
                  <a:pt x="1344512" y="1494334"/>
                </a:lnTo>
                <a:cubicBezTo>
                  <a:pt x="1345124" y="1493447"/>
                  <a:pt x="1345785" y="1492596"/>
                  <a:pt x="1346448" y="1491744"/>
                </a:cubicBezTo>
                <a:lnTo>
                  <a:pt x="1343510" y="1491744"/>
                </a:lnTo>
                <a:cubicBezTo>
                  <a:pt x="1140490" y="966846"/>
                  <a:pt x="958206" y="524898"/>
                  <a:pt x="755186" y="0"/>
                </a:cubicBezTo>
                <a:close/>
              </a:path>
            </a:pathLst>
          </a:custGeom>
          <a:solidFill>
            <a:srgbClr val="00B0F0"/>
          </a:solidFill>
          <a:ln w="12700" cap="flat" cmpd="sng" algn="ctr">
            <a:noFill/>
            <a:prstDash val="solid"/>
            <a:miter lim="800000"/>
          </a:ln>
          <a:effectLst/>
        </p:spPr>
        <p:txBody>
          <a:bodyPr rot="0" spcFirstLastPara="0" vertOverflow="overflow" horzOverflow="overflow" vert="horz" wrap="square" lIns="109728" tIns="54864" rIns="109728" bIns="54864" numCol="1" spcCol="0" rtlCol="0" fromWordArt="0" anchor="ctr" anchorCtr="0" forceAA="0" compatLnSpc="1">
            <a:prstTxWarp prst="textNoShape">
              <a:avLst/>
            </a:prstTxWarp>
            <a:noAutofit/>
          </a:bodyPr>
          <a:lstStyle/>
          <a:p>
            <a:pPr algn="ctr" defTabSz="1097143">
              <a:defRPr/>
            </a:pPr>
            <a:endParaRPr lang="ko-KR" altLang="en-US" sz="3240" kern="0" dirty="0">
              <a:solidFill>
                <a:prstClr val="white"/>
              </a:solidFill>
              <a:latin typeface="Arial"/>
            </a:endParaRPr>
          </a:p>
        </p:txBody>
      </p:sp>
      <p:pic>
        <p:nvPicPr>
          <p:cNvPr id="3" name="Picture 2">
            <a:extLst>
              <a:ext uri="{FF2B5EF4-FFF2-40B4-BE49-F238E27FC236}">
                <a16:creationId xmlns:a16="http://schemas.microsoft.com/office/drawing/2014/main" id="{BEBCA9A2-04A5-4CDB-A35A-5AFADD1379A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133600" y="6477000"/>
            <a:ext cx="2438400" cy="1528093"/>
          </a:xfrm>
          <a:prstGeom prst="rect">
            <a:avLst/>
          </a:prstGeom>
        </p:spPr>
      </p:pic>
      <p:sp>
        <p:nvSpPr>
          <p:cNvPr id="2" name="TextBox 1">
            <a:extLst>
              <a:ext uri="{FF2B5EF4-FFF2-40B4-BE49-F238E27FC236}">
                <a16:creationId xmlns:a16="http://schemas.microsoft.com/office/drawing/2014/main" id="{4F135F9B-C1E6-BA4B-8F28-20E795563618}"/>
              </a:ext>
            </a:extLst>
          </p:cNvPr>
          <p:cNvSpPr txBox="1"/>
          <p:nvPr/>
        </p:nvSpPr>
        <p:spPr>
          <a:xfrm>
            <a:off x="102836" y="152400"/>
            <a:ext cx="12622564" cy="661720"/>
          </a:xfrm>
          <a:prstGeom prst="rect">
            <a:avLst/>
          </a:prstGeom>
          <a:noFill/>
        </p:spPr>
        <p:txBody>
          <a:bodyPr wrap="square" rtlCol="0">
            <a:spAutoFit/>
          </a:bodyPr>
          <a:lstStyle/>
          <a:p>
            <a:pPr algn="just"/>
            <a:r>
              <a:rPr lang="en-US" sz="3700" b="1" dirty="0">
                <a:solidFill>
                  <a:schemeClr val="bg1"/>
                </a:solidFill>
                <a:cs typeface="Arial" panose="020B0604020202020204" pitchFamily="34" charset="0"/>
              </a:rPr>
              <a:t>Guidelines to Ethical Decision Making Informal Guidelines </a:t>
            </a:r>
            <a:endParaRPr lang="en-GB" altLang="en-US" sz="3700" b="1" dirty="0">
              <a:solidFill>
                <a:schemeClr val="bg1"/>
              </a:solidFill>
              <a:cs typeface="Arial" panose="020B0604020202020204" pitchFamily="34" charset="0"/>
            </a:endParaRPr>
          </a:p>
        </p:txBody>
      </p:sp>
      <p:sp>
        <p:nvSpPr>
          <p:cNvPr id="5" name="Footer Placeholder 4">
            <a:extLst>
              <a:ext uri="{FF2B5EF4-FFF2-40B4-BE49-F238E27FC236}">
                <a16:creationId xmlns:a16="http://schemas.microsoft.com/office/drawing/2014/main" id="{DF2EA10D-2D13-8C4E-81C6-435DE6B98143}"/>
              </a:ext>
            </a:extLst>
          </p:cNvPr>
          <p:cNvSpPr>
            <a:spLocks noGrp="1"/>
          </p:cNvSpPr>
          <p:nvPr>
            <p:ph type="ftr" sz="quarter" idx="11"/>
          </p:nvPr>
        </p:nvSpPr>
        <p:spPr/>
        <p:txBody>
          <a:bodyPr/>
          <a:lstStyle/>
          <a:p>
            <a:r>
              <a:rPr lang="en-US" smtClean="0"/>
              <a:t>Myanmar Institute of Information Technology, MIIT</a:t>
            </a:r>
            <a:endParaRPr lang="en-US"/>
          </a:p>
        </p:txBody>
      </p:sp>
      <p:sp>
        <p:nvSpPr>
          <p:cNvPr id="6" name="Date Placeholder 5"/>
          <p:cNvSpPr>
            <a:spLocks noGrp="1"/>
          </p:cNvSpPr>
          <p:nvPr>
            <p:ph type="dt" sz="half" idx="10"/>
          </p:nvPr>
        </p:nvSpPr>
        <p:spPr/>
        <p:txBody>
          <a:bodyPr/>
          <a:lstStyle/>
          <a:p>
            <a:fld id="{A6084178-CC6F-4C1A-9CFF-C8366B4FF47A}" type="datetime1">
              <a:rPr lang="en-US" smtClean="0"/>
              <a:t>9/8/2025</a:t>
            </a:fld>
            <a:endParaRPr lang="en-US"/>
          </a:p>
        </p:txBody>
      </p:sp>
      <p:sp>
        <p:nvSpPr>
          <p:cNvPr id="7" name="Rectangle 6"/>
          <p:cNvSpPr/>
          <p:nvPr/>
        </p:nvSpPr>
        <p:spPr>
          <a:xfrm>
            <a:off x="5410200" y="6477000"/>
            <a:ext cx="7315200" cy="1107996"/>
          </a:xfrm>
          <a:prstGeom prst="rect">
            <a:avLst/>
          </a:prstGeom>
        </p:spPr>
        <p:txBody>
          <a:bodyPr>
            <a:spAutoFit/>
          </a:bodyPr>
          <a:lstStyle/>
          <a:p>
            <a:r>
              <a:rPr lang="en-US" dirty="0"/>
              <a:t>By using both the </a:t>
            </a:r>
            <a:r>
              <a:rPr lang="en-US" b="1" dirty="0"/>
              <a:t>'smell test</a:t>
            </a:r>
            <a:r>
              <a:rPr lang="en-US" dirty="0"/>
              <a:t>' and the </a:t>
            </a:r>
            <a:r>
              <a:rPr lang="en-US" b="1" dirty="0"/>
              <a:t>'other person's shoes test</a:t>
            </a:r>
            <a:r>
              <a:rPr lang="en-US" dirty="0"/>
              <a:t>,' you can develop important skills for ethical thinking and making good decisions.“</a:t>
            </a:r>
            <a:endParaRPr lang="en-IN" dirty="0"/>
          </a:p>
        </p:txBody>
      </p:sp>
    </p:spTree>
    <p:extLst>
      <p:ext uri="{BB962C8B-B14F-4D97-AF65-F5344CB8AC3E}">
        <p14:creationId xmlns:p14="http://schemas.microsoft.com/office/powerpoint/2010/main" val="1858098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barn(inVertical)">
                                      <p:cBhvr>
                                        <p:cTn id="7" dur="500"/>
                                        <p:tgtEl>
                                          <p:spTgt spid="35"/>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barn(inVertical)">
                                      <p:cBhvr>
                                        <p:cTn id="10" dur="500"/>
                                        <p:tgtEl>
                                          <p:spTgt spid="27"/>
                                        </p:tgtEl>
                                      </p:cBhvr>
                                    </p:animEffect>
                                  </p:childTnLst>
                                </p:cTn>
                              </p:par>
                              <p:par>
                                <p:cTn id="11" presetID="6" presetClass="entr" presetSubtype="16" fill="hold"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circle(in)">
                                      <p:cBhvr>
                                        <p:cTn id="13" dur="500"/>
                                        <p:tgtEl>
                                          <p:spTgt spid="3"/>
                                        </p:tgtEl>
                                      </p:cBhvr>
                                    </p:animEffect>
                                  </p:childTnLst>
                                </p:cTn>
                              </p:par>
                            </p:childTnLst>
                          </p:cTn>
                        </p:par>
                      </p:childTnLst>
                    </p:cTn>
                  </p:par>
                  <p:par>
                    <p:cTn id="14" fill="hold">
                      <p:stCondLst>
                        <p:cond delay="indefinite"/>
                      </p:stCondLst>
                      <p:childTnLst>
                        <p:par>
                          <p:cTn id="15" fill="hold">
                            <p:stCondLst>
                              <p:cond delay="0"/>
                            </p:stCondLst>
                            <p:childTnLst>
                              <p:par>
                                <p:cTn id="16" presetID="14" presetClass="entr" presetSubtype="10" fill="hold" grpId="0" nodeType="clickEffect">
                                  <p:stCondLst>
                                    <p:cond delay="0"/>
                                  </p:stCondLst>
                                  <p:childTnLst>
                                    <p:set>
                                      <p:cBhvr>
                                        <p:cTn id="17" dur="1" fill="hold">
                                          <p:stCondLst>
                                            <p:cond delay="0"/>
                                          </p:stCondLst>
                                        </p:cTn>
                                        <p:tgtEl>
                                          <p:spTgt spid="36"/>
                                        </p:tgtEl>
                                        <p:attrNameLst>
                                          <p:attrName>style.visibility</p:attrName>
                                        </p:attrNameLst>
                                      </p:cBhvr>
                                      <p:to>
                                        <p:strVal val="visible"/>
                                      </p:to>
                                    </p:set>
                                    <p:animEffect transition="in" filter="randombar(horizontal)">
                                      <p:cBhvr>
                                        <p:cTn id="18" dur="500"/>
                                        <p:tgtEl>
                                          <p:spTgt spid="36"/>
                                        </p:tgtEl>
                                      </p:cBhvr>
                                    </p:animEffect>
                                  </p:childTnLst>
                                </p:cTn>
                              </p:par>
                              <p:par>
                                <p:cTn id="19" presetID="14" presetClass="entr" presetSubtype="10" fill="hold" grpId="0" nodeType="withEffect">
                                  <p:stCondLst>
                                    <p:cond delay="0"/>
                                  </p:stCondLst>
                                  <p:childTnLst>
                                    <p:set>
                                      <p:cBhvr>
                                        <p:cTn id="20" dur="1" fill="hold">
                                          <p:stCondLst>
                                            <p:cond delay="0"/>
                                          </p:stCondLst>
                                        </p:cTn>
                                        <p:tgtEl>
                                          <p:spTgt spid="39"/>
                                        </p:tgtEl>
                                        <p:attrNameLst>
                                          <p:attrName>style.visibility</p:attrName>
                                        </p:attrNameLst>
                                      </p:cBhvr>
                                      <p:to>
                                        <p:strVal val="visible"/>
                                      </p:to>
                                    </p:set>
                                    <p:animEffect transition="in" filter="randombar(horizontal)">
                                      <p:cBhvr>
                                        <p:cTn id="21" dur="500"/>
                                        <p:tgtEl>
                                          <p:spTgt spid="39"/>
                                        </p:tgtEl>
                                      </p:cBhvr>
                                    </p:animEffect>
                                  </p:childTnLst>
                                </p:cTn>
                              </p:par>
                              <p:par>
                                <p:cTn id="22" presetID="16" presetClass="entr" presetSubtype="21" fill="hold" nodeType="withEffect">
                                  <p:stCondLst>
                                    <p:cond delay="0"/>
                                  </p:stCondLst>
                                  <p:childTnLst>
                                    <p:set>
                                      <p:cBhvr>
                                        <p:cTn id="23" dur="1" fill="hold">
                                          <p:stCondLst>
                                            <p:cond delay="0"/>
                                          </p:stCondLst>
                                        </p:cTn>
                                        <p:tgtEl>
                                          <p:spTgt spid="37">
                                            <p:txEl>
                                              <p:pRg st="0" end="0"/>
                                            </p:txEl>
                                          </p:spTgt>
                                        </p:tgtEl>
                                        <p:attrNameLst>
                                          <p:attrName>style.visibility</p:attrName>
                                        </p:attrNameLst>
                                      </p:cBhvr>
                                      <p:to>
                                        <p:strVal val="visible"/>
                                      </p:to>
                                    </p:set>
                                    <p:animEffect transition="in" filter="barn(inVertical)">
                                      <p:cBhvr>
                                        <p:cTn id="24" dur="500"/>
                                        <p:tgtEl>
                                          <p:spTgt spid="37">
                                            <p:txEl>
                                              <p:pRg st="0" end="0"/>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6" presetClass="entr" presetSubtype="21" fill="hold" nodeType="clickEffect">
                                  <p:stCondLst>
                                    <p:cond delay="0"/>
                                  </p:stCondLst>
                                  <p:childTnLst>
                                    <p:set>
                                      <p:cBhvr>
                                        <p:cTn id="28" dur="1" fill="hold">
                                          <p:stCondLst>
                                            <p:cond delay="0"/>
                                          </p:stCondLst>
                                        </p:cTn>
                                        <p:tgtEl>
                                          <p:spTgt spid="37">
                                            <p:txEl>
                                              <p:pRg st="1" end="1"/>
                                            </p:txEl>
                                          </p:spTgt>
                                        </p:tgtEl>
                                        <p:attrNameLst>
                                          <p:attrName>style.visibility</p:attrName>
                                        </p:attrNameLst>
                                      </p:cBhvr>
                                      <p:to>
                                        <p:strVal val="visible"/>
                                      </p:to>
                                    </p:set>
                                    <p:animEffect transition="in" filter="barn(inVertical)">
                                      <p:cBhvr>
                                        <p:cTn id="29" dur="500"/>
                                        <p:tgtEl>
                                          <p:spTgt spid="37">
                                            <p:txEl>
                                              <p:pRg st="1" end="1"/>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4" presetClass="entr" presetSubtype="10" fill="hold" grpId="0" nodeType="clickEffect">
                                  <p:stCondLst>
                                    <p:cond delay="0"/>
                                  </p:stCondLst>
                                  <p:childTnLst>
                                    <p:set>
                                      <p:cBhvr>
                                        <p:cTn id="33" dur="1" fill="hold">
                                          <p:stCondLst>
                                            <p:cond delay="0"/>
                                          </p:stCondLst>
                                        </p:cTn>
                                        <p:tgtEl>
                                          <p:spTgt spid="40"/>
                                        </p:tgtEl>
                                        <p:attrNameLst>
                                          <p:attrName>style.visibility</p:attrName>
                                        </p:attrNameLst>
                                      </p:cBhvr>
                                      <p:to>
                                        <p:strVal val="visible"/>
                                      </p:to>
                                    </p:set>
                                    <p:animEffect transition="in" filter="randombar(horizontal)">
                                      <p:cBhvr>
                                        <p:cTn id="34" dur="500"/>
                                        <p:tgtEl>
                                          <p:spTgt spid="40"/>
                                        </p:tgtEl>
                                      </p:cBhvr>
                                    </p:animEffect>
                                  </p:childTnLst>
                                </p:cTn>
                              </p:par>
                              <p:par>
                                <p:cTn id="35" presetID="16" presetClass="entr" presetSubtype="21" fill="hold" grpId="0" nodeType="withEffect">
                                  <p:stCondLst>
                                    <p:cond delay="0"/>
                                  </p:stCondLst>
                                  <p:childTnLst>
                                    <p:set>
                                      <p:cBhvr>
                                        <p:cTn id="36" dur="1" fill="hold">
                                          <p:stCondLst>
                                            <p:cond delay="0"/>
                                          </p:stCondLst>
                                        </p:cTn>
                                        <p:tgtEl>
                                          <p:spTgt spid="38"/>
                                        </p:tgtEl>
                                        <p:attrNameLst>
                                          <p:attrName>style.visibility</p:attrName>
                                        </p:attrNameLst>
                                      </p:cBhvr>
                                      <p:to>
                                        <p:strVal val="visible"/>
                                      </p:to>
                                    </p:set>
                                    <p:animEffect transition="in" filter="barn(inVertical)">
                                      <p:cBhvr>
                                        <p:cTn id="3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35" grpId="0"/>
      <p:bldP spid="36" grpId="0" animBg="1"/>
      <p:bldP spid="38" grpId="0"/>
      <p:bldP spid="39" grpId="0" animBg="1"/>
      <p:bldP spid="40"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직사각형 19">
            <a:extLst>
              <a:ext uri="{FF2B5EF4-FFF2-40B4-BE49-F238E27FC236}">
                <a16:creationId xmlns:a16="http://schemas.microsoft.com/office/drawing/2014/main" id="{2A982156-8AA7-534D-9446-CF3A65837DA9}"/>
              </a:ext>
            </a:extLst>
          </p:cNvPr>
          <p:cNvSpPr/>
          <p:nvPr/>
        </p:nvSpPr>
        <p:spPr>
          <a:xfrm>
            <a:off x="60961" y="171450"/>
            <a:ext cx="13008863" cy="681988"/>
          </a:xfrm>
          <a:prstGeom prst="rect">
            <a:avLst/>
          </a:prstGeom>
          <a:solidFill>
            <a:schemeClr val="accent5">
              <a:lumMod val="75000"/>
            </a:schemeClr>
          </a:solidFill>
        </p:spPr>
        <p:txBody>
          <a:bodyPr wrap="square" lIns="111511" tIns="55756" rIns="111511" bIns="55756"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95585">
              <a:defRPr/>
            </a:pPr>
            <a:endParaRPr lang="en-US" altLang="ko-KR" sz="3700" b="1" kern="0" dirty="0">
              <a:solidFill>
                <a:schemeClr val="bg1"/>
              </a:solidFill>
              <a:latin typeface="Arial" panose="020B0604020202020204" pitchFamily="34" charset="0"/>
              <a:ea typeface="맑은 고딕" panose="020B0503020000020004" pitchFamily="34" charset="-127"/>
              <a:cs typeface="Arial" panose="020B0604020202020204" pitchFamily="34" charset="0"/>
            </a:endParaRPr>
          </a:p>
        </p:txBody>
      </p:sp>
      <p:sp>
        <p:nvSpPr>
          <p:cNvPr id="4" name="Slide Number Placeholder 3">
            <a:extLst>
              <a:ext uri="{FF2B5EF4-FFF2-40B4-BE49-F238E27FC236}">
                <a16:creationId xmlns:a16="http://schemas.microsoft.com/office/drawing/2014/main" id="{EE39CD3E-7BDF-4AE0-93B3-C49CA8F0D23F}"/>
              </a:ext>
            </a:extLst>
          </p:cNvPr>
          <p:cNvSpPr>
            <a:spLocks noGrp="1"/>
          </p:cNvSpPr>
          <p:nvPr>
            <p:ph type="sldNum" sz="quarter" idx="12"/>
          </p:nvPr>
        </p:nvSpPr>
        <p:spPr/>
        <p:txBody>
          <a:bodyPr/>
          <a:lstStyle/>
          <a:p>
            <a:fld id="{9B08F086-0AA8-4846-9116-C6B69902F758}" type="slidenum">
              <a:rPr lang="en-US" smtClean="0"/>
              <a:t>4</a:t>
            </a:fld>
            <a:endParaRPr lang="en-US"/>
          </a:p>
        </p:txBody>
      </p:sp>
      <p:sp>
        <p:nvSpPr>
          <p:cNvPr id="13" name="Rectangle 12">
            <a:extLst>
              <a:ext uri="{FF2B5EF4-FFF2-40B4-BE49-F238E27FC236}">
                <a16:creationId xmlns:a16="http://schemas.microsoft.com/office/drawing/2014/main" id="{E08104CB-3F5C-4498-8A55-CE9579B2D9D4}"/>
              </a:ext>
            </a:extLst>
          </p:cNvPr>
          <p:cNvSpPr/>
          <p:nvPr/>
        </p:nvSpPr>
        <p:spPr>
          <a:xfrm>
            <a:off x="1714378" y="1807515"/>
            <a:ext cx="10552648" cy="3983686"/>
          </a:xfrm>
          <a:prstGeom prst="rect">
            <a:avLst/>
          </a:prstGeom>
          <a:noFill/>
          <a:ln w="317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640">
              <a:solidFill>
                <a:schemeClr val="bg1"/>
              </a:solidFill>
            </a:endParaRPr>
          </a:p>
        </p:txBody>
      </p:sp>
      <p:sp>
        <p:nvSpPr>
          <p:cNvPr id="14" name="Isosceles Triangle 57">
            <a:extLst>
              <a:ext uri="{FF2B5EF4-FFF2-40B4-BE49-F238E27FC236}">
                <a16:creationId xmlns:a16="http://schemas.microsoft.com/office/drawing/2014/main" id="{AAE71D8F-8CF2-4693-93B8-C61A4CB63C70}"/>
              </a:ext>
            </a:extLst>
          </p:cNvPr>
          <p:cNvSpPr/>
          <p:nvPr/>
        </p:nvSpPr>
        <p:spPr>
          <a:xfrm rot="5400000">
            <a:off x="2062997" y="1967357"/>
            <a:ext cx="159247" cy="363798"/>
          </a:xfrm>
          <a:custGeom>
            <a:avLst/>
            <a:gdLst>
              <a:gd name="connsiteX0" fmla="*/ 1148449 w 1346449"/>
              <a:gd name="connsiteY0" fmla="*/ 2457725 h 3249725"/>
              <a:gd name="connsiteX1" fmla="*/ 198001 w 1346449"/>
              <a:gd name="connsiteY1" fmla="*/ 2457725 h 3249725"/>
              <a:gd name="connsiteX2" fmla="*/ 1 w 1346449"/>
              <a:gd name="connsiteY2" fmla="*/ 3249725 h 3249725"/>
              <a:gd name="connsiteX3" fmla="*/ 1346449 w 1346449"/>
              <a:gd name="connsiteY3" fmla="*/ 3249725 h 3249725"/>
              <a:gd name="connsiteX4" fmla="*/ 1148449 w 1346449"/>
              <a:gd name="connsiteY4" fmla="*/ 2457725 h 3249725"/>
              <a:gd name="connsiteX5" fmla="*/ 755186 w 1346449"/>
              <a:gd name="connsiteY5" fmla="*/ 82950 h 3249725"/>
              <a:gd name="connsiteX6" fmla="*/ 734449 w 1346449"/>
              <a:gd name="connsiteY6" fmla="*/ 1314594 h 3249725"/>
              <a:gd name="connsiteX7" fmla="*/ 853246 w 1346449"/>
              <a:gd name="connsiteY7" fmla="*/ 1483214 h 3249725"/>
              <a:gd name="connsiteX8" fmla="*/ 673226 w 1346449"/>
              <a:gd name="connsiteY8" fmla="*/ 1663234 h 3249725"/>
              <a:gd name="connsiteX9" fmla="*/ 493206 w 1346449"/>
              <a:gd name="connsiteY9" fmla="*/ 1483214 h 3249725"/>
              <a:gd name="connsiteX10" fmla="*/ 612000 w 1346449"/>
              <a:gd name="connsiteY10" fmla="*/ 1314595 h 3249725"/>
              <a:gd name="connsiteX11" fmla="*/ 612000 w 1346449"/>
              <a:gd name="connsiteY11" fmla="*/ 0 h 3249725"/>
              <a:gd name="connsiteX12" fmla="*/ 2939 w 1346449"/>
              <a:gd name="connsiteY12" fmla="*/ 1574694 h 3249725"/>
              <a:gd name="connsiteX13" fmla="*/ 0 w 1346449"/>
              <a:gd name="connsiteY13" fmla="*/ 1574694 h 3249725"/>
              <a:gd name="connsiteX14" fmla="*/ 2009 w 1346449"/>
              <a:gd name="connsiteY14" fmla="*/ 1577097 h 3249725"/>
              <a:gd name="connsiteX15" fmla="*/ 0 w 1346449"/>
              <a:gd name="connsiteY15" fmla="*/ 1582292 h 3249725"/>
              <a:gd name="connsiteX16" fmla="*/ 6353 w 1346449"/>
              <a:gd name="connsiteY16" fmla="*/ 1582292 h 3249725"/>
              <a:gd name="connsiteX17" fmla="*/ 273414 w 1346449"/>
              <a:gd name="connsiteY17" fmla="*/ 2376121 h 3249725"/>
              <a:gd name="connsiteX18" fmla="*/ 1091887 w 1346449"/>
              <a:gd name="connsiteY18" fmla="*/ 2366694 h 3249725"/>
              <a:gd name="connsiteX19" fmla="*/ 1340768 w 1346449"/>
              <a:gd name="connsiteY19" fmla="*/ 1582292 h 3249725"/>
              <a:gd name="connsiteX20" fmla="*/ 1346449 w 1346449"/>
              <a:gd name="connsiteY20" fmla="*/ 1582292 h 3249725"/>
              <a:gd name="connsiteX21" fmla="*/ 1344512 w 1346449"/>
              <a:gd name="connsiteY21" fmla="*/ 1577284 h 3249725"/>
              <a:gd name="connsiteX22" fmla="*/ 1346448 w 1346449"/>
              <a:gd name="connsiteY22" fmla="*/ 1574694 h 3249725"/>
              <a:gd name="connsiteX23" fmla="*/ 1343510 w 1346449"/>
              <a:gd name="connsiteY23" fmla="*/ 1574694 h 3249725"/>
              <a:gd name="connsiteX24" fmla="*/ 755186 w 1346449"/>
              <a:gd name="connsiteY24" fmla="*/ 82950 h 3249725"/>
              <a:gd name="connsiteX0" fmla="*/ 1148449 w 1346449"/>
              <a:gd name="connsiteY0" fmla="*/ 2374775 h 3166775"/>
              <a:gd name="connsiteX1" fmla="*/ 198001 w 1346449"/>
              <a:gd name="connsiteY1" fmla="*/ 2374775 h 3166775"/>
              <a:gd name="connsiteX2" fmla="*/ 1 w 1346449"/>
              <a:gd name="connsiteY2" fmla="*/ 3166775 h 3166775"/>
              <a:gd name="connsiteX3" fmla="*/ 1346449 w 1346449"/>
              <a:gd name="connsiteY3" fmla="*/ 3166775 h 3166775"/>
              <a:gd name="connsiteX4" fmla="*/ 1148449 w 1346449"/>
              <a:gd name="connsiteY4" fmla="*/ 2374775 h 3166775"/>
              <a:gd name="connsiteX5" fmla="*/ 755186 w 1346449"/>
              <a:gd name="connsiteY5" fmla="*/ 0 h 3166775"/>
              <a:gd name="connsiteX6" fmla="*/ 734449 w 1346449"/>
              <a:gd name="connsiteY6" fmla="*/ 1231644 h 3166775"/>
              <a:gd name="connsiteX7" fmla="*/ 853246 w 1346449"/>
              <a:gd name="connsiteY7" fmla="*/ 1400264 h 3166775"/>
              <a:gd name="connsiteX8" fmla="*/ 673226 w 1346449"/>
              <a:gd name="connsiteY8" fmla="*/ 1580284 h 3166775"/>
              <a:gd name="connsiteX9" fmla="*/ 493206 w 1346449"/>
              <a:gd name="connsiteY9" fmla="*/ 1400264 h 3166775"/>
              <a:gd name="connsiteX10" fmla="*/ 612000 w 1346449"/>
              <a:gd name="connsiteY10" fmla="*/ 1231645 h 3166775"/>
              <a:gd name="connsiteX11" fmla="*/ 591263 w 1346449"/>
              <a:gd name="connsiteY11" fmla="*/ 10368 h 3166775"/>
              <a:gd name="connsiteX12" fmla="*/ 2939 w 1346449"/>
              <a:gd name="connsiteY12" fmla="*/ 1491744 h 3166775"/>
              <a:gd name="connsiteX13" fmla="*/ 0 w 1346449"/>
              <a:gd name="connsiteY13" fmla="*/ 1491744 h 3166775"/>
              <a:gd name="connsiteX14" fmla="*/ 2009 w 1346449"/>
              <a:gd name="connsiteY14" fmla="*/ 1494147 h 3166775"/>
              <a:gd name="connsiteX15" fmla="*/ 0 w 1346449"/>
              <a:gd name="connsiteY15" fmla="*/ 1499342 h 3166775"/>
              <a:gd name="connsiteX16" fmla="*/ 6353 w 1346449"/>
              <a:gd name="connsiteY16" fmla="*/ 1499342 h 3166775"/>
              <a:gd name="connsiteX17" fmla="*/ 273414 w 1346449"/>
              <a:gd name="connsiteY17" fmla="*/ 2293171 h 3166775"/>
              <a:gd name="connsiteX18" fmla="*/ 1091887 w 1346449"/>
              <a:gd name="connsiteY18" fmla="*/ 2283744 h 3166775"/>
              <a:gd name="connsiteX19" fmla="*/ 1340768 w 1346449"/>
              <a:gd name="connsiteY19" fmla="*/ 1499342 h 3166775"/>
              <a:gd name="connsiteX20" fmla="*/ 1346449 w 1346449"/>
              <a:gd name="connsiteY20" fmla="*/ 1499342 h 3166775"/>
              <a:gd name="connsiteX21" fmla="*/ 1344512 w 1346449"/>
              <a:gd name="connsiteY21" fmla="*/ 1494334 h 3166775"/>
              <a:gd name="connsiteX22" fmla="*/ 1346448 w 1346449"/>
              <a:gd name="connsiteY22" fmla="*/ 1491744 h 3166775"/>
              <a:gd name="connsiteX23" fmla="*/ 1343510 w 1346449"/>
              <a:gd name="connsiteY23" fmla="*/ 1491744 h 3166775"/>
              <a:gd name="connsiteX24" fmla="*/ 755186 w 1346449"/>
              <a:gd name="connsiteY24" fmla="*/ 0 h 31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346449" h="3166775">
                <a:moveTo>
                  <a:pt x="1148449" y="2374775"/>
                </a:moveTo>
                <a:lnTo>
                  <a:pt x="198001" y="2374775"/>
                </a:lnTo>
                <a:lnTo>
                  <a:pt x="1" y="3166775"/>
                </a:lnTo>
                <a:lnTo>
                  <a:pt x="1346449" y="3166775"/>
                </a:lnTo>
                <a:lnTo>
                  <a:pt x="1148449" y="2374775"/>
                </a:lnTo>
                <a:close/>
                <a:moveTo>
                  <a:pt x="755186" y="0"/>
                </a:moveTo>
                <a:cubicBezTo>
                  <a:pt x="755186" y="438198"/>
                  <a:pt x="734449" y="793446"/>
                  <a:pt x="734449" y="1231644"/>
                </a:cubicBezTo>
                <a:cubicBezTo>
                  <a:pt x="803843" y="1256124"/>
                  <a:pt x="853246" y="1322425"/>
                  <a:pt x="853246" y="1400264"/>
                </a:cubicBezTo>
                <a:cubicBezTo>
                  <a:pt x="853246" y="1499686"/>
                  <a:pt x="772648" y="1580284"/>
                  <a:pt x="673226" y="1580284"/>
                </a:cubicBezTo>
                <a:cubicBezTo>
                  <a:pt x="573804" y="1580284"/>
                  <a:pt x="493206" y="1499686"/>
                  <a:pt x="493206" y="1400264"/>
                </a:cubicBezTo>
                <a:cubicBezTo>
                  <a:pt x="493206" y="1322426"/>
                  <a:pt x="542608" y="1256126"/>
                  <a:pt x="612000" y="1231645"/>
                </a:cubicBezTo>
                <a:lnTo>
                  <a:pt x="591263" y="10368"/>
                </a:lnTo>
                <a:lnTo>
                  <a:pt x="2939" y="1491744"/>
                </a:lnTo>
                <a:lnTo>
                  <a:pt x="0" y="1491744"/>
                </a:lnTo>
                <a:lnTo>
                  <a:pt x="2009" y="1494147"/>
                </a:lnTo>
                <a:lnTo>
                  <a:pt x="0" y="1499342"/>
                </a:lnTo>
                <a:lnTo>
                  <a:pt x="6353" y="1499342"/>
                </a:lnTo>
                <a:cubicBezTo>
                  <a:pt x="274151" y="1797289"/>
                  <a:pt x="320153" y="2031319"/>
                  <a:pt x="273414" y="2293171"/>
                </a:cubicBezTo>
                <a:lnTo>
                  <a:pt x="1091887" y="2283744"/>
                </a:lnTo>
                <a:cubicBezTo>
                  <a:pt x="1035756" y="1984266"/>
                  <a:pt x="1081794" y="1833397"/>
                  <a:pt x="1340768" y="1499342"/>
                </a:cubicBezTo>
                <a:lnTo>
                  <a:pt x="1346449" y="1499342"/>
                </a:lnTo>
                <a:lnTo>
                  <a:pt x="1344512" y="1494334"/>
                </a:lnTo>
                <a:cubicBezTo>
                  <a:pt x="1345124" y="1493447"/>
                  <a:pt x="1345785" y="1492596"/>
                  <a:pt x="1346448" y="1491744"/>
                </a:cubicBezTo>
                <a:lnTo>
                  <a:pt x="1343510" y="1491744"/>
                </a:lnTo>
                <a:cubicBezTo>
                  <a:pt x="1140490" y="966846"/>
                  <a:pt x="958206" y="524898"/>
                  <a:pt x="755186" y="0"/>
                </a:cubicBezTo>
                <a:close/>
              </a:path>
            </a:pathLst>
          </a:custGeom>
          <a:solidFill>
            <a:schemeClr val="accent1">
              <a:lumMod val="50000"/>
            </a:schemeClr>
          </a:solidFill>
          <a:ln w="12700" cap="flat" cmpd="sng" algn="ctr">
            <a:noFill/>
            <a:prstDash val="solid"/>
            <a:miter lim="800000"/>
          </a:ln>
          <a:effectLst/>
        </p:spPr>
        <p:txBody>
          <a:bodyPr rot="0" spcFirstLastPara="0" vertOverflow="overflow" horzOverflow="overflow" vert="horz" wrap="square" lIns="109728" tIns="54864" rIns="109728" bIns="54864" numCol="1" spcCol="0" rtlCol="0" fromWordArt="0" anchor="ctr" anchorCtr="0" forceAA="0" compatLnSpc="1">
            <a:prstTxWarp prst="textNoShape">
              <a:avLst/>
            </a:prstTxWarp>
            <a:noAutofit/>
          </a:bodyPr>
          <a:lstStyle/>
          <a:p>
            <a:pPr algn="ctr" defTabSz="1097143">
              <a:defRPr/>
            </a:pPr>
            <a:endParaRPr lang="ko-KR" altLang="en-US" sz="3240" kern="0" dirty="0">
              <a:solidFill>
                <a:prstClr val="white"/>
              </a:solidFill>
              <a:latin typeface="Arial"/>
            </a:endParaRPr>
          </a:p>
        </p:txBody>
      </p:sp>
      <p:sp>
        <p:nvSpPr>
          <p:cNvPr id="2" name="Rectangle 1">
            <a:extLst>
              <a:ext uri="{FF2B5EF4-FFF2-40B4-BE49-F238E27FC236}">
                <a16:creationId xmlns:a16="http://schemas.microsoft.com/office/drawing/2014/main" id="{673F1A37-DDA8-43C4-97FF-59D8D2B84D90}"/>
              </a:ext>
            </a:extLst>
          </p:cNvPr>
          <p:cNvSpPr/>
          <p:nvPr/>
        </p:nvSpPr>
        <p:spPr>
          <a:xfrm>
            <a:off x="2507400" y="1885454"/>
            <a:ext cx="2563522" cy="461665"/>
          </a:xfrm>
          <a:prstGeom prst="rect">
            <a:avLst/>
          </a:prstGeom>
        </p:spPr>
        <p:txBody>
          <a:bodyPr wrap="none">
            <a:spAutoFit/>
          </a:bodyPr>
          <a:lstStyle/>
          <a:p>
            <a:r>
              <a:rPr lang="en-US" sz="2400" dirty="0">
                <a:latin typeface="Arial" panose="020B0604020202020204" pitchFamily="34" charset="0"/>
                <a:cs typeface="Arial" panose="020B0604020202020204" pitchFamily="34" charset="0"/>
              </a:rPr>
              <a:t>Is the act illegal? </a:t>
            </a:r>
          </a:p>
        </p:txBody>
      </p:sp>
      <p:sp>
        <p:nvSpPr>
          <p:cNvPr id="15" name="Isosceles Triangle 57">
            <a:extLst>
              <a:ext uri="{FF2B5EF4-FFF2-40B4-BE49-F238E27FC236}">
                <a16:creationId xmlns:a16="http://schemas.microsoft.com/office/drawing/2014/main" id="{A2C5CD1E-3BBB-425C-97EB-5B6978969C54}"/>
              </a:ext>
            </a:extLst>
          </p:cNvPr>
          <p:cNvSpPr/>
          <p:nvPr/>
        </p:nvSpPr>
        <p:spPr>
          <a:xfrm rot="5400000">
            <a:off x="2089125" y="2434175"/>
            <a:ext cx="159247" cy="363798"/>
          </a:xfrm>
          <a:custGeom>
            <a:avLst/>
            <a:gdLst>
              <a:gd name="connsiteX0" fmla="*/ 1148449 w 1346449"/>
              <a:gd name="connsiteY0" fmla="*/ 2457725 h 3249725"/>
              <a:gd name="connsiteX1" fmla="*/ 198001 w 1346449"/>
              <a:gd name="connsiteY1" fmla="*/ 2457725 h 3249725"/>
              <a:gd name="connsiteX2" fmla="*/ 1 w 1346449"/>
              <a:gd name="connsiteY2" fmla="*/ 3249725 h 3249725"/>
              <a:gd name="connsiteX3" fmla="*/ 1346449 w 1346449"/>
              <a:gd name="connsiteY3" fmla="*/ 3249725 h 3249725"/>
              <a:gd name="connsiteX4" fmla="*/ 1148449 w 1346449"/>
              <a:gd name="connsiteY4" fmla="*/ 2457725 h 3249725"/>
              <a:gd name="connsiteX5" fmla="*/ 755186 w 1346449"/>
              <a:gd name="connsiteY5" fmla="*/ 82950 h 3249725"/>
              <a:gd name="connsiteX6" fmla="*/ 734449 w 1346449"/>
              <a:gd name="connsiteY6" fmla="*/ 1314594 h 3249725"/>
              <a:gd name="connsiteX7" fmla="*/ 853246 w 1346449"/>
              <a:gd name="connsiteY7" fmla="*/ 1483214 h 3249725"/>
              <a:gd name="connsiteX8" fmla="*/ 673226 w 1346449"/>
              <a:gd name="connsiteY8" fmla="*/ 1663234 h 3249725"/>
              <a:gd name="connsiteX9" fmla="*/ 493206 w 1346449"/>
              <a:gd name="connsiteY9" fmla="*/ 1483214 h 3249725"/>
              <a:gd name="connsiteX10" fmla="*/ 612000 w 1346449"/>
              <a:gd name="connsiteY10" fmla="*/ 1314595 h 3249725"/>
              <a:gd name="connsiteX11" fmla="*/ 612000 w 1346449"/>
              <a:gd name="connsiteY11" fmla="*/ 0 h 3249725"/>
              <a:gd name="connsiteX12" fmla="*/ 2939 w 1346449"/>
              <a:gd name="connsiteY12" fmla="*/ 1574694 h 3249725"/>
              <a:gd name="connsiteX13" fmla="*/ 0 w 1346449"/>
              <a:gd name="connsiteY13" fmla="*/ 1574694 h 3249725"/>
              <a:gd name="connsiteX14" fmla="*/ 2009 w 1346449"/>
              <a:gd name="connsiteY14" fmla="*/ 1577097 h 3249725"/>
              <a:gd name="connsiteX15" fmla="*/ 0 w 1346449"/>
              <a:gd name="connsiteY15" fmla="*/ 1582292 h 3249725"/>
              <a:gd name="connsiteX16" fmla="*/ 6353 w 1346449"/>
              <a:gd name="connsiteY16" fmla="*/ 1582292 h 3249725"/>
              <a:gd name="connsiteX17" fmla="*/ 273414 w 1346449"/>
              <a:gd name="connsiteY17" fmla="*/ 2376121 h 3249725"/>
              <a:gd name="connsiteX18" fmla="*/ 1091887 w 1346449"/>
              <a:gd name="connsiteY18" fmla="*/ 2366694 h 3249725"/>
              <a:gd name="connsiteX19" fmla="*/ 1340768 w 1346449"/>
              <a:gd name="connsiteY19" fmla="*/ 1582292 h 3249725"/>
              <a:gd name="connsiteX20" fmla="*/ 1346449 w 1346449"/>
              <a:gd name="connsiteY20" fmla="*/ 1582292 h 3249725"/>
              <a:gd name="connsiteX21" fmla="*/ 1344512 w 1346449"/>
              <a:gd name="connsiteY21" fmla="*/ 1577284 h 3249725"/>
              <a:gd name="connsiteX22" fmla="*/ 1346448 w 1346449"/>
              <a:gd name="connsiteY22" fmla="*/ 1574694 h 3249725"/>
              <a:gd name="connsiteX23" fmla="*/ 1343510 w 1346449"/>
              <a:gd name="connsiteY23" fmla="*/ 1574694 h 3249725"/>
              <a:gd name="connsiteX24" fmla="*/ 755186 w 1346449"/>
              <a:gd name="connsiteY24" fmla="*/ 82950 h 3249725"/>
              <a:gd name="connsiteX0" fmla="*/ 1148449 w 1346449"/>
              <a:gd name="connsiteY0" fmla="*/ 2374775 h 3166775"/>
              <a:gd name="connsiteX1" fmla="*/ 198001 w 1346449"/>
              <a:gd name="connsiteY1" fmla="*/ 2374775 h 3166775"/>
              <a:gd name="connsiteX2" fmla="*/ 1 w 1346449"/>
              <a:gd name="connsiteY2" fmla="*/ 3166775 h 3166775"/>
              <a:gd name="connsiteX3" fmla="*/ 1346449 w 1346449"/>
              <a:gd name="connsiteY3" fmla="*/ 3166775 h 3166775"/>
              <a:gd name="connsiteX4" fmla="*/ 1148449 w 1346449"/>
              <a:gd name="connsiteY4" fmla="*/ 2374775 h 3166775"/>
              <a:gd name="connsiteX5" fmla="*/ 755186 w 1346449"/>
              <a:gd name="connsiteY5" fmla="*/ 0 h 3166775"/>
              <a:gd name="connsiteX6" fmla="*/ 734449 w 1346449"/>
              <a:gd name="connsiteY6" fmla="*/ 1231644 h 3166775"/>
              <a:gd name="connsiteX7" fmla="*/ 853246 w 1346449"/>
              <a:gd name="connsiteY7" fmla="*/ 1400264 h 3166775"/>
              <a:gd name="connsiteX8" fmla="*/ 673226 w 1346449"/>
              <a:gd name="connsiteY8" fmla="*/ 1580284 h 3166775"/>
              <a:gd name="connsiteX9" fmla="*/ 493206 w 1346449"/>
              <a:gd name="connsiteY9" fmla="*/ 1400264 h 3166775"/>
              <a:gd name="connsiteX10" fmla="*/ 612000 w 1346449"/>
              <a:gd name="connsiteY10" fmla="*/ 1231645 h 3166775"/>
              <a:gd name="connsiteX11" fmla="*/ 591263 w 1346449"/>
              <a:gd name="connsiteY11" fmla="*/ 10368 h 3166775"/>
              <a:gd name="connsiteX12" fmla="*/ 2939 w 1346449"/>
              <a:gd name="connsiteY12" fmla="*/ 1491744 h 3166775"/>
              <a:gd name="connsiteX13" fmla="*/ 0 w 1346449"/>
              <a:gd name="connsiteY13" fmla="*/ 1491744 h 3166775"/>
              <a:gd name="connsiteX14" fmla="*/ 2009 w 1346449"/>
              <a:gd name="connsiteY14" fmla="*/ 1494147 h 3166775"/>
              <a:gd name="connsiteX15" fmla="*/ 0 w 1346449"/>
              <a:gd name="connsiteY15" fmla="*/ 1499342 h 3166775"/>
              <a:gd name="connsiteX16" fmla="*/ 6353 w 1346449"/>
              <a:gd name="connsiteY16" fmla="*/ 1499342 h 3166775"/>
              <a:gd name="connsiteX17" fmla="*/ 273414 w 1346449"/>
              <a:gd name="connsiteY17" fmla="*/ 2293171 h 3166775"/>
              <a:gd name="connsiteX18" fmla="*/ 1091887 w 1346449"/>
              <a:gd name="connsiteY18" fmla="*/ 2283744 h 3166775"/>
              <a:gd name="connsiteX19" fmla="*/ 1340768 w 1346449"/>
              <a:gd name="connsiteY19" fmla="*/ 1499342 h 3166775"/>
              <a:gd name="connsiteX20" fmla="*/ 1346449 w 1346449"/>
              <a:gd name="connsiteY20" fmla="*/ 1499342 h 3166775"/>
              <a:gd name="connsiteX21" fmla="*/ 1344512 w 1346449"/>
              <a:gd name="connsiteY21" fmla="*/ 1494334 h 3166775"/>
              <a:gd name="connsiteX22" fmla="*/ 1346448 w 1346449"/>
              <a:gd name="connsiteY22" fmla="*/ 1491744 h 3166775"/>
              <a:gd name="connsiteX23" fmla="*/ 1343510 w 1346449"/>
              <a:gd name="connsiteY23" fmla="*/ 1491744 h 3166775"/>
              <a:gd name="connsiteX24" fmla="*/ 755186 w 1346449"/>
              <a:gd name="connsiteY24" fmla="*/ 0 h 31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346449" h="3166775">
                <a:moveTo>
                  <a:pt x="1148449" y="2374775"/>
                </a:moveTo>
                <a:lnTo>
                  <a:pt x="198001" y="2374775"/>
                </a:lnTo>
                <a:lnTo>
                  <a:pt x="1" y="3166775"/>
                </a:lnTo>
                <a:lnTo>
                  <a:pt x="1346449" y="3166775"/>
                </a:lnTo>
                <a:lnTo>
                  <a:pt x="1148449" y="2374775"/>
                </a:lnTo>
                <a:close/>
                <a:moveTo>
                  <a:pt x="755186" y="0"/>
                </a:moveTo>
                <a:cubicBezTo>
                  <a:pt x="755186" y="438198"/>
                  <a:pt x="734449" y="793446"/>
                  <a:pt x="734449" y="1231644"/>
                </a:cubicBezTo>
                <a:cubicBezTo>
                  <a:pt x="803843" y="1256124"/>
                  <a:pt x="853246" y="1322425"/>
                  <a:pt x="853246" y="1400264"/>
                </a:cubicBezTo>
                <a:cubicBezTo>
                  <a:pt x="853246" y="1499686"/>
                  <a:pt x="772648" y="1580284"/>
                  <a:pt x="673226" y="1580284"/>
                </a:cubicBezTo>
                <a:cubicBezTo>
                  <a:pt x="573804" y="1580284"/>
                  <a:pt x="493206" y="1499686"/>
                  <a:pt x="493206" y="1400264"/>
                </a:cubicBezTo>
                <a:cubicBezTo>
                  <a:pt x="493206" y="1322426"/>
                  <a:pt x="542608" y="1256126"/>
                  <a:pt x="612000" y="1231645"/>
                </a:cubicBezTo>
                <a:lnTo>
                  <a:pt x="591263" y="10368"/>
                </a:lnTo>
                <a:lnTo>
                  <a:pt x="2939" y="1491744"/>
                </a:lnTo>
                <a:lnTo>
                  <a:pt x="0" y="1491744"/>
                </a:lnTo>
                <a:lnTo>
                  <a:pt x="2009" y="1494147"/>
                </a:lnTo>
                <a:lnTo>
                  <a:pt x="0" y="1499342"/>
                </a:lnTo>
                <a:lnTo>
                  <a:pt x="6353" y="1499342"/>
                </a:lnTo>
                <a:cubicBezTo>
                  <a:pt x="274151" y="1797289"/>
                  <a:pt x="320153" y="2031319"/>
                  <a:pt x="273414" y="2293171"/>
                </a:cubicBezTo>
                <a:lnTo>
                  <a:pt x="1091887" y="2283744"/>
                </a:lnTo>
                <a:cubicBezTo>
                  <a:pt x="1035756" y="1984266"/>
                  <a:pt x="1081794" y="1833397"/>
                  <a:pt x="1340768" y="1499342"/>
                </a:cubicBezTo>
                <a:lnTo>
                  <a:pt x="1346449" y="1499342"/>
                </a:lnTo>
                <a:lnTo>
                  <a:pt x="1344512" y="1494334"/>
                </a:lnTo>
                <a:cubicBezTo>
                  <a:pt x="1345124" y="1493447"/>
                  <a:pt x="1345785" y="1492596"/>
                  <a:pt x="1346448" y="1491744"/>
                </a:cubicBezTo>
                <a:lnTo>
                  <a:pt x="1343510" y="1491744"/>
                </a:lnTo>
                <a:cubicBezTo>
                  <a:pt x="1140490" y="966846"/>
                  <a:pt x="958206" y="524898"/>
                  <a:pt x="755186" y="0"/>
                </a:cubicBezTo>
                <a:close/>
              </a:path>
            </a:pathLst>
          </a:custGeom>
          <a:solidFill>
            <a:schemeClr val="accent1">
              <a:lumMod val="50000"/>
            </a:schemeClr>
          </a:solidFill>
          <a:ln w="12700" cap="flat" cmpd="sng" algn="ctr">
            <a:noFill/>
            <a:prstDash val="solid"/>
            <a:miter lim="800000"/>
          </a:ln>
          <a:effectLst/>
        </p:spPr>
        <p:txBody>
          <a:bodyPr rot="0" spcFirstLastPara="0" vertOverflow="overflow" horzOverflow="overflow" vert="horz" wrap="square" lIns="109728" tIns="54864" rIns="109728" bIns="54864" numCol="1" spcCol="0" rtlCol="0" fromWordArt="0" anchor="ctr" anchorCtr="0" forceAA="0" compatLnSpc="1">
            <a:prstTxWarp prst="textNoShape">
              <a:avLst/>
            </a:prstTxWarp>
            <a:noAutofit/>
          </a:bodyPr>
          <a:lstStyle/>
          <a:p>
            <a:pPr algn="ctr" defTabSz="1097143">
              <a:defRPr/>
            </a:pPr>
            <a:endParaRPr lang="ko-KR" altLang="en-US" sz="3240" kern="0" dirty="0">
              <a:solidFill>
                <a:prstClr val="white"/>
              </a:solidFill>
              <a:latin typeface="Arial"/>
            </a:endParaRPr>
          </a:p>
        </p:txBody>
      </p:sp>
      <p:sp>
        <p:nvSpPr>
          <p:cNvPr id="16" name="Isosceles Triangle 57">
            <a:extLst>
              <a:ext uri="{FF2B5EF4-FFF2-40B4-BE49-F238E27FC236}">
                <a16:creationId xmlns:a16="http://schemas.microsoft.com/office/drawing/2014/main" id="{8650B645-BA51-4CCB-9254-B47B9A8C7DB5}"/>
              </a:ext>
            </a:extLst>
          </p:cNvPr>
          <p:cNvSpPr/>
          <p:nvPr/>
        </p:nvSpPr>
        <p:spPr>
          <a:xfrm rot="5400000">
            <a:off x="2062997" y="2943196"/>
            <a:ext cx="159247" cy="363798"/>
          </a:xfrm>
          <a:custGeom>
            <a:avLst/>
            <a:gdLst>
              <a:gd name="connsiteX0" fmla="*/ 1148449 w 1346449"/>
              <a:gd name="connsiteY0" fmla="*/ 2457725 h 3249725"/>
              <a:gd name="connsiteX1" fmla="*/ 198001 w 1346449"/>
              <a:gd name="connsiteY1" fmla="*/ 2457725 h 3249725"/>
              <a:gd name="connsiteX2" fmla="*/ 1 w 1346449"/>
              <a:gd name="connsiteY2" fmla="*/ 3249725 h 3249725"/>
              <a:gd name="connsiteX3" fmla="*/ 1346449 w 1346449"/>
              <a:gd name="connsiteY3" fmla="*/ 3249725 h 3249725"/>
              <a:gd name="connsiteX4" fmla="*/ 1148449 w 1346449"/>
              <a:gd name="connsiteY4" fmla="*/ 2457725 h 3249725"/>
              <a:gd name="connsiteX5" fmla="*/ 755186 w 1346449"/>
              <a:gd name="connsiteY5" fmla="*/ 82950 h 3249725"/>
              <a:gd name="connsiteX6" fmla="*/ 734449 w 1346449"/>
              <a:gd name="connsiteY6" fmla="*/ 1314594 h 3249725"/>
              <a:gd name="connsiteX7" fmla="*/ 853246 w 1346449"/>
              <a:gd name="connsiteY7" fmla="*/ 1483214 h 3249725"/>
              <a:gd name="connsiteX8" fmla="*/ 673226 w 1346449"/>
              <a:gd name="connsiteY8" fmla="*/ 1663234 h 3249725"/>
              <a:gd name="connsiteX9" fmla="*/ 493206 w 1346449"/>
              <a:gd name="connsiteY9" fmla="*/ 1483214 h 3249725"/>
              <a:gd name="connsiteX10" fmla="*/ 612000 w 1346449"/>
              <a:gd name="connsiteY10" fmla="*/ 1314595 h 3249725"/>
              <a:gd name="connsiteX11" fmla="*/ 612000 w 1346449"/>
              <a:gd name="connsiteY11" fmla="*/ 0 h 3249725"/>
              <a:gd name="connsiteX12" fmla="*/ 2939 w 1346449"/>
              <a:gd name="connsiteY12" fmla="*/ 1574694 h 3249725"/>
              <a:gd name="connsiteX13" fmla="*/ 0 w 1346449"/>
              <a:gd name="connsiteY13" fmla="*/ 1574694 h 3249725"/>
              <a:gd name="connsiteX14" fmla="*/ 2009 w 1346449"/>
              <a:gd name="connsiteY14" fmla="*/ 1577097 h 3249725"/>
              <a:gd name="connsiteX15" fmla="*/ 0 w 1346449"/>
              <a:gd name="connsiteY15" fmla="*/ 1582292 h 3249725"/>
              <a:gd name="connsiteX16" fmla="*/ 6353 w 1346449"/>
              <a:gd name="connsiteY16" fmla="*/ 1582292 h 3249725"/>
              <a:gd name="connsiteX17" fmla="*/ 273414 w 1346449"/>
              <a:gd name="connsiteY17" fmla="*/ 2376121 h 3249725"/>
              <a:gd name="connsiteX18" fmla="*/ 1091887 w 1346449"/>
              <a:gd name="connsiteY18" fmla="*/ 2366694 h 3249725"/>
              <a:gd name="connsiteX19" fmla="*/ 1340768 w 1346449"/>
              <a:gd name="connsiteY19" fmla="*/ 1582292 h 3249725"/>
              <a:gd name="connsiteX20" fmla="*/ 1346449 w 1346449"/>
              <a:gd name="connsiteY20" fmla="*/ 1582292 h 3249725"/>
              <a:gd name="connsiteX21" fmla="*/ 1344512 w 1346449"/>
              <a:gd name="connsiteY21" fmla="*/ 1577284 h 3249725"/>
              <a:gd name="connsiteX22" fmla="*/ 1346448 w 1346449"/>
              <a:gd name="connsiteY22" fmla="*/ 1574694 h 3249725"/>
              <a:gd name="connsiteX23" fmla="*/ 1343510 w 1346449"/>
              <a:gd name="connsiteY23" fmla="*/ 1574694 h 3249725"/>
              <a:gd name="connsiteX24" fmla="*/ 755186 w 1346449"/>
              <a:gd name="connsiteY24" fmla="*/ 82950 h 3249725"/>
              <a:gd name="connsiteX0" fmla="*/ 1148449 w 1346449"/>
              <a:gd name="connsiteY0" fmla="*/ 2374775 h 3166775"/>
              <a:gd name="connsiteX1" fmla="*/ 198001 w 1346449"/>
              <a:gd name="connsiteY1" fmla="*/ 2374775 h 3166775"/>
              <a:gd name="connsiteX2" fmla="*/ 1 w 1346449"/>
              <a:gd name="connsiteY2" fmla="*/ 3166775 h 3166775"/>
              <a:gd name="connsiteX3" fmla="*/ 1346449 w 1346449"/>
              <a:gd name="connsiteY3" fmla="*/ 3166775 h 3166775"/>
              <a:gd name="connsiteX4" fmla="*/ 1148449 w 1346449"/>
              <a:gd name="connsiteY4" fmla="*/ 2374775 h 3166775"/>
              <a:gd name="connsiteX5" fmla="*/ 755186 w 1346449"/>
              <a:gd name="connsiteY5" fmla="*/ 0 h 3166775"/>
              <a:gd name="connsiteX6" fmla="*/ 734449 w 1346449"/>
              <a:gd name="connsiteY6" fmla="*/ 1231644 h 3166775"/>
              <a:gd name="connsiteX7" fmla="*/ 853246 w 1346449"/>
              <a:gd name="connsiteY7" fmla="*/ 1400264 h 3166775"/>
              <a:gd name="connsiteX8" fmla="*/ 673226 w 1346449"/>
              <a:gd name="connsiteY8" fmla="*/ 1580284 h 3166775"/>
              <a:gd name="connsiteX9" fmla="*/ 493206 w 1346449"/>
              <a:gd name="connsiteY9" fmla="*/ 1400264 h 3166775"/>
              <a:gd name="connsiteX10" fmla="*/ 612000 w 1346449"/>
              <a:gd name="connsiteY10" fmla="*/ 1231645 h 3166775"/>
              <a:gd name="connsiteX11" fmla="*/ 591263 w 1346449"/>
              <a:gd name="connsiteY11" fmla="*/ 10368 h 3166775"/>
              <a:gd name="connsiteX12" fmla="*/ 2939 w 1346449"/>
              <a:gd name="connsiteY12" fmla="*/ 1491744 h 3166775"/>
              <a:gd name="connsiteX13" fmla="*/ 0 w 1346449"/>
              <a:gd name="connsiteY13" fmla="*/ 1491744 h 3166775"/>
              <a:gd name="connsiteX14" fmla="*/ 2009 w 1346449"/>
              <a:gd name="connsiteY14" fmla="*/ 1494147 h 3166775"/>
              <a:gd name="connsiteX15" fmla="*/ 0 w 1346449"/>
              <a:gd name="connsiteY15" fmla="*/ 1499342 h 3166775"/>
              <a:gd name="connsiteX16" fmla="*/ 6353 w 1346449"/>
              <a:gd name="connsiteY16" fmla="*/ 1499342 h 3166775"/>
              <a:gd name="connsiteX17" fmla="*/ 273414 w 1346449"/>
              <a:gd name="connsiteY17" fmla="*/ 2293171 h 3166775"/>
              <a:gd name="connsiteX18" fmla="*/ 1091887 w 1346449"/>
              <a:gd name="connsiteY18" fmla="*/ 2283744 h 3166775"/>
              <a:gd name="connsiteX19" fmla="*/ 1340768 w 1346449"/>
              <a:gd name="connsiteY19" fmla="*/ 1499342 h 3166775"/>
              <a:gd name="connsiteX20" fmla="*/ 1346449 w 1346449"/>
              <a:gd name="connsiteY20" fmla="*/ 1499342 h 3166775"/>
              <a:gd name="connsiteX21" fmla="*/ 1344512 w 1346449"/>
              <a:gd name="connsiteY21" fmla="*/ 1494334 h 3166775"/>
              <a:gd name="connsiteX22" fmla="*/ 1346448 w 1346449"/>
              <a:gd name="connsiteY22" fmla="*/ 1491744 h 3166775"/>
              <a:gd name="connsiteX23" fmla="*/ 1343510 w 1346449"/>
              <a:gd name="connsiteY23" fmla="*/ 1491744 h 3166775"/>
              <a:gd name="connsiteX24" fmla="*/ 755186 w 1346449"/>
              <a:gd name="connsiteY24" fmla="*/ 0 h 31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346449" h="3166775">
                <a:moveTo>
                  <a:pt x="1148449" y="2374775"/>
                </a:moveTo>
                <a:lnTo>
                  <a:pt x="198001" y="2374775"/>
                </a:lnTo>
                <a:lnTo>
                  <a:pt x="1" y="3166775"/>
                </a:lnTo>
                <a:lnTo>
                  <a:pt x="1346449" y="3166775"/>
                </a:lnTo>
                <a:lnTo>
                  <a:pt x="1148449" y="2374775"/>
                </a:lnTo>
                <a:close/>
                <a:moveTo>
                  <a:pt x="755186" y="0"/>
                </a:moveTo>
                <a:cubicBezTo>
                  <a:pt x="755186" y="438198"/>
                  <a:pt x="734449" y="793446"/>
                  <a:pt x="734449" y="1231644"/>
                </a:cubicBezTo>
                <a:cubicBezTo>
                  <a:pt x="803843" y="1256124"/>
                  <a:pt x="853246" y="1322425"/>
                  <a:pt x="853246" y="1400264"/>
                </a:cubicBezTo>
                <a:cubicBezTo>
                  <a:pt x="853246" y="1499686"/>
                  <a:pt x="772648" y="1580284"/>
                  <a:pt x="673226" y="1580284"/>
                </a:cubicBezTo>
                <a:cubicBezTo>
                  <a:pt x="573804" y="1580284"/>
                  <a:pt x="493206" y="1499686"/>
                  <a:pt x="493206" y="1400264"/>
                </a:cubicBezTo>
                <a:cubicBezTo>
                  <a:pt x="493206" y="1322426"/>
                  <a:pt x="542608" y="1256126"/>
                  <a:pt x="612000" y="1231645"/>
                </a:cubicBezTo>
                <a:lnTo>
                  <a:pt x="591263" y="10368"/>
                </a:lnTo>
                <a:lnTo>
                  <a:pt x="2939" y="1491744"/>
                </a:lnTo>
                <a:lnTo>
                  <a:pt x="0" y="1491744"/>
                </a:lnTo>
                <a:lnTo>
                  <a:pt x="2009" y="1494147"/>
                </a:lnTo>
                <a:lnTo>
                  <a:pt x="0" y="1499342"/>
                </a:lnTo>
                <a:lnTo>
                  <a:pt x="6353" y="1499342"/>
                </a:lnTo>
                <a:cubicBezTo>
                  <a:pt x="274151" y="1797289"/>
                  <a:pt x="320153" y="2031319"/>
                  <a:pt x="273414" y="2293171"/>
                </a:cubicBezTo>
                <a:lnTo>
                  <a:pt x="1091887" y="2283744"/>
                </a:lnTo>
                <a:cubicBezTo>
                  <a:pt x="1035756" y="1984266"/>
                  <a:pt x="1081794" y="1833397"/>
                  <a:pt x="1340768" y="1499342"/>
                </a:cubicBezTo>
                <a:lnTo>
                  <a:pt x="1346449" y="1499342"/>
                </a:lnTo>
                <a:lnTo>
                  <a:pt x="1344512" y="1494334"/>
                </a:lnTo>
                <a:cubicBezTo>
                  <a:pt x="1345124" y="1493447"/>
                  <a:pt x="1345785" y="1492596"/>
                  <a:pt x="1346448" y="1491744"/>
                </a:cubicBezTo>
                <a:lnTo>
                  <a:pt x="1343510" y="1491744"/>
                </a:lnTo>
                <a:cubicBezTo>
                  <a:pt x="1140490" y="966846"/>
                  <a:pt x="958206" y="524898"/>
                  <a:pt x="755186" y="0"/>
                </a:cubicBezTo>
                <a:close/>
              </a:path>
            </a:pathLst>
          </a:custGeom>
          <a:solidFill>
            <a:schemeClr val="accent1">
              <a:lumMod val="50000"/>
            </a:schemeClr>
          </a:solidFill>
          <a:ln w="12700" cap="flat" cmpd="sng" algn="ctr">
            <a:noFill/>
            <a:prstDash val="solid"/>
            <a:miter lim="800000"/>
          </a:ln>
          <a:effectLst/>
        </p:spPr>
        <p:txBody>
          <a:bodyPr rot="0" spcFirstLastPara="0" vertOverflow="overflow" horzOverflow="overflow" vert="horz" wrap="square" lIns="109728" tIns="54864" rIns="109728" bIns="54864" numCol="1" spcCol="0" rtlCol="0" fromWordArt="0" anchor="ctr" anchorCtr="0" forceAA="0" compatLnSpc="1">
            <a:prstTxWarp prst="textNoShape">
              <a:avLst/>
            </a:prstTxWarp>
            <a:noAutofit/>
          </a:bodyPr>
          <a:lstStyle/>
          <a:p>
            <a:pPr algn="ctr" defTabSz="1097143">
              <a:defRPr/>
            </a:pPr>
            <a:endParaRPr lang="ko-KR" altLang="en-US" sz="3240" kern="0" dirty="0">
              <a:solidFill>
                <a:prstClr val="white"/>
              </a:solidFill>
              <a:latin typeface="Arial"/>
            </a:endParaRPr>
          </a:p>
        </p:txBody>
      </p:sp>
      <p:sp>
        <p:nvSpPr>
          <p:cNvPr id="17" name="Isosceles Triangle 57">
            <a:extLst>
              <a:ext uri="{FF2B5EF4-FFF2-40B4-BE49-F238E27FC236}">
                <a16:creationId xmlns:a16="http://schemas.microsoft.com/office/drawing/2014/main" id="{49F0970F-DD63-4F46-B9E0-607D8A06C14F}"/>
              </a:ext>
            </a:extLst>
          </p:cNvPr>
          <p:cNvSpPr/>
          <p:nvPr/>
        </p:nvSpPr>
        <p:spPr>
          <a:xfrm rot="5400000">
            <a:off x="2089125" y="3508487"/>
            <a:ext cx="159247" cy="363798"/>
          </a:xfrm>
          <a:custGeom>
            <a:avLst/>
            <a:gdLst>
              <a:gd name="connsiteX0" fmla="*/ 1148449 w 1346449"/>
              <a:gd name="connsiteY0" fmla="*/ 2457725 h 3249725"/>
              <a:gd name="connsiteX1" fmla="*/ 198001 w 1346449"/>
              <a:gd name="connsiteY1" fmla="*/ 2457725 h 3249725"/>
              <a:gd name="connsiteX2" fmla="*/ 1 w 1346449"/>
              <a:gd name="connsiteY2" fmla="*/ 3249725 h 3249725"/>
              <a:gd name="connsiteX3" fmla="*/ 1346449 w 1346449"/>
              <a:gd name="connsiteY3" fmla="*/ 3249725 h 3249725"/>
              <a:gd name="connsiteX4" fmla="*/ 1148449 w 1346449"/>
              <a:gd name="connsiteY4" fmla="*/ 2457725 h 3249725"/>
              <a:gd name="connsiteX5" fmla="*/ 755186 w 1346449"/>
              <a:gd name="connsiteY5" fmla="*/ 82950 h 3249725"/>
              <a:gd name="connsiteX6" fmla="*/ 734449 w 1346449"/>
              <a:gd name="connsiteY6" fmla="*/ 1314594 h 3249725"/>
              <a:gd name="connsiteX7" fmla="*/ 853246 w 1346449"/>
              <a:gd name="connsiteY7" fmla="*/ 1483214 h 3249725"/>
              <a:gd name="connsiteX8" fmla="*/ 673226 w 1346449"/>
              <a:gd name="connsiteY8" fmla="*/ 1663234 h 3249725"/>
              <a:gd name="connsiteX9" fmla="*/ 493206 w 1346449"/>
              <a:gd name="connsiteY9" fmla="*/ 1483214 h 3249725"/>
              <a:gd name="connsiteX10" fmla="*/ 612000 w 1346449"/>
              <a:gd name="connsiteY10" fmla="*/ 1314595 h 3249725"/>
              <a:gd name="connsiteX11" fmla="*/ 612000 w 1346449"/>
              <a:gd name="connsiteY11" fmla="*/ 0 h 3249725"/>
              <a:gd name="connsiteX12" fmla="*/ 2939 w 1346449"/>
              <a:gd name="connsiteY12" fmla="*/ 1574694 h 3249725"/>
              <a:gd name="connsiteX13" fmla="*/ 0 w 1346449"/>
              <a:gd name="connsiteY13" fmla="*/ 1574694 h 3249725"/>
              <a:gd name="connsiteX14" fmla="*/ 2009 w 1346449"/>
              <a:gd name="connsiteY14" fmla="*/ 1577097 h 3249725"/>
              <a:gd name="connsiteX15" fmla="*/ 0 w 1346449"/>
              <a:gd name="connsiteY15" fmla="*/ 1582292 h 3249725"/>
              <a:gd name="connsiteX16" fmla="*/ 6353 w 1346449"/>
              <a:gd name="connsiteY16" fmla="*/ 1582292 h 3249725"/>
              <a:gd name="connsiteX17" fmla="*/ 273414 w 1346449"/>
              <a:gd name="connsiteY17" fmla="*/ 2376121 h 3249725"/>
              <a:gd name="connsiteX18" fmla="*/ 1091887 w 1346449"/>
              <a:gd name="connsiteY18" fmla="*/ 2366694 h 3249725"/>
              <a:gd name="connsiteX19" fmla="*/ 1340768 w 1346449"/>
              <a:gd name="connsiteY19" fmla="*/ 1582292 h 3249725"/>
              <a:gd name="connsiteX20" fmla="*/ 1346449 w 1346449"/>
              <a:gd name="connsiteY20" fmla="*/ 1582292 h 3249725"/>
              <a:gd name="connsiteX21" fmla="*/ 1344512 w 1346449"/>
              <a:gd name="connsiteY21" fmla="*/ 1577284 h 3249725"/>
              <a:gd name="connsiteX22" fmla="*/ 1346448 w 1346449"/>
              <a:gd name="connsiteY22" fmla="*/ 1574694 h 3249725"/>
              <a:gd name="connsiteX23" fmla="*/ 1343510 w 1346449"/>
              <a:gd name="connsiteY23" fmla="*/ 1574694 h 3249725"/>
              <a:gd name="connsiteX24" fmla="*/ 755186 w 1346449"/>
              <a:gd name="connsiteY24" fmla="*/ 82950 h 3249725"/>
              <a:gd name="connsiteX0" fmla="*/ 1148449 w 1346449"/>
              <a:gd name="connsiteY0" fmla="*/ 2374775 h 3166775"/>
              <a:gd name="connsiteX1" fmla="*/ 198001 w 1346449"/>
              <a:gd name="connsiteY1" fmla="*/ 2374775 h 3166775"/>
              <a:gd name="connsiteX2" fmla="*/ 1 w 1346449"/>
              <a:gd name="connsiteY2" fmla="*/ 3166775 h 3166775"/>
              <a:gd name="connsiteX3" fmla="*/ 1346449 w 1346449"/>
              <a:gd name="connsiteY3" fmla="*/ 3166775 h 3166775"/>
              <a:gd name="connsiteX4" fmla="*/ 1148449 w 1346449"/>
              <a:gd name="connsiteY4" fmla="*/ 2374775 h 3166775"/>
              <a:gd name="connsiteX5" fmla="*/ 755186 w 1346449"/>
              <a:gd name="connsiteY5" fmla="*/ 0 h 3166775"/>
              <a:gd name="connsiteX6" fmla="*/ 734449 w 1346449"/>
              <a:gd name="connsiteY6" fmla="*/ 1231644 h 3166775"/>
              <a:gd name="connsiteX7" fmla="*/ 853246 w 1346449"/>
              <a:gd name="connsiteY7" fmla="*/ 1400264 h 3166775"/>
              <a:gd name="connsiteX8" fmla="*/ 673226 w 1346449"/>
              <a:gd name="connsiteY8" fmla="*/ 1580284 h 3166775"/>
              <a:gd name="connsiteX9" fmla="*/ 493206 w 1346449"/>
              <a:gd name="connsiteY9" fmla="*/ 1400264 h 3166775"/>
              <a:gd name="connsiteX10" fmla="*/ 612000 w 1346449"/>
              <a:gd name="connsiteY10" fmla="*/ 1231645 h 3166775"/>
              <a:gd name="connsiteX11" fmla="*/ 591263 w 1346449"/>
              <a:gd name="connsiteY11" fmla="*/ 10368 h 3166775"/>
              <a:gd name="connsiteX12" fmla="*/ 2939 w 1346449"/>
              <a:gd name="connsiteY12" fmla="*/ 1491744 h 3166775"/>
              <a:gd name="connsiteX13" fmla="*/ 0 w 1346449"/>
              <a:gd name="connsiteY13" fmla="*/ 1491744 h 3166775"/>
              <a:gd name="connsiteX14" fmla="*/ 2009 w 1346449"/>
              <a:gd name="connsiteY14" fmla="*/ 1494147 h 3166775"/>
              <a:gd name="connsiteX15" fmla="*/ 0 w 1346449"/>
              <a:gd name="connsiteY15" fmla="*/ 1499342 h 3166775"/>
              <a:gd name="connsiteX16" fmla="*/ 6353 w 1346449"/>
              <a:gd name="connsiteY16" fmla="*/ 1499342 h 3166775"/>
              <a:gd name="connsiteX17" fmla="*/ 273414 w 1346449"/>
              <a:gd name="connsiteY17" fmla="*/ 2293171 h 3166775"/>
              <a:gd name="connsiteX18" fmla="*/ 1091887 w 1346449"/>
              <a:gd name="connsiteY18" fmla="*/ 2283744 h 3166775"/>
              <a:gd name="connsiteX19" fmla="*/ 1340768 w 1346449"/>
              <a:gd name="connsiteY19" fmla="*/ 1499342 h 3166775"/>
              <a:gd name="connsiteX20" fmla="*/ 1346449 w 1346449"/>
              <a:gd name="connsiteY20" fmla="*/ 1499342 h 3166775"/>
              <a:gd name="connsiteX21" fmla="*/ 1344512 w 1346449"/>
              <a:gd name="connsiteY21" fmla="*/ 1494334 h 3166775"/>
              <a:gd name="connsiteX22" fmla="*/ 1346448 w 1346449"/>
              <a:gd name="connsiteY22" fmla="*/ 1491744 h 3166775"/>
              <a:gd name="connsiteX23" fmla="*/ 1343510 w 1346449"/>
              <a:gd name="connsiteY23" fmla="*/ 1491744 h 3166775"/>
              <a:gd name="connsiteX24" fmla="*/ 755186 w 1346449"/>
              <a:gd name="connsiteY24" fmla="*/ 0 h 31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346449" h="3166775">
                <a:moveTo>
                  <a:pt x="1148449" y="2374775"/>
                </a:moveTo>
                <a:lnTo>
                  <a:pt x="198001" y="2374775"/>
                </a:lnTo>
                <a:lnTo>
                  <a:pt x="1" y="3166775"/>
                </a:lnTo>
                <a:lnTo>
                  <a:pt x="1346449" y="3166775"/>
                </a:lnTo>
                <a:lnTo>
                  <a:pt x="1148449" y="2374775"/>
                </a:lnTo>
                <a:close/>
                <a:moveTo>
                  <a:pt x="755186" y="0"/>
                </a:moveTo>
                <a:cubicBezTo>
                  <a:pt x="755186" y="438198"/>
                  <a:pt x="734449" y="793446"/>
                  <a:pt x="734449" y="1231644"/>
                </a:cubicBezTo>
                <a:cubicBezTo>
                  <a:pt x="803843" y="1256124"/>
                  <a:pt x="853246" y="1322425"/>
                  <a:pt x="853246" y="1400264"/>
                </a:cubicBezTo>
                <a:cubicBezTo>
                  <a:pt x="853246" y="1499686"/>
                  <a:pt x="772648" y="1580284"/>
                  <a:pt x="673226" y="1580284"/>
                </a:cubicBezTo>
                <a:cubicBezTo>
                  <a:pt x="573804" y="1580284"/>
                  <a:pt x="493206" y="1499686"/>
                  <a:pt x="493206" y="1400264"/>
                </a:cubicBezTo>
                <a:cubicBezTo>
                  <a:pt x="493206" y="1322426"/>
                  <a:pt x="542608" y="1256126"/>
                  <a:pt x="612000" y="1231645"/>
                </a:cubicBezTo>
                <a:lnTo>
                  <a:pt x="591263" y="10368"/>
                </a:lnTo>
                <a:lnTo>
                  <a:pt x="2939" y="1491744"/>
                </a:lnTo>
                <a:lnTo>
                  <a:pt x="0" y="1491744"/>
                </a:lnTo>
                <a:lnTo>
                  <a:pt x="2009" y="1494147"/>
                </a:lnTo>
                <a:lnTo>
                  <a:pt x="0" y="1499342"/>
                </a:lnTo>
                <a:lnTo>
                  <a:pt x="6353" y="1499342"/>
                </a:lnTo>
                <a:cubicBezTo>
                  <a:pt x="274151" y="1797289"/>
                  <a:pt x="320153" y="2031319"/>
                  <a:pt x="273414" y="2293171"/>
                </a:cubicBezTo>
                <a:lnTo>
                  <a:pt x="1091887" y="2283744"/>
                </a:lnTo>
                <a:cubicBezTo>
                  <a:pt x="1035756" y="1984266"/>
                  <a:pt x="1081794" y="1833397"/>
                  <a:pt x="1340768" y="1499342"/>
                </a:cubicBezTo>
                <a:lnTo>
                  <a:pt x="1346449" y="1499342"/>
                </a:lnTo>
                <a:lnTo>
                  <a:pt x="1344512" y="1494334"/>
                </a:lnTo>
                <a:cubicBezTo>
                  <a:pt x="1345124" y="1493447"/>
                  <a:pt x="1345785" y="1492596"/>
                  <a:pt x="1346448" y="1491744"/>
                </a:cubicBezTo>
                <a:lnTo>
                  <a:pt x="1343510" y="1491744"/>
                </a:lnTo>
                <a:cubicBezTo>
                  <a:pt x="1140490" y="966846"/>
                  <a:pt x="958206" y="524898"/>
                  <a:pt x="755186" y="0"/>
                </a:cubicBezTo>
                <a:close/>
              </a:path>
            </a:pathLst>
          </a:custGeom>
          <a:solidFill>
            <a:schemeClr val="accent1">
              <a:lumMod val="50000"/>
            </a:schemeClr>
          </a:solidFill>
          <a:ln w="12700" cap="flat" cmpd="sng" algn="ctr">
            <a:noFill/>
            <a:prstDash val="solid"/>
            <a:miter lim="800000"/>
          </a:ln>
          <a:effectLst/>
        </p:spPr>
        <p:txBody>
          <a:bodyPr rot="0" spcFirstLastPara="0" vertOverflow="overflow" horzOverflow="overflow" vert="horz" wrap="square" lIns="109728" tIns="54864" rIns="109728" bIns="54864" numCol="1" spcCol="0" rtlCol="0" fromWordArt="0" anchor="ctr" anchorCtr="0" forceAA="0" compatLnSpc="1">
            <a:prstTxWarp prst="textNoShape">
              <a:avLst/>
            </a:prstTxWarp>
            <a:noAutofit/>
          </a:bodyPr>
          <a:lstStyle/>
          <a:p>
            <a:pPr algn="ctr" defTabSz="1097143">
              <a:defRPr/>
            </a:pPr>
            <a:endParaRPr lang="ko-KR" altLang="en-US" sz="3240" kern="0" dirty="0">
              <a:solidFill>
                <a:prstClr val="white"/>
              </a:solidFill>
              <a:latin typeface="Arial"/>
            </a:endParaRPr>
          </a:p>
        </p:txBody>
      </p:sp>
      <p:sp>
        <p:nvSpPr>
          <p:cNvPr id="3" name="Rectangle 2">
            <a:extLst>
              <a:ext uri="{FF2B5EF4-FFF2-40B4-BE49-F238E27FC236}">
                <a16:creationId xmlns:a16="http://schemas.microsoft.com/office/drawing/2014/main" id="{21C7D5FA-38C8-48D5-8CCB-335B48EE8120}"/>
              </a:ext>
            </a:extLst>
          </p:cNvPr>
          <p:cNvSpPr/>
          <p:nvPr/>
        </p:nvSpPr>
        <p:spPr>
          <a:xfrm>
            <a:off x="2507401" y="2394475"/>
            <a:ext cx="5405647" cy="461665"/>
          </a:xfrm>
          <a:prstGeom prst="rect">
            <a:avLst/>
          </a:prstGeom>
        </p:spPr>
        <p:txBody>
          <a:bodyPr wrap="none">
            <a:spAutoFit/>
          </a:bodyPr>
          <a:lstStyle/>
          <a:p>
            <a:r>
              <a:rPr lang="en-US" sz="2400" dirty="0">
                <a:latin typeface="Arial" panose="020B0604020202020204" pitchFamily="34" charset="0"/>
                <a:cs typeface="Arial" panose="020B0604020202020204" pitchFamily="34" charset="0"/>
              </a:rPr>
              <a:t>Does the act violate corporate policy? </a:t>
            </a:r>
            <a:endParaRPr lang="en-US" sz="2400" dirty="0"/>
          </a:p>
        </p:txBody>
      </p:sp>
      <p:sp>
        <p:nvSpPr>
          <p:cNvPr id="5" name="Rectangle 4">
            <a:extLst>
              <a:ext uri="{FF2B5EF4-FFF2-40B4-BE49-F238E27FC236}">
                <a16:creationId xmlns:a16="http://schemas.microsoft.com/office/drawing/2014/main" id="{470E83BB-2C48-40E3-BAEB-B23EEF6CDDB6}"/>
              </a:ext>
            </a:extLst>
          </p:cNvPr>
          <p:cNvSpPr/>
          <p:nvPr/>
        </p:nvSpPr>
        <p:spPr>
          <a:xfrm>
            <a:off x="2493333" y="2903496"/>
            <a:ext cx="9407935" cy="461665"/>
          </a:xfrm>
          <a:prstGeom prst="rect">
            <a:avLst/>
          </a:prstGeom>
        </p:spPr>
        <p:txBody>
          <a:bodyPr wrap="square">
            <a:spAutoFit/>
          </a:bodyPr>
          <a:lstStyle/>
          <a:p>
            <a:r>
              <a:rPr lang="en-US" sz="2400" dirty="0">
                <a:latin typeface="Arial" panose="020B0604020202020204" pitchFamily="34" charset="0"/>
                <a:cs typeface="Arial" panose="020B0604020202020204" pitchFamily="34" charset="0"/>
              </a:rPr>
              <a:t>Does it violate corporate or professional code of conduct or ethics? </a:t>
            </a:r>
            <a:endParaRPr lang="en-US" sz="2400" dirty="0"/>
          </a:p>
        </p:txBody>
      </p:sp>
      <p:sp>
        <p:nvSpPr>
          <p:cNvPr id="7" name="Rectangle 6">
            <a:extLst>
              <a:ext uri="{FF2B5EF4-FFF2-40B4-BE49-F238E27FC236}">
                <a16:creationId xmlns:a16="http://schemas.microsoft.com/office/drawing/2014/main" id="{531B89F1-88EB-4703-8FA4-004AA3BFF84C}"/>
              </a:ext>
            </a:extLst>
          </p:cNvPr>
          <p:cNvSpPr/>
          <p:nvPr/>
        </p:nvSpPr>
        <p:spPr>
          <a:xfrm>
            <a:off x="2507400" y="3482854"/>
            <a:ext cx="5698996" cy="461665"/>
          </a:xfrm>
          <a:prstGeom prst="rect">
            <a:avLst/>
          </a:prstGeom>
        </p:spPr>
        <p:txBody>
          <a:bodyPr wrap="none">
            <a:spAutoFit/>
          </a:bodyPr>
          <a:lstStyle/>
          <a:p>
            <a:r>
              <a:rPr lang="en-US" sz="2400" dirty="0">
                <a:latin typeface="Arial" panose="020B0604020202020204" pitchFamily="34" charset="0"/>
                <a:cs typeface="Arial" panose="020B0604020202020204" pitchFamily="34" charset="0"/>
              </a:rPr>
              <a:t>What if all above guidelines not helpful? </a:t>
            </a:r>
            <a:endParaRPr lang="en-US" sz="2400" dirty="0"/>
          </a:p>
        </p:txBody>
      </p:sp>
      <p:sp>
        <p:nvSpPr>
          <p:cNvPr id="8" name="Rectangle 7">
            <a:extLst>
              <a:ext uri="{FF2B5EF4-FFF2-40B4-BE49-F238E27FC236}">
                <a16:creationId xmlns:a16="http://schemas.microsoft.com/office/drawing/2014/main" id="{CEDE3BA5-4D98-425E-B507-44D553288028}"/>
              </a:ext>
            </a:extLst>
          </p:cNvPr>
          <p:cNvSpPr/>
          <p:nvPr/>
        </p:nvSpPr>
        <p:spPr>
          <a:xfrm>
            <a:off x="2507400" y="4066249"/>
            <a:ext cx="9303599" cy="2308324"/>
          </a:xfrm>
          <a:prstGeom prst="rect">
            <a:avLst/>
          </a:prstGeom>
        </p:spPr>
        <p:txBody>
          <a:bodyPr wrap="square">
            <a:spAutoFit/>
          </a:bodyPr>
          <a:lstStyle/>
          <a:p>
            <a:pPr marL="342900" indent="-342900">
              <a:buClr>
                <a:srgbClr val="002060"/>
              </a:buClr>
              <a:buSzPct val="90000"/>
              <a:buFont typeface="Wingdings" panose="05000000000000000000" pitchFamily="2" charset="2"/>
              <a:buChar char="v"/>
            </a:pPr>
            <a:r>
              <a:rPr lang="en-US" sz="2400" dirty="0">
                <a:latin typeface="Arial" panose="020B0604020202020204" pitchFamily="34" charset="0"/>
                <a:cs typeface="Arial" panose="020B0604020202020204" pitchFamily="34" charset="0"/>
              </a:rPr>
              <a:t>Look at ethical </a:t>
            </a:r>
            <a:r>
              <a:rPr lang="en-US" sz="2400" dirty="0" smtClean="0">
                <a:latin typeface="Arial" panose="020B0604020202020204" pitchFamily="34" charset="0"/>
                <a:cs typeface="Arial" panose="020B0604020202020204" pitchFamily="34" charset="0"/>
              </a:rPr>
              <a:t>principles </a:t>
            </a:r>
          </a:p>
          <a:p>
            <a:pPr marL="342900" indent="-342900">
              <a:lnSpc>
                <a:spcPct val="150000"/>
              </a:lnSpc>
              <a:buClr>
                <a:srgbClr val="002060"/>
              </a:buClr>
              <a:buSzPct val="90000"/>
              <a:buFont typeface="Wingdings" panose="05000000000000000000" pitchFamily="2" charset="2"/>
              <a:buChar char="v"/>
            </a:pPr>
            <a:r>
              <a:rPr lang="en-IN" sz="2400" dirty="0" smtClean="0">
                <a:latin typeface="Arial" panose="020B0604020202020204" pitchFamily="34" charset="0"/>
                <a:cs typeface="Arial" panose="020B0604020202020204" pitchFamily="34" charset="0"/>
              </a:rPr>
              <a:t>Some </a:t>
            </a:r>
            <a:r>
              <a:rPr lang="en-IN" sz="2400" dirty="0">
                <a:latin typeface="Arial" panose="020B0604020202020204" pitchFamily="34" charset="0"/>
                <a:cs typeface="Arial" panose="020B0604020202020204" pitchFamily="34" charset="0"/>
              </a:rPr>
              <a:t>key ethical </a:t>
            </a:r>
            <a:r>
              <a:rPr lang="en-IN" sz="2400" dirty="0" smtClean="0">
                <a:latin typeface="Arial" panose="020B0604020202020204" pitchFamily="34" charset="0"/>
                <a:cs typeface="Arial" panose="020B0604020202020204" pitchFamily="34" charset="0"/>
              </a:rPr>
              <a:t>principles : Respect</a:t>
            </a:r>
            <a:r>
              <a:rPr lang="en-IN" sz="2400" dirty="0">
                <a:latin typeface="Arial" panose="020B0604020202020204" pitchFamily="34" charset="0"/>
                <a:cs typeface="Arial" panose="020B0604020202020204" pitchFamily="34" charset="0"/>
              </a:rPr>
              <a:t>, Honesty, Responsibility, Fairness, Caring, Integrity, Courage, Empathy</a:t>
            </a:r>
          </a:p>
          <a:p>
            <a:pPr marL="342900" indent="-342900">
              <a:buClr>
                <a:srgbClr val="002060"/>
              </a:buClr>
              <a:buSzPct val="90000"/>
              <a:buFont typeface="Wingdings" panose="05000000000000000000" pitchFamily="2" charset="2"/>
              <a:buChar char="v"/>
            </a:pPr>
            <a:endParaRPr lang="en-IN" sz="2400" dirty="0" smtClean="0">
              <a:latin typeface="Arial" panose="020B0604020202020204" pitchFamily="34" charset="0"/>
              <a:cs typeface="Arial" panose="020B0604020202020204" pitchFamily="34" charset="0"/>
            </a:endParaRPr>
          </a:p>
          <a:p>
            <a:pPr marL="342900" indent="-342900">
              <a:buClr>
                <a:srgbClr val="002060"/>
              </a:buClr>
              <a:buSzPct val="90000"/>
              <a:buFont typeface="Wingdings" panose="05000000000000000000" pitchFamily="2" charset="2"/>
              <a:buChar char="v"/>
            </a:pPr>
            <a:endParaRPr lang="en-US" sz="2400" dirty="0">
              <a:latin typeface="Arial" panose="020B0604020202020204" pitchFamily="34" charset="0"/>
              <a:cs typeface="Arial" panose="020B0604020202020204" pitchFamily="34" charset="0"/>
            </a:endParaRPr>
          </a:p>
        </p:txBody>
      </p:sp>
      <p:pic>
        <p:nvPicPr>
          <p:cNvPr id="10" name="Picture 9">
            <a:extLst>
              <a:ext uri="{FF2B5EF4-FFF2-40B4-BE49-F238E27FC236}">
                <a16:creationId xmlns:a16="http://schemas.microsoft.com/office/drawing/2014/main" id="{C62680B5-3A63-4889-A9C8-2029061DFE7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590800" y="6248400"/>
            <a:ext cx="1676400" cy="1355305"/>
          </a:xfrm>
          <a:prstGeom prst="rect">
            <a:avLst/>
          </a:prstGeom>
          <a:ln>
            <a:noFill/>
          </a:ln>
          <a:effectLst>
            <a:outerShdw blurRad="292100" dist="139700" dir="2700000" algn="tl" rotWithShape="0">
              <a:srgbClr val="333333">
                <a:alpha val="65000"/>
              </a:srgbClr>
            </a:outerShdw>
          </a:effectLst>
        </p:spPr>
      </p:pic>
      <p:pic>
        <p:nvPicPr>
          <p:cNvPr id="18" name="Picture 17">
            <a:extLst>
              <a:ext uri="{FF2B5EF4-FFF2-40B4-BE49-F238E27FC236}">
                <a16:creationId xmlns:a16="http://schemas.microsoft.com/office/drawing/2014/main" id="{45CB2601-662E-45C9-8BE0-2673ADE02E1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172200" y="6096000"/>
            <a:ext cx="2063430" cy="1341427"/>
          </a:xfrm>
          <a:prstGeom prst="rect">
            <a:avLst/>
          </a:prstGeom>
          <a:ln>
            <a:noFill/>
          </a:ln>
          <a:effectLst>
            <a:outerShdw blurRad="292100" dist="139700" dir="2700000" algn="tl" rotWithShape="0">
              <a:srgbClr val="333333">
                <a:alpha val="65000"/>
              </a:srgbClr>
            </a:outerShdw>
          </a:effectLst>
        </p:spPr>
      </p:pic>
      <p:sp>
        <p:nvSpPr>
          <p:cNvPr id="9" name="TextBox 8">
            <a:extLst>
              <a:ext uri="{FF2B5EF4-FFF2-40B4-BE49-F238E27FC236}">
                <a16:creationId xmlns:a16="http://schemas.microsoft.com/office/drawing/2014/main" id="{05251EA3-3D56-B14F-BC52-A06954BA80C9}"/>
              </a:ext>
            </a:extLst>
          </p:cNvPr>
          <p:cNvSpPr txBox="1"/>
          <p:nvPr/>
        </p:nvSpPr>
        <p:spPr>
          <a:xfrm>
            <a:off x="76200" y="176480"/>
            <a:ext cx="6781800" cy="661720"/>
          </a:xfrm>
          <a:prstGeom prst="rect">
            <a:avLst/>
          </a:prstGeom>
          <a:noFill/>
        </p:spPr>
        <p:txBody>
          <a:bodyPr wrap="square" rtlCol="0">
            <a:spAutoFit/>
          </a:bodyPr>
          <a:lstStyle/>
          <a:p>
            <a:r>
              <a:rPr lang="en-US" sz="3700" b="1" dirty="0">
                <a:solidFill>
                  <a:schemeClr val="bg1"/>
                </a:solidFill>
                <a:cs typeface="Arial" panose="020B0604020202020204" pitchFamily="34" charset="0"/>
              </a:rPr>
              <a:t>Formal Guidelines </a:t>
            </a:r>
            <a:endParaRPr lang="en-GB" altLang="en-US" sz="3700" b="1" dirty="0">
              <a:solidFill>
                <a:schemeClr val="bg1"/>
              </a:solidFill>
              <a:cs typeface="Arial" panose="020B0604020202020204" pitchFamily="34" charset="0"/>
            </a:endParaRPr>
          </a:p>
        </p:txBody>
      </p:sp>
      <p:sp>
        <p:nvSpPr>
          <p:cNvPr id="6" name="Footer Placeholder 5">
            <a:extLst>
              <a:ext uri="{FF2B5EF4-FFF2-40B4-BE49-F238E27FC236}">
                <a16:creationId xmlns:a16="http://schemas.microsoft.com/office/drawing/2014/main" id="{80BBEEFD-5569-0141-8191-5CE8F19327F8}"/>
              </a:ext>
            </a:extLst>
          </p:cNvPr>
          <p:cNvSpPr>
            <a:spLocks noGrp="1"/>
          </p:cNvSpPr>
          <p:nvPr>
            <p:ph type="ftr" sz="quarter" idx="11"/>
          </p:nvPr>
        </p:nvSpPr>
        <p:spPr/>
        <p:txBody>
          <a:bodyPr/>
          <a:lstStyle/>
          <a:p>
            <a:r>
              <a:rPr lang="en-US" smtClean="0"/>
              <a:t>Myanmar Institute of Information Technology, MIIT</a:t>
            </a:r>
            <a:endParaRPr lang="en-US"/>
          </a:p>
        </p:txBody>
      </p:sp>
      <p:sp>
        <p:nvSpPr>
          <p:cNvPr id="11" name="Date Placeholder 10"/>
          <p:cNvSpPr>
            <a:spLocks noGrp="1"/>
          </p:cNvSpPr>
          <p:nvPr>
            <p:ph type="dt" sz="half" idx="10"/>
          </p:nvPr>
        </p:nvSpPr>
        <p:spPr/>
        <p:txBody>
          <a:bodyPr/>
          <a:lstStyle/>
          <a:p>
            <a:fld id="{8608F245-2C1E-4FA1-A6AD-4367860998B4}" type="datetime1">
              <a:rPr lang="en-US" smtClean="0"/>
              <a:t>9/8/2025</a:t>
            </a:fld>
            <a:endParaRPr lang="en-US"/>
          </a:p>
        </p:txBody>
      </p:sp>
    </p:spTree>
    <p:extLst>
      <p:ext uri="{BB962C8B-B14F-4D97-AF65-F5344CB8AC3E}">
        <p14:creationId xmlns:p14="http://schemas.microsoft.com/office/powerpoint/2010/main" val="8901755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randombar(horizontal)">
                                      <p:cBhvr>
                                        <p:cTn id="7" dur="500"/>
                                        <p:tgtEl>
                                          <p:spTgt spid="13"/>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randombar(horizontal)">
                                      <p:cBhvr>
                                        <p:cTn id="10" dur="500"/>
                                        <p:tgtEl>
                                          <p:spTgt spid="14"/>
                                        </p:tgtEl>
                                      </p:cBhvr>
                                    </p:animEffect>
                                  </p:childTnLst>
                                </p:cTn>
                              </p:par>
                            </p:childTnLst>
                          </p:cTn>
                        </p:par>
                        <p:par>
                          <p:cTn id="11" fill="hold">
                            <p:stCondLst>
                              <p:cond delay="500"/>
                            </p:stCondLst>
                            <p:childTnLst>
                              <p:par>
                                <p:cTn id="12" presetID="16" presetClass="entr" presetSubtype="21" fill="hold" grpId="0" nodeType="after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barn(inVertical)">
                                      <p:cBhvr>
                                        <p:cTn id="14" dur="500"/>
                                        <p:tgtEl>
                                          <p:spTgt spid="2"/>
                                        </p:tgtEl>
                                      </p:cBhvr>
                                    </p:animEffect>
                                  </p:childTnLst>
                                </p:cTn>
                              </p:par>
                              <p:par>
                                <p:cTn id="15" presetID="6" presetClass="entr" presetSubtype="16"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circle(in)">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randombar(horizontal)">
                                      <p:cBhvr>
                                        <p:cTn id="22" dur="500"/>
                                        <p:tgtEl>
                                          <p:spTgt spid="15"/>
                                        </p:tgtEl>
                                      </p:cBhvr>
                                    </p:animEffect>
                                  </p:childTnLst>
                                </p:cTn>
                              </p:par>
                              <p:par>
                                <p:cTn id="23" presetID="16" presetClass="entr" presetSubtype="21" fill="hold" grpId="0" nodeType="with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barn(inVertical)">
                                      <p:cBhvr>
                                        <p:cTn id="25" dur="500"/>
                                        <p:tgtEl>
                                          <p:spTgt spid="3"/>
                                        </p:tgtEl>
                                      </p:cBhvr>
                                    </p:animEffect>
                                  </p:childTnLst>
                                </p:cTn>
                              </p:par>
                            </p:childTnLst>
                          </p:cTn>
                        </p:par>
                      </p:childTnLst>
                    </p:cTn>
                  </p:par>
                  <p:par>
                    <p:cTn id="26" fill="hold">
                      <p:stCondLst>
                        <p:cond delay="indefinite"/>
                      </p:stCondLst>
                      <p:childTnLst>
                        <p:par>
                          <p:cTn id="27" fill="hold">
                            <p:stCondLst>
                              <p:cond delay="0"/>
                            </p:stCondLst>
                            <p:childTnLst>
                              <p:par>
                                <p:cTn id="28" presetID="14" presetClass="entr" presetSubtype="10" fill="hold" grpId="0" nodeType="click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randombar(horizontal)">
                                      <p:cBhvr>
                                        <p:cTn id="30" dur="500"/>
                                        <p:tgtEl>
                                          <p:spTgt spid="16"/>
                                        </p:tgtEl>
                                      </p:cBhvr>
                                    </p:animEffect>
                                  </p:childTnLst>
                                </p:cTn>
                              </p:par>
                              <p:par>
                                <p:cTn id="31" presetID="16" presetClass="entr" presetSubtype="21" fill="hold" grpId="0" nodeType="withEffect">
                                  <p:stCondLst>
                                    <p:cond delay="0"/>
                                  </p:stCondLst>
                                  <p:childTnLst>
                                    <p:set>
                                      <p:cBhvr>
                                        <p:cTn id="32" dur="1" fill="hold">
                                          <p:stCondLst>
                                            <p:cond delay="0"/>
                                          </p:stCondLst>
                                        </p:cTn>
                                        <p:tgtEl>
                                          <p:spTgt spid="5"/>
                                        </p:tgtEl>
                                        <p:attrNameLst>
                                          <p:attrName>style.visibility</p:attrName>
                                        </p:attrNameLst>
                                      </p:cBhvr>
                                      <p:to>
                                        <p:strVal val="visible"/>
                                      </p:to>
                                    </p:set>
                                    <p:animEffect transition="in" filter="barn(inVertical)">
                                      <p:cBhvr>
                                        <p:cTn id="33" dur="500"/>
                                        <p:tgtEl>
                                          <p:spTgt spid="5"/>
                                        </p:tgtEl>
                                      </p:cBhvr>
                                    </p:animEffect>
                                  </p:childTnLst>
                                </p:cTn>
                              </p:par>
                            </p:childTnLst>
                          </p:cTn>
                        </p:par>
                      </p:childTnLst>
                    </p:cTn>
                  </p:par>
                  <p:par>
                    <p:cTn id="34" fill="hold">
                      <p:stCondLst>
                        <p:cond delay="indefinite"/>
                      </p:stCondLst>
                      <p:childTnLst>
                        <p:par>
                          <p:cTn id="35" fill="hold">
                            <p:stCondLst>
                              <p:cond delay="0"/>
                            </p:stCondLst>
                            <p:childTnLst>
                              <p:par>
                                <p:cTn id="36" presetID="14" presetClass="entr" presetSubtype="10" fill="hold" grpId="0" nodeType="click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randombar(horizontal)">
                                      <p:cBhvr>
                                        <p:cTn id="38" dur="500"/>
                                        <p:tgtEl>
                                          <p:spTgt spid="17"/>
                                        </p:tgtEl>
                                      </p:cBhvr>
                                    </p:animEffect>
                                  </p:childTnLst>
                                </p:cTn>
                              </p:par>
                              <p:par>
                                <p:cTn id="39" presetID="16" presetClass="entr" presetSubtype="21" fill="hold" grpId="0" nodeType="withEffect">
                                  <p:stCondLst>
                                    <p:cond delay="0"/>
                                  </p:stCondLst>
                                  <p:childTnLst>
                                    <p:set>
                                      <p:cBhvr>
                                        <p:cTn id="40" dur="1" fill="hold">
                                          <p:stCondLst>
                                            <p:cond delay="0"/>
                                          </p:stCondLst>
                                        </p:cTn>
                                        <p:tgtEl>
                                          <p:spTgt spid="7"/>
                                        </p:tgtEl>
                                        <p:attrNameLst>
                                          <p:attrName>style.visibility</p:attrName>
                                        </p:attrNameLst>
                                      </p:cBhvr>
                                      <p:to>
                                        <p:strVal val="visible"/>
                                      </p:to>
                                    </p:set>
                                    <p:animEffect transition="in" filter="barn(inVertical)">
                                      <p:cBhvr>
                                        <p:cTn id="41" dur="500"/>
                                        <p:tgtEl>
                                          <p:spTgt spid="7"/>
                                        </p:tgtEl>
                                      </p:cBhvr>
                                    </p:animEffect>
                                  </p:childTnLst>
                                </p:cTn>
                              </p:par>
                            </p:childTnLst>
                          </p:cTn>
                        </p:par>
                      </p:childTnLst>
                    </p:cTn>
                  </p:par>
                  <p:par>
                    <p:cTn id="42" fill="hold">
                      <p:stCondLst>
                        <p:cond delay="indefinite"/>
                      </p:stCondLst>
                      <p:childTnLst>
                        <p:par>
                          <p:cTn id="43" fill="hold">
                            <p:stCondLst>
                              <p:cond delay="0"/>
                            </p:stCondLst>
                            <p:childTnLst>
                              <p:par>
                                <p:cTn id="44" presetID="16" presetClass="entr" presetSubtype="21" fill="hold" grpId="0" nodeType="clickEffect">
                                  <p:stCondLst>
                                    <p:cond delay="0"/>
                                  </p:stCondLst>
                                  <p:childTnLst>
                                    <p:set>
                                      <p:cBhvr>
                                        <p:cTn id="45" dur="1" fill="hold">
                                          <p:stCondLst>
                                            <p:cond delay="0"/>
                                          </p:stCondLst>
                                        </p:cTn>
                                        <p:tgtEl>
                                          <p:spTgt spid="8"/>
                                        </p:tgtEl>
                                        <p:attrNameLst>
                                          <p:attrName>style.visibility</p:attrName>
                                        </p:attrNameLst>
                                      </p:cBhvr>
                                      <p:to>
                                        <p:strVal val="visible"/>
                                      </p:to>
                                    </p:set>
                                    <p:animEffect transition="in" filter="barn(inVertical)">
                                      <p:cBhvr>
                                        <p:cTn id="46" dur="500"/>
                                        <p:tgtEl>
                                          <p:spTgt spid="8"/>
                                        </p:tgtEl>
                                      </p:cBhvr>
                                    </p:animEffect>
                                  </p:childTnLst>
                                </p:cTn>
                              </p:par>
                              <p:par>
                                <p:cTn id="47" presetID="6" presetClass="entr" presetSubtype="16" fill="hold" nodeType="with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circle(in)">
                                      <p:cBhvr>
                                        <p:cTn id="49"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2" grpId="0"/>
      <p:bldP spid="15" grpId="0" animBg="1"/>
      <p:bldP spid="16" grpId="0" animBg="1"/>
      <p:bldP spid="17" grpId="0" animBg="1"/>
      <p:bldP spid="3" grpId="0"/>
      <p:bldP spid="5" grpId="0"/>
      <p:bldP spid="7" grpId="0"/>
      <p:bldP spid="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직사각형 19">
            <a:extLst>
              <a:ext uri="{FF2B5EF4-FFF2-40B4-BE49-F238E27FC236}">
                <a16:creationId xmlns:a16="http://schemas.microsoft.com/office/drawing/2014/main" id="{D7325F1E-3E6F-CB46-9E3D-5B26D74C7499}"/>
              </a:ext>
            </a:extLst>
          </p:cNvPr>
          <p:cNvSpPr/>
          <p:nvPr/>
        </p:nvSpPr>
        <p:spPr>
          <a:xfrm>
            <a:off x="609600" y="38100"/>
            <a:ext cx="13411200" cy="681988"/>
          </a:xfrm>
          <a:prstGeom prst="rect">
            <a:avLst/>
          </a:prstGeom>
          <a:solidFill>
            <a:schemeClr val="accent5">
              <a:lumMod val="75000"/>
            </a:schemeClr>
          </a:solidFill>
        </p:spPr>
        <p:txBody>
          <a:bodyPr wrap="square" lIns="111511" tIns="55756" rIns="111511" bIns="55756"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95585">
              <a:defRPr/>
            </a:pPr>
            <a:endParaRPr lang="en-US" altLang="ko-KR" sz="3700" b="1" kern="0" dirty="0">
              <a:solidFill>
                <a:schemeClr val="bg1"/>
              </a:solidFill>
              <a:latin typeface="Arial" panose="020B0604020202020204" pitchFamily="34" charset="0"/>
              <a:ea typeface="맑은 고딕" panose="020B0503020000020004" pitchFamily="34" charset="-127"/>
              <a:cs typeface="Arial" panose="020B0604020202020204" pitchFamily="34" charset="0"/>
            </a:endParaRPr>
          </a:p>
        </p:txBody>
      </p:sp>
      <p:sp>
        <p:nvSpPr>
          <p:cNvPr id="4" name="Slide Number Placeholder 3">
            <a:extLst>
              <a:ext uri="{FF2B5EF4-FFF2-40B4-BE49-F238E27FC236}">
                <a16:creationId xmlns:a16="http://schemas.microsoft.com/office/drawing/2014/main" id="{EE39CD3E-7BDF-4AE0-93B3-C49CA8F0D23F}"/>
              </a:ext>
            </a:extLst>
          </p:cNvPr>
          <p:cNvSpPr>
            <a:spLocks noGrp="1"/>
          </p:cNvSpPr>
          <p:nvPr>
            <p:ph type="sldNum" sz="quarter" idx="12"/>
          </p:nvPr>
        </p:nvSpPr>
        <p:spPr/>
        <p:txBody>
          <a:bodyPr/>
          <a:lstStyle/>
          <a:p>
            <a:fld id="{9B08F086-0AA8-4846-9116-C6B69902F758}" type="slidenum">
              <a:rPr lang="en-US" smtClean="0"/>
              <a:t>5</a:t>
            </a:fld>
            <a:endParaRPr lang="en-US"/>
          </a:p>
        </p:txBody>
      </p:sp>
      <p:sp>
        <p:nvSpPr>
          <p:cNvPr id="13" name="Rectangle 12">
            <a:extLst>
              <a:ext uri="{FF2B5EF4-FFF2-40B4-BE49-F238E27FC236}">
                <a16:creationId xmlns:a16="http://schemas.microsoft.com/office/drawing/2014/main" id="{E08104CB-3F5C-4498-8A55-CE9579B2D9D4}"/>
              </a:ext>
            </a:extLst>
          </p:cNvPr>
          <p:cNvSpPr/>
          <p:nvPr/>
        </p:nvSpPr>
        <p:spPr>
          <a:xfrm>
            <a:off x="609600" y="942341"/>
            <a:ext cx="13411200" cy="4315459"/>
          </a:xfrm>
          <a:prstGeom prst="rect">
            <a:avLst/>
          </a:prstGeom>
          <a:solidFill>
            <a:schemeClr val="accent1">
              <a:lumMod val="20000"/>
              <a:lumOff val="80000"/>
            </a:schemeClr>
          </a:solidFill>
          <a:ln w="31750">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640" dirty="0">
              <a:solidFill>
                <a:schemeClr val="bg1"/>
              </a:solidFill>
            </a:endParaRPr>
          </a:p>
        </p:txBody>
      </p:sp>
      <p:sp>
        <p:nvSpPr>
          <p:cNvPr id="9" name="Rectangle 8">
            <a:extLst>
              <a:ext uri="{FF2B5EF4-FFF2-40B4-BE49-F238E27FC236}">
                <a16:creationId xmlns:a16="http://schemas.microsoft.com/office/drawing/2014/main" id="{6786C215-C5E6-45EF-8F89-6FEB56519FC9}"/>
              </a:ext>
            </a:extLst>
          </p:cNvPr>
          <p:cNvSpPr/>
          <p:nvPr/>
        </p:nvSpPr>
        <p:spPr>
          <a:xfrm>
            <a:off x="685800" y="990600"/>
            <a:ext cx="12648736" cy="830997"/>
          </a:xfrm>
          <a:prstGeom prst="rect">
            <a:avLst/>
          </a:prstGeom>
          <a:effectLst/>
        </p:spPr>
        <p:txBody>
          <a:bodyPr wrap="square">
            <a:spAutoFit/>
          </a:bodyPr>
          <a:lstStyle/>
          <a:p>
            <a:pPr algn="just"/>
            <a:r>
              <a:rPr lang="en-US" sz="2400" b="1" dirty="0">
                <a:solidFill>
                  <a:srgbClr val="002060"/>
                </a:solidFill>
                <a:latin typeface="Arial" panose="020B0604020202020204" pitchFamily="34" charset="0"/>
                <a:cs typeface="Arial" panose="020B0604020202020204" pitchFamily="34" charset="0"/>
              </a:rPr>
              <a:t>Is there an ethical difference between browsing through someone’s computer files and browsing through her desk drawer? </a:t>
            </a:r>
          </a:p>
        </p:txBody>
      </p:sp>
      <p:sp>
        <p:nvSpPr>
          <p:cNvPr id="10" name="Rectangle 9">
            <a:extLst>
              <a:ext uri="{FF2B5EF4-FFF2-40B4-BE49-F238E27FC236}">
                <a16:creationId xmlns:a16="http://schemas.microsoft.com/office/drawing/2014/main" id="{18BA07F2-6AF4-44C4-8663-5EFD1BEA4888}"/>
              </a:ext>
            </a:extLst>
          </p:cNvPr>
          <p:cNvSpPr/>
          <p:nvPr/>
        </p:nvSpPr>
        <p:spPr>
          <a:xfrm>
            <a:off x="381000" y="1752600"/>
            <a:ext cx="13487400" cy="3063980"/>
          </a:xfrm>
          <a:prstGeom prst="rect">
            <a:avLst/>
          </a:prstGeom>
        </p:spPr>
        <p:txBody>
          <a:bodyPr wrap="square">
            <a:spAutoFit/>
          </a:bodyPr>
          <a:lstStyle/>
          <a:p>
            <a:pPr marL="1440180" lvl="2" indent="-342900">
              <a:lnSpc>
                <a:spcPct val="150000"/>
              </a:lnSpc>
              <a:buClr>
                <a:srgbClr val="002060"/>
              </a:buClr>
              <a:buSzPct val="90000"/>
              <a:buFont typeface="Wingdings" panose="05000000000000000000" pitchFamily="2" charset="2"/>
              <a:buChar char="v"/>
            </a:pPr>
            <a:r>
              <a:rPr lang="en-US" sz="2640" dirty="0">
                <a:latin typeface="Arial" panose="020B0604020202020204" pitchFamily="34" charset="0"/>
                <a:cs typeface="Arial" panose="020B0604020202020204" pitchFamily="34" charset="0"/>
              </a:rPr>
              <a:t>No difference </a:t>
            </a:r>
          </a:p>
          <a:p>
            <a:pPr marL="1440180" lvl="2" indent="-342900">
              <a:lnSpc>
                <a:spcPct val="150000"/>
              </a:lnSpc>
              <a:buClr>
                <a:srgbClr val="002060"/>
              </a:buClr>
              <a:buSzPct val="90000"/>
              <a:buFont typeface="Wingdings" panose="05000000000000000000" pitchFamily="2" charset="2"/>
              <a:buChar char="v"/>
            </a:pPr>
            <a:r>
              <a:rPr lang="en-US" sz="2640" dirty="0">
                <a:latin typeface="Arial" panose="020B0604020202020204" pitchFamily="34" charset="0"/>
                <a:cs typeface="Arial" panose="020B0604020202020204" pitchFamily="34" charset="0"/>
              </a:rPr>
              <a:t>New technologies can make them seem different </a:t>
            </a:r>
          </a:p>
          <a:p>
            <a:pPr marL="1440180" lvl="2" indent="-342900">
              <a:lnSpc>
                <a:spcPct val="150000"/>
              </a:lnSpc>
              <a:buClr>
                <a:srgbClr val="002060"/>
              </a:buClr>
              <a:buSzPct val="90000"/>
              <a:buFont typeface="Wingdings" panose="05000000000000000000" pitchFamily="2" charset="2"/>
              <a:buChar char="v"/>
            </a:pPr>
            <a:r>
              <a:rPr lang="en-US" sz="2640" dirty="0">
                <a:latin typeface="Arial" panose="020B0604020202020204" pitchFamily="34" charset="0"/>
                <a:cs typeface="Arial" panose="020B0604020202020204" pitchFamily="34" charset="0"/>
              </a:rPr>
              <a:t>Technology makes some unethical actions easier to take and easier to conceal</a:t>
            </a:r>
          </a:p>
          <a:p>
            <a:pPr marL="1440180" lvl="2" indent="-342900">
              <a:lnSpc>
                <a:spcPct val="150000"/>
              </a:lnSpc>
              <a:buClr>
                <a:srgbClr val="002060"/>
              </a:buClr>
              <a:buSzPct val="90000"/>
              <a:buFont typeface="Wingdings" panose="05000000000000000000" pitchFamily="2" charset="2"/>
              <a:buChar char="v"/>
            </a:pPr>
            <a:r>
              <a:rPr lang="en-US" sz="2640" dirty="0">
                <a:latin typeface="Arial" panose="020B0604020202020204" pitchFamily="34" charset="0"/>
                <a:cs typeface="Arial" panose="020B0604020202020204" pitchFamily="34" charset="0"/>
              </a:rPr>
              <a:t>Technology makes it easier for people to be emotionally and physically distant from the consequences of their actions</a:t>
            </a:r>
          </a:p>
        </p:txBody>
      </p:sp>
      <p:pic>
        <p:nvPicPr>
          <p:cNvPr id="3" name="Picture 2">
            <a:extLst>
              <a:ext uri="{FF2B5EF4-FFF2-40B4-BE49-F238E27FC236}">
                <a16:creationId xmlns:a16="http://schemas.microsoft.com/office/drawing/2014/main" id="{5C36E397-414F-40DA-81E0-F871EE5E6BE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05577" y="5486400"/>
            <a:ext cx="3004624" cy="1838599"/>
          </a:xfrm>
          <a:prstGeom prst="rect">
            <a:avLst/>
          </a:prstGeom>
          <a:ln>
            <a:noFill/>
          </a:ln>
          <a:effectLst>
            <a:outerShdw blurRad="292100" dist="139700" dir="2700000" algn="tl" rotWithShape="0">
              <a:srgbClr val="333333">
                <a:alpha val="65000"/>
              </a:srgbClr>
            </a:outerShdw>
          </a:effectLst>
        </p:spPr>
      </p:pic>
      <p:pic>
        <p:nvPicPr>
          <p:cNvPr id="7" name="Picture 6">
            <a:extLst>
              <a:ext uri="{FF2B5EF4-FFF2-40B4-BE49-F238E27FC236}">
                <a16:creationId xmlns:a16="http://schemas.microsoft.com/office/drawing/2014/main" id="{43AA0E4F-FEE3-46C6-80F3-8A36FC9EDBD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10400" y="5370787"/>
            <a:ext cx="2102081" cy="2096813"/>
          </a:xfrm>
          <a:prstGeom prst="rect">
            <a:avLst/>
          </a:prstGeom>
        </p:spPr>
      </p:pic>
      <p:sp>
        <p:nvSpPr>
          <p:cNvPr id="2" name="TextBox 1">
            <a:extLst>
              <a:ext uri="{FF2B5EF4-FFF2-40B4-BE49-F238E27FC236}">
                <a16:creationId xmlns:a16="http://schemas.microsoft.com/office/drawing/2014/main" id="{54DAB6AB-B9AB-4A41-9061-6829A7410CBB}"/>
              </a:ext>
            </a:extLst>
          </p:cNvPr>
          <p:cNvSpPr txBox="1"/>
          <p:nvPr/>
        </p:nvSpPr>
        <p:spPr>
          <a:xfrm>
            <a:off x="609600" y="76200"/>
            <a:ext cx="7391400" cy="661720"/>
          </a:xfrm>
          <a:prstGeom prst="rect">
            <a:avLst/>
          </a:prstGeom>
          <a:noFill/>
        </p:spPr>
        <p:txBody>
          <a:bodyPr wrap="square" rtlCol="0">
            <a:spAutoFit/>
          </a:bodyPr>
          <a:lstStyle/>
          <a:p>
            <a:r>
              <a:rPr lang="en-US" sz="3700" b="1" dirty="0">
                <a:solidFill>
                  <a:schemeClr val="bg1"/>
                </a:solidFill>
                <a:cs typeface="Arial" panose="020B0604020202020204" pitchFamily="34" charset="0"/>
              </a:rPr>
              <a:t>Formal </a:t>
            </a:r>
            <a:r>
              <a:rPr lang="en-US" sz="3700" b="1" dirty="0" smtClean="0">
                <a:solidFill>
                  <a:schemeClr val="bg1"/>
                </a:solidFill>
                <a:cs typeface="Arial" panose="020B0604020202020204" pitchFamily="34" charset="0"/>
              </a:rPr>
              <a:t>Guidelines (Cont’d) </a:t>
            </a:r>
            <a:endParaRPr lang="en-GB" altLang="en-US" sz="3700" b="1" dirty="0">
              <a:solidFill>
                <a:schemeClr val="bg1"/>
              </a:solidFill>
              <a:cs typeface="Arial" panose="020B0604020202020204" pitchFamily="34" charset="0"/>
            </a:endParaRPr>
          </a:p>
        </p:txBody>
      </p:sp>
      <p:sp>
        <p:nvSpPr>
          <p:cNvPr id="5" name="Footer Placeholder 4">
            <a:extLst>
              <a:ext uri="{FF2B5EF4-FFF2-40B4-BE49-F238E27FC236}">
                <a16:creationId xmlns:a16="http://schemas.microsoft.com/office/drawing/2014/main" id="{6D7A3D45-864F-5A41-B863-4C6AE0D2E26A}"/>
              </a:ext>
            </a:extLst>
          </p:cNvPr>
          <p:cNvSpPr>
            <a:spLocks noGrp="1"/>
          </p:cNvSpPr>
          <p:nvPr>
            <p:ph type="ftr" sz="quarter" idx="11"/>
          </p:nvPr>
        </p:nvSpPr>
        <p:spPr/>
        <p:txBody>
          <a:bodyPr/>
          <a:lstStyle/>
          <a:p>
            <a:r>
              <a:rPr lang="en-US" smtClean="0"/>
              <a:t>Myanmar Institute of Information Technology, MIIT</a:t>
            </a:r>
            <a:endParaRPr lang="en-US"/>
          </a:p>
        </p:txBody>
      </p:sp>
      <p:sp>
        <p:nvSpPr>
          <p:cNvPr id="6" name="Date Placeholder 5"/>
          <p:cNvSpPr>
            <a:spLocks noGrp="1"/>
          </p:cNvSpPr>
          <p:nvPr>
            <p:ph type="dt" sz="half" idx="10"/>
          </p:nvPr>
        </p:nvSpPr>
        <p:spPr/>
        <p:txBody>
          <a:bodyPr/>
          <a:lstStyle/>
          <a:p>
            <a:fld id="{5B653310-9C77-4BBD-879B-E05C55081664}" type="datetime1">
              <a:rPr lang="en-US" smtClean="0"/>
              <a:t>9/8/2025</a:t>
            </a:fld>
            <a:endParaRPr lang="en-US"/>
          </a:p>
        </p:txBody>
      </p:sp>
    </p:spTree>
    <p:extLst>
      <p:ext uri="{BB962C8B-B14F-4D97-AF65-F5344CB8AC3E}">
        <p14:creationId xmlns:p14="http://schemas.microsoft.com/office/powerpoint/2010/main" val="4051331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ircle(in)">
                                      <p:cBhvr>
                                        <p:cTn id="7" dur="500"/>
                                        <p:tgtEl>
                                          <p:spTgt spid="3"/>
                                        </p:tgtEl>
                                      </p:cBhvr>
                                    </p:animEffect>
                                  </p:childTnLst>
                                </p:cTn>
                              </p:par>
                              <p:par>
                                <p:cTn id="8" presetID="6" presetClass="entr" presetSubtype="16"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circle(in)">
                                      <p:cBhvr>
                                        <p:cTn id="10"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randombar(horizontal)">
                                      <p:cBhvr>
                                        <p:cTn id="15" dur="500"/>
                                        <p:tgtEl>
                                          <p:spTgt spid="13"/>
                                        </p:tgtEl>
                                      </p:cBhvr>
                                    </p:animEffect>
                                  </p:childTnLst>
                                </p:cTn>
                              </p:par>
                              <p:par>
                                <p:cTn id="16" presetID="16" presetClass="entr" presetSubtype="21"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barn(inVertical)">
                                      <p:cBhvr>
                                        <p:cTn id="18" dur="500"/>
                                        <p:tgtEl>
                                          <p:spTgt spid="9"/>
                                        </p:tgtEl>
                                      </p:cBhvr>
                                    </p:animEffect>
                                  </p:childTnLst>
                                </p:cTn>
                              </p:par>
                            </p:childTnLst>
                          </p:cTn>
                        </p:par>
                      </p:childTnLst>
                    </p:cTn>
                  </p:par>
                  <p:par>
                    <p:cTn id="19" fill="hold">
                      <p:stCondLst>
                        <p:cond delay="indefinite"/>
                      </p:stCondLst>
                      <p:childTnLst>
                        <p:par>
                          <p:cTn id="20" fill="hold">
                            <p:stCondLst>
                              <p:cond delay="0"/>
                            </p:stCondLst>
                            <p:childTnLst>
                              <p:par>
                                <p:cTn id="21" presetID="16" presetClass="entr" presetSubtype="21" fill="hold" nodeType="clickEffect">
                                  <p:stCondLst>
                                    <p:cond delay="0"/>
                                  </p:stCondLst>
                                  <p:childTnLst>
                                    <p:set>
                                      <p:cBhvr>
                                        <p:cTn id="22" dur="1" fill="hold">
                                          <p:stCondLst>
                                            <p:cond delay="0"/>
                                          </p:stCondLst>
                                        </p:cTn>
                                        <p:tgtEl>
                                          <p:spTgt spid="10">
                                            <p:txEl>
                                              <p:pRg st="0" end="0"/>
                                            </p:txEl>
                                          </p:spTgt>
                                        </p:tgtEl>
                                        <p:attrNameLst>
                                          <p:attrName>style.visibility</p:attrName>
                                        </p:attrNameLst>
                                      </p:cBhvr>
                                      <p:to>
                                        <p:strVal val="visible"/>
                                      </p:to>
                                    </p:set>
                                    <p:animEffect transition="in" filter="barn(inVertical)">
                                      <p:cBhvr>
                                        <p:cTn id="23" dur="500"/>
                                        <p:tgtEl>
                                          <p:spTgt spid="10">
                                            <p:txEl>
                                              <p:pRg st="0" end="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6" presetClass="entr" presetSubtype="21" fill="hold" nodeType="clickEffect">
                                  <p:stCondLst>
                                    <p:cond delay="0"/>
                                  </p:stCondLst>
                                  <p:childTnLst>
                                    <p:set>
                                      <p:cBhvr>
                                        <p:cTn id="27" dur="1" fill="hold">
                                          <p:stCondLst>
                                            <p:cond delay="0"/>
                                          </p:stCondLst>
                                        </p:cTn>
                                        <p:tgtEl>
                                          <p:spTgt spid="10">
                                            <p:txEl>
                                              <p:pRg st="1" end="1"/>
                                            </p:txEl>
                                          </p:spTgt>
                                        </p:tgtEl>
                                        <p:attrNameLst>
                                          <p:attrName>style.visibility</p:attrName>
                                        </p:attrNameLst>
                                      </p:cBhvr>
                                      <p:to>
                                        <p:strVal val="visible"/>
                                      </p:to>
                                    </p:set>
                                    <p:animEffect transition="in" filter="barn(inVertical)">
                                      <p:cBhvr>
                                        <p:cTn id="28" dur="500"/>
                                        <p:tgtEl>
                                          <p:spTgt spid="10">
                                            <p:txEl>
                                              <p:pRg st="1" end="1"/>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6" presetClass="entr" presetSubtype="21" fill="hold" nodeType="clickEffect">
                                  <p:stCondLst>
                                    <p:cond delay="0"/>
                                  </p:stCondLst>
                                  <p:childTnLst>
                                    <p:set>
                                      <p:cBhvr>
                                        <p:cTn id="32" dur="1" fill="hold">
                                          <p:stCondLst>
                                            <p:cond delay="0"/>
                                          </p:stCondLst>
                                        </p:cTn>
                                        <p:tgtEl>
                                          <p:spTgt spid="10">
                                            <p:txEl>
                                              <p:pRg st="2" end="2"/>
                                            </p:txEl>
                                          </p:spTgt>
                                        </p:tgtEl>
                                        <p:attrNameLst>
                                          <p:attrName>style.visibility</p:attrName>
                                        </p:attrNameLst>
                                      </p:cBhvr>
                                      <p:to>
                                        <p:strVal val="visible"/>
                                      </p:to>
                                    </p:set>
                                    <p:animEffect transition="in" filter="barn(inVertical)">
                                      <p:cBhvr>
                                        <p:cTn id="33" dur="500"/>
                                        <p:tgtEl>
                                          <p:spTgt spid="10">
                                            <p:txEl>
                                              <p:pRg st="2" end="2"/>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6" presetClass="entr" presetSubtype="21" fill="hold" nodeType="clickEffect">
                                  <p:stCondLst>
                                    <p:cond delay="0"/>
                                  </p:stCondLst>
                                  <p:childTnLst>
                                    <p:set>
                                      <p:cBhvr>
                                        <p:cTn id="37" dur="1" fill="hold">
                                          <p:stCondLst>
                                            <p:cond delay="0"/>
                                          </p:stCondLst>
                                        </p:cTn>
                                        <p:tgtEl>
                                          <p:spTgt spid="10">
                                            <p:txEl>
                                              <p:pRg st="3" end="3"/>
                                            </p:txEl>
                                          </p:spTgt>
                                        </p:tgtEl>
                                        <p:attrNameLst>
                                          <p:attrName>style.visibility</p:attrName>
                                        </p:attrNameLst>
                                      </p:cBhvr>
                                      <p:to>
                                        <p:strVal val="visible"/>
                                      </p:to>
                                    </p:set>
                                    <p:animEffect transition="in" filter="barn(inVertical)">
                                      <p:cBhvr>
                                        <p:cTn id="38" dur="500"/>
                                        <p:tgtEl>
                                          <p:spTgt spid="1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직사각형 19">
            <a:extLst>
              <a:ext uri="{FF2B5EF4-FFF2-40B4-BE49-F238E27FC236}">
                <a16:creationId xmlns:a16="http://schemas.microsoft.com/office/drawing/2014/main" id="{BF154025-72BD-FE42-96A8-26FD14EF51C7}"/>
              </a:ext>
            </a:extLst>
          </p:cNvPr>
          <p:cNvSpPr/>
          <p:nvPr/>
        </p:nvSpPr>
        <p:spPr>
          <a:xfrm>
            <a:off x="60961" y="171450"/>
            <a:ext cx="14188439" cy="681988"/>
          </a:xfrm>
          <a:prstGeom prst="rect">
            <a:avLst/>
          </a:prstGeom>
          <a:solidFill>
            <a:schemeClr val="accent5">
              <a:lumMod val="75000"/>
            </a:schemeClr>
          </a:solidFill>
        </p:spPr>
        <p:txBody>
          <a:bodyPr wrap="square" lIns="111511" tIns="55756" rIns="111511" bIns="55756"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95585">
              <a:defRPr/>
            </a:pPr>
            <a:endParaRPr lang="en-US" altLang="ko-KR" sz="3700" b="1" kern="0" dirty="0">
              <a:solidFill>
                <a:schemeClr val="bg1"/>
              </a:solidFill>
              <a:latin typeface="Arial" panose="020B0604020202020204" pitchFamily="34" charset="0"/>
              <a:ea typeface="맑은 고딕" panose="020B0503020000020004" pitchFamily="34" charset="-127"/>
              <a:cs typeface="Arial" panose="020B0604020202020204" pitchFamily="34" charset="0"/>
            </a:endParaRPr>
          </a:p>
        </p:txBody>
      </p:sp>
      <p:sp>
        <p:nvSpPr>
          <p:cNvPr id="4" name="Slide Number Placeholder 3">
            <a:extLst>
              <a:ext uri="{FF2B5EF4-FFF2-40B4-BE49-F238E27FC236}">
                <a16:creationId xmlns:a16="http://schemas.microsoft.com/office/drawing/2014/main" id="{EE39CD3E-7BDF-4AE0-93B3-C49CA8F0D23F}"/>
              </a:ext>
            </a:extLst>
          </p:cNvPr>
          <p:cNvSpPr>
            <a:spLocks noGrp="1"/>
          </p:cNvSpPr>
          <p:nvPr>
            <p:ph type="sldNum" sz="quarter" idx="12"/>
          </p:nvPr>
        </p:nvSpPr>
        <p:spPr/>
        <p:txBody>
          <a:bodyPr/>
          <a:lstStyle/>
          <a:p>
            <a:fld id="{9B08F086-0AA8-4846-9116-C6B69902F758}" type="slidenum">
              <a:rPr lang="en-US" smtClean="0"/>
              <a:t>6</a:t>
            </a:fld>
            <a:endParaRPr lang="en-US"/>
          </a:p>
        </p:txBody>
      </p:sp>
      <p:sp>
        <p:nvSpPr>
          <p:cNvPr id="11" name="Rectangle 10">
            <a:extLst>
              <a:ext uri="{FF2B5EF4-FFF2-40B4-BE49-F238E27FC236}">
                <a16:creationId xmlns:a16="http://schemas.microsoft.com/office/drawing/2014/main" id="{BC3CC824-315F-4CE1-B6E6-C5DDFDE228A4}"/>
              </a:ext>
            </a:extLst>
          </p:cNvPr>
          <p:cNvSpPr/>
          <p:nvPr/>
        </p:nvSpPr>
        <p:spPr>
          <a:xfrm>
            <a:off x="0" y="1143000"/>
            <a:ext cx="10128738" cy="796414"/>
          </a:xfrm>
          <a:prstGeom prst="rect">
            <a:avLst/>
          </a:prstGeom>
          <a:solidFill>
            <a:srgbClr val="00B0F0"/>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640"/>
          </a:p>
        </p:txBody>
      </p:sp>
      <p:sp>
        <p:nvSpPr>
          <p:cNvPr id="14" name="Rectangle 13">
            <a:extLst>
              <a:ext uri="{FF2B5EF4-FFF2-40B4-BE49-F238E27FC236}">
                <a16:creationId xmlns:a16="http://schemas.microsoft.com/office/drawing/2014/main" id="{44E49217-2854-4D04-A701-43D1C5C3EF64}"/>
              </a:ext>
            </a:extLst>
          </p:cNvPr>
          <p:cNvSpPr/>
          <p:nvPr/>
        </p:nvSpPr>
        <p:spPr>
          <a:xfrm>
            <a:off x="182881" y="1319608"/>
            <a:ext cx="10328365" cy="535531"/>
          </a:xfrm>
          <a:prstGeom prst="rect">
            <a:avLst/>
          </a:prstGeom>
          <a:effectLst>
            <a:outerShdw blurRad="50800" dist="38100" dir="8100000" algn="tr" rotWithShape="0">
              <a:prstClr val="black">
                <a:alpha val="40000"/>
              </a:prstClr>
            </a:outerShdw>
          </a:effectLst>
        </p:spPr>
        <p:txBody>
          <a:bodyPr wrap="square">
            <a:spAutoFit/>
          </a:bodyPr>
          <a:lstStyle/>
          <a:p>
            <a:r>
              <a:rPr lang="en-US" sz="2880" dirty="0">
                <a:solidFill>
                  <a:schemeClr val="bg1"/>
                </a:solidFill>
                <a:latin typeface="Arial" panose="020B0604020202020204" pitchFamily="34" charset="0"/>
                <a:cs typeface="Arial" panose="020B0604020202020204" pitchFamily="34" charset="0"/>
              </a:rPr>
              <a:t>Computers may provide more opportunities to breach ethics </a:t>
            </a:r>
          </a:p>
        </p:txBody>
      </p:sp>
      <p:sp>
        <p:nvSpPr>
          <p:cNvPr id="7" name="Rectangle 6">
            <a:extLst>
              <a:ext uri="{FF2B5EF4-FFF2-40B4-BE49-F238E27FC236}">
                <a16:creationId xmlns:a16="http://schemas.microsoft.com/office/drawing/2014/main" id="{BDF63689-83DF-4917-8C32-BD156DE654F7}"/>
              </a:ext>
            </a:extLst>
          </p:cNvPr>
          <p:cNvSpPr/>
          <p:nvPr/>
        </p:nvSpPr>
        <p:spPr>
          <a:xfrm>
            <a:off x="576772" y="2205373"/>
            <a:ext cx="11437033" cy="1754326"/>
          </a:xfrm>
          <a:prstGeom prst="rect">
            <a:avLst/>
          </a:prstGeom>
        </p:spPr>
        <p:txBody>
          <a:bodyPr wrap="square">
            <a:spAutoFit/>
          </a:bodyPr>
          <a:lstStyle/>
          <a:p>
            <a:pPr marL="891540" lvl="1" indent="-342900" algn="just">
              <a:lnSpc>
                <a:spcPct val="150000"/>
              </a:lnSpc>
              <a:buClr>
                <a:srgbClr val="00B0F0"/>
              </a:buClr>
              <a:buFont typeface="Wingdings" panose="05000000000000000000" pitchFamily="2" charset="2"/>
              <a:buChar char="v"/>
            </a:pPr>
            <a:r>
              <a:rPr lang="en-US" sz="2400" b="1" dirty="0">
                <a:latin typeface="Arial" panose="020B0604020202020204" pitchFamily="34" charset="0"/>
                <a:cs typeface="Arial" panose="020B0604020202020204" pitchFamily="34" charset="0"/>
              </a:rPr>
              <a:t>Opportunities</a:t>
            </a:r>
            <a:r>
              <a:rPr lang="en-US" sz="2400" dirty="0">
                <a:latin typeface="Arial" panose="020B0604020202020204" pitchFamily="34" charset="0"/>
                <a:cs typeface="Arial" panose="020B0604020202020204" pitchFamily="34" charset="0"/>
              </a:rPr>
              <a:t>: much more information is stored electronically now. Payroll data might be </a:t>
            </a:r>
            <a:r>
              <a:rPr lang="en-US" sz="2400" dirty="0" smtClean="0">
                <a:latin typeface="Arial" panose="020B0604020202020204" pitchFamily="34" charset="0"/>
                <a:cs typeface="Arial" panose="020B0604020202020204" pitchFamily="34" charset="0"/>
              </a:rPr>
              <a:t>available more </a:t>
            </a:r>
            <a:r>
              <a:rPr lang="en-US" sz="2400" dirty="0">
                <a:latin typeface="Arial" panose="020B0604020202020204" pitchFamily="34" charset="0"/>
                <a:cs typeface="Arial" panose="020B0604020202020204" pitchFamily="34" charset="0"/>
              </a:rPr>
              <a:t>easily in a business, for example, whereas in the past it would have been locked away. </a:t>
            </a:r>
          </a:p>
        </p:txBody>
      </p:sp>
      <p:sp>
        <p:nvSpPr>
          <p:cNvPr id="8" name="Rectangle 7">
            <a:extLst>
              <a:ext uri="{FF2B5EF4-FFF2-40B4-BE49-F238E27FC236}">
                <a16:creationId xmlns:a16="http://schemas.microsoft.com/office/drawing/2014/main" id="{0504E8D0-680B-4BFE-A43C-93B80F43CF88}"/>
              </a:ext>
            </a:extLst>
          </p:cNvPr>
          <p:cNvSpPr/>
          <p:nvPr/>
        </p:nvSpPr>
        <p:spPr>
          <a:xfrm>
            <a:off x="576772" y="3874740"/>
            <a:ext cx="11437033" cy="1131848"/>
          </a:xfrm>
          <a:prstGeom prst="rect">
            <a:avLst/>
          </a:prstGeom>
        </p:spPr>
        <p:txBody>
          <a:bodyPr wrap="square">
            <a:spAutoFit/>
          </a:bodyPr>
          <a:lstStyle/>
          <a:p>
            <a:pPr marL="891540" lvl="1" indent="-342900" algn="just">
              <a:lnSpc>
                <a:spcPct val="150000"/>
              </a:lnSpc>
              <a:buClr>
                <a:srgbClr val="00B0F0"/>
              </a:buClr>
              <a:buFont typeface="Wingdings" panose="05000000000000000000" pitchFamily="2" charset="2"/>
              <a:buChar char="v"/>
            </a:pPr>
            <a:r>
              <a:rPr lang="en-US" sz="2400" dirty="0">
                <a:latin typeface="Arial" panose="020B0604020202020204" pitchFamily="34" charset="0"/>
                <a:cs typeface="Arial" panose="020B0604020202020204" pitchFamily="34" charset="0"/>
              </a:rPr>
              <a:t>Physical distance means you don't have to open any doors marked Private. “I only looked at the file, I didn't take it.” </a:t>
            </a:r>
          </a:p>
        </p:txBody>
      </p:sp>
      <p:sp>
        <p:nvSpPr>
          <p:cNvPr id="15" name="Rectangle 14">
            <a:extLst>
              <a:ext uri="{FF2B5EF4-FFF2-40B4-BE49-F238E27FC236}">
                <a16:creationId xmlns:a16="http://schemas.microsoft.com/office/drawing/2014/main" id="{56C85463-818F-493B-99E2-8D60886B2F68}"/>
              </a:ext>
            </a:extLst>
          </p:cNvPr>
          <p:cNvSpPr/>
          <p:nvPr/>
        </p:nvSpPr>
        <p:spPr>
          <a:xfrm>
            <a:off x="1123745" y="5054247"/>
            <a:ext cx="8334333" cy="461665"/>
          </a:xfrm>
          <a:prstGeom prst="rect">
            <a:avLst/>
          </a:prstGeom>
        </p:spPr>
        <p:txBody>
          <a:bodyPr wrap="none">
            <a:spAutoFit/>
          </a:bodyPr>
          <a:lstStyle/>
          <a:p>
            <a:pPr marL="342900" indent="-342900">
              <a:buClr>
                <a:srgbClr val="00B0F0"/>
              </a:buClr>
              <a:buSzPct val="100000"/>
              <a:buFont typeface="Wingdings" panose="05000000000000000000" pitchFamily="2" charset="2"/>
              <a:buChar char="v"/>
            </a:pPr>
            <a:r>
              <a:rPr lang="en-US" sz="2400" dirty="0">
                <a:latin typeface="Arial" panose="020B0604020202020204" pitchFamily="34" charset="0"/>
                <a:cs typeface="Arial" panose="020B0604020202020204" pitchFamily="34" charset="0"/>
              </a:rPr>
              <a:t>The volume of computer data also links to privacy issues.</a:t>
            </a:r>
            <a:endParaRPr lang="en-US" sz="2400" dirty="0"/>
          </a:p>
        </p:txBody>
      </p:sp>
      <p:pic>
        <p:nvPicPr>
          <p:cNvPr id="9" name="Picture 8">
            <a:extLst>
              <a:ext uri="{FF2B5EF4-FFF2-40B4-BE49-F238E27FC236}">
                <a16:creationId xmlns:a16="http://schemas.microsoft.com/office/drawing/2014/main" id="{6B003561-2E59-4A27-A58B-3A19251F358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727156" y="5772308"/>
            <a:ext cx="2916034" cy="1944023"/>
          </a:xfrm>
          <a:prstGeom prst="rect">
            <a:avLst/>
          </a:prstGeom>
          <a:ln>
            <a:noFill/>
          </a:ln>
          <a:effectLst>
            <a:outerShdw blurRad="292100" dist="139700" dir="2700000" algn="tl" rotWithShape="0">
              <a:srgbClr val="333333">
                <a:alpha val="65000"/>
              </a:srgbClr>
            </a:outerShdw>
          </a:effectLst>
        </p:spPr>
      </p:pic>
      <p:sp>
        <p:nvSpPr>
          <p:cNvPr id="2" name="TextBox 1">
            <a:extLst>
              <a:ext uri="{FF2B5EF4-FFF2-40B4-BE49-F238E27FC236}">
                <a16:creationId xmlns:a16="http://schemas.microsoft.com/office/drawing/2014/main" id="{2B6145C7-BAC6-1348-A537-003F888D56CA}"/>
              </a:ext>
            </a:extLst>
          </p:cNvPr>
          <p:cNvSpPr txBox="1"/>
          <p:nvPr/>
        </p:nvSpPr>
        <p:spPr>
          <a:xfrm>
            <a:off x="158263" y="176480"/>
            <a:ext cx="10128737" cy="661720"/>
          </a:xfrm>
          <a:prstGeom prst="rect">
            <a:avLst/>
          </a:prstGeom>
          <a:noFill/>
        </p:spPr>
        <p:txBody>
          <a:bodyPr wrap="square" rtlCol="0">
            <a:spAutoFit/>
          </a:bodyPr>
          <a:lstStyle/>
          <a:p>
            <a:r>
              <a:rPr lang="en-US" sz="3700" b="1" dirty="0">
                <a:solidFill>
                  <a:schemeClr val="bg1"/>
                </a:solidFill>
                <a:cs typeface="Arial" panose="020B0604020202020204" pitchFamily="34" charset="0"/>
              </a:rPr>
              <a:t>Are “Computer” Ethics Different?</a:t>
            </a:r>
            <a:endParaRPr lang="en-GB" altLang="en-US" sz="3700" b="1" dirty="0">
              <a:solidFill>
                <a:schemeClr val="bg1"/>
              </a:solidFill>
              <a:cs typeface="Arial" panose="020B0604020202020204" pitchFamily="34" charset="0"/>
            </a:endParaRPr>
          </a:p>
        </p:txBody>
      </p:sp>
      <p:sp>
        <p:nvSpPr>
          <p:cNvPr id="3" name="Footer Placeholder 2">
            <a:extLst>
              <a:ext uri="{FF2B5EF4-FFF2-40B4-BE49-F238E27FC236}">
                <a16:creationId xmlns:a16="http://schemas.microsoft.com/office/drawing/2014/main" id="{3C061BD3-2FA1-B248-BC37-5FDE5167062F}"/>
              </a:ext>
            </a:extLst>
          </p:cNvPr>
          <p:cNvSpPr>
            <a:spLocks noGrp="1"/>
          </p:cNvSpPr>
          <p:nvPr>
            <p:ph type="ftr" sz="quarter" idx="11"/>
          </p:nvPr>
        </p:nvSpPr>
        <p:spPr/>
        <p:txBody>
          <a:bodyPr/>
          <a:lstStyle/>
          <a:p>
            <a:r>
              <a:rPr lang="en-US" smtClean="0"/>
              <a:t>Myanmar Institute of Information Technology, MIIT</a:t>
            </a:r>
            <a:endParaRPr lang="en-US"/>
          </a:p>
        </p:txBody>
      </p:sp>
      <p:sp>
        <p:nvSpPr>
          <p:cNvPr id="5" name="Date Placeholder 4"/>
          <p:cNvSpPr>
            <a:spLocks noGrp="1"/>
          </p:cNvSpPr>
          <p:nvPr>
            <p:ph type="dt" sz="half" idx="10"/>
          </p:nvPr>
        </p:nvSpPr>
        <p:spPr/>
        <p:txBody>
          <a:bodyPr/>
          <a:lstStyle/>
          <a:p>
            <a:fld id="{4822EBD2-F132-4C7B-A4C6-7586DCB001EF}" type="datetime1">
              <a:rPr lang="en-US" smtClean="0"/>
              <a:t>9/8/2025</a:t>
            </a:fld>
            <a:endParaRPr lang="en-US"/>
          </a:p>
        </p:txBody>
      </p:sp>
    </p:spTree>
    <p:extLst>
      <p:ext uri="{BB962C8B-B14F-4D97-AF65-F5344CB8AC3E}">
        <p14:creationId xmlns:p14="http://schemas.microsoft.com/office/powerpoint/2010/main" val="33203019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barn(inVertical)">
                                      <p:cBhvr>
                                        <p:cTn id="7" dur="500"/>
                                        <p:tgtEl>
                                          <p:spTgt spid="14"/>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barn(inVertical)">
                                      <p:cBhvr>
                                        <p:cTn id="10" dur="500"/>
                                        <p:tgtEl>
                                          <p:spTgt spid="11"/>
                                        </p:tgtEl>
                                      </p:cBhvr>
                                    </p:animEffect>
                                  </p:childTnLst>
                                </p:cTn>
                              </p:par>
                              <p:par>
                                <p:cTn id="11" presetID="53" presetClass="entr" presetSubtype="16" fill="hold" nodeType="with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p:cTn id="13" dur="500" fill="hold"/>
                                        <p:tgtEl>
                                          <p:spTgt spid="9"/>
                                        </p:tgtEl>
                                        <p:attrNameLst>
                                          <p:attrName>ppt_w</p:attrName>
                                        </p:attrNameLst>
                                      </p:cBhvr>
                                      <p:tavLst>
                                        <p:tav tm="0">
                                          <p:val>
                                            <p:fltVal val="0"/>
                                          </p:val>
                                        </p:tav>
                                        <p:tav tm="100000">
                                          <p:val>
                                            <p:strVal val="#ppt_w"/>
                                          </p:val>
                                        </p:tav>
                                      </p:tavLst>
                                    </p:anim>
                                    <p:anim calcmode="lin" valueType="num">
                                      <p:cBhvr>
                                        <p:cTn id="14" dur="500" fill="hold"/>
                                        <p:tgtEl>
                                          <p:spTgt spid="9"/>
                                        </p:tgtEl>
                                        <p:attrNameLst>
                                          <p:attrName>ppt_h</p:attrName>
                                        </p:attrNameLst>
                                      </p:cBhvr>
                                      <p:tavLst>
                                        <p:tav tm="0">
                                          <p:val>
                                            <p:fltVal val="0"/>
                                          </p:val>
                                        </p:tav>
                                        <p:tav tm="100000">
                                          <p:val>
                                            <p:strVal val="#ppt_h"/>
                                          </p:val>
                                        </p:tav>
                                      </p:tavLst>
                                    </p:anim>
                                    <p:animEffect transition="in" filter="fade">
                                      <p:cBhvr>
                                        <p:cTn id="15" dur="500"/>
                                        <p:tgtEl>
                                          <p:spTgt spid="9"/>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barn(inVertical)">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6" presetClass="entr" presetSubtype="21"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barn(inVertical)">
                                      <p:cBhvr>
                                        <p:cTn id="25" dur="500"/>
                                        <p:tgtEl>
                                          <p:spTgt spid="8"/>
                                        </p:tgtEl>
                                      </p:cBhvr>
                                    </p:animEffect>
                                  </p:childTnLst>
                                </p:cTn>
                              </p:par>
                            </p:childTnLst>
                          </p:cTn>
                        </p:par>
                      </p:childTnLst>
                    </p:cTn>
                  </p:par>
                  <p:par>
                    <p:cTn id="26" fill="hold">
                      <p:stCondLst>
                        <p:cond delay="indefinite"/>
                      </p:stCondLst>
                      <p:childTnLst>
                        <p:par>
                          <p:cTn id="27" fill="hold">
                            <p:stCondLst>
                              <p:cond delay="0"/>
                            </p:stCondLst>
                            <p:childTnLst>
                              <p:par>
                                <p:cTn id="28" presetID="16" presetClass="entr" presetSubtype="21" fill="hold" grpId="0" nodeType="click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barn(inVertical)">
                                      <p:cBhvr>
                                        <p:cTn id="30"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4" grpId="0"/>
      <p:bldP spid="7" grpId="0"/>
      <p:bldP spid="8" grpId="0"/>
      <p:bldP spid="1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직사각형 19">
            <a:extLst>
              <a:ext uri="{FF2B5EF4-FFF2-40B4-BE49-F238E27FC236}">
                <a16:creationId xmlns:a16="http://schemas.microsoft.com/office/drawing/2014/main" id="{FBEDE2F8-7214-B649-98B3-EEA266E6737C}"/>
              </a:ext>
            </a:extLst>
          </p:cNvPr>
          <p:cNvSpPr/>
          <p:nvPr/>
        </p:nvSpPr>
        <p:spPr>
          <a:xfrm>
            <a:off x="60961" y="171450"/>
            <a:ext cx="14188439" cy="681988"/>
          </a:xfrm>
          <a:prstGeom prst="rect">
            <a:avLst/>
          </a:prstGeom>
          <a:solidFill>
            <a:schemeClr val="accent5">
              <a:lumMod val="75000"/>
            </a:schemeClr>
          </a:solidFill>
        </p:spPr>
        <p:txBody>
          <a:bodyPr wrap="square" lIns="111511" tIns="55756" rIns="111511" bIns="55756"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95585">
              <a:defRPr/>
            </a:pPr>
            <a:endParaRPr lang="en-US" altLang="ko-KR" sz="3700" b="1" kern="0" dirty="0">
              <a:solidFill>
                <a:schemeClr val="bg1"/>
              </a:solidFill>
              <a:latin typeface="Arial" panose="020B0604020202020204" pitchFamily="34" charset="0"/>
              <a:ea typeface="맑은 고딕" panose="020B0503020000020004" pitchFamily="34" charset="-127"/>
              <a:cs typeface="Arial" panose="020B0604020202020204" pitchFamily="34" charset="0"/>
            </a:endParaRPr>
          </a:p>
        </p:txBody>
      </p:sp>
      <p:sp>
        <p:nvSpPr>
          <p:cNvPr id="4" name="Slide Number Placeholder 3">
            <a:extLst>
              <a:ext uri="{FF2B5EF4-FFF2-40B4-BE49-F238E27FC236}">
                <a16:creationId xmlns:a16="http://schemas.microsoft.com/office/drawing/2014/main" id="{EE39CD3E-7BDF-4AE0-93B3-C49CA8F0D23F}"/>
              </a:ext>
            </a:extLst>
          </p:cNvPr>
          <p:cNvSpPr>
            <a:spLocks noGrp="1"/>
          </p:cNvSpPr>
          <p:nvPr>
            <p:ph type="sldNum" sz="quarter" idx="12"/>
          </p:nvPr>
        </p:nvSpPr>
        <p:spPr/>
        <p:txBody>
          <a:bodyPr/>
          <a:lstStyle/>
          <a:p>
            <a:fld id="{9B08F086-0AA8-4846-9116-C6B69902F758}" type="slidenum">
              <a:rPr lang="en-US" smtClean="0"/>
              <a:t>7</a:t>
            </a:fld>
            <a:endParaRPr lang="en-US"/>
          </a:p>
        </p:txBody>
      </p:sp>
      <p:sp>
        <p:nvSpPr>
          <p:cNvPr id="2" name="Rectangle 1">
            <a:extLst>
              <a:ext uri="{FF2B5EF4-FFF2-40B4-BE49-F238E27FC236}">
                <a16:creationId xmlns:a16="http://schemas.microsoft.com/office/drawing/2014/main" id="{A6A6F158-F16E-4ACE-B3AE-7B634B2C4426}"/>
              </a:ext>
            </a:extLst>
          </p:cNvPr>
          <p:cNvSpPr/>
          <p:nvPr/>
        </p:nvSpPr>
        <p:spPr>
          <a:xfrm>
            <a:off x="1953523" y="1752600"/>
            <a:ext cx="3158237" cy="461665"/>
          </a:xfrm>
          <a:prstGeom prst="rect">
            <a:avLst/>
          </a:prstGeom>
        </p:spPr>
        <p:txBody>
          <a:bodyPr wrap="none">
            <a:spAutoFit/>
          </a:bodyPr>
          <a:lstStyle/>
          <a:p>
            <a:r>
              <a:rPr lang="en-US" sz="2400" b="1" dirty="0">
                <a:solidFill>
                  <a:srgbClr val="7030A0"/>
                </a:solidFill>
                <a:latin typeface="Arial" panose="020B0604020202020204" pitchFamily="34" charset="0"/>
                <a:cs typeface="Arial" panose="020B0604020202020204" pitchFamily="34" charset="0"/>
              </a:rPr>
              <a:t>Altered relationship </a:t>
            </a:r>
          </a:p>
        </p:txBody>
      </p:sp>
      <p:sp>
        <p:nvSpPr>
          <p:cNvPr id="3" name="Rectangle 2">
            <a:extLst>
              <a:ext uri="{FF2B5EF4-FFF2-40B4-BE49-F238E27FC236}">
                <a16:creationId xmlns:a16="http://schemas.microsoft.com/office/drawing/2014/main" id="{10387875-FB27-49D0-BF14-CAB0F2F5E640}"/>
              </a:ext>
            </a:extLst>
          </p:cNvPr>
          <p:cNvSpPr/>
          <p:nvPr/>
        </p:nvSpPr>
        <p:spPr>
          <a:xfrm>
            <a:off x="2189192" y="2403412"/>
            <a:ext cx="9504000" cy="461665"/>
          </a:xfrm>
          <a:prstGeom prst="rect">
            <a:avLst/>
          </a:prstGeom>
        </p:spPr>
        <p:txBody>
          <a:bodyPr wrap="square">
            <a:spAutoFit/>
          </a:bodyPr>
          <a:lstStyle/>
          <a:p>
            <a:pPr marL="342900" indent="-342900">
              <a:buClr>
                <a:srgbClr val="7030A0"/>
              </a:buClr>
              <a:buSzPct val="90000"/>
              <a:buFont typeface="Wingdings" panose="05000000000000000000" pitchFamily="2" charset="2"/>
              <a:buChar char="v"/>
            </a:pPr>
            <a:r>
              <a:rPr lang="en-US" sz="2400" dirty="0">
                <a:latin typeface="Arial" panose="020B0604020202020204" pitchFamily="34" charset="0"/>
                <a:cs typeface="Arial" panose="020B0604020202020204" pitchFamily="34" charset="0"/>
              </a:rPr>
              <a:t>Personal contact reduced and the speed of the communication </a:t>
            </a:r>
            <a:endParaRPr lang="en-US" sz="2400" dirty="0"/>
          </a:p>
        </p:txBody>
      </p:sp>
      <p:sp>
        <p:nvSpPr>
          <p:cNvPr id="5" name="Rectangle 4">
            <a:extLst>
              <a:ext uri="{FF2B5EF4-FFF2-40B4-BE49-F238E27FC236}">
                <a16:creationId xmlns:a16="http://schemas.microsoft.com/office/drawing/2014/main" id="{847791C8-96AE-444A-8D3B-96CD7A61925D}"/>
              </a:ext>
            </a:extLst>
          </p:cNvPr>
          <p:cNvSpPr/>
          <p:nvPr/>
        </p:nvSpPr>
        <p:spPr>
          <a:xfrm>
            <a:off x="1953523" y="2858987"/>
            <a:ext cx="5636479" cy="461665"/>
          </a:xfrm>
          <a:prstGeom prst="rect">
            <a:avLst/>
          </a:prstGeom>
        </p:spPr>
        <p:txBody>
          <a:bodyPr wrap="none">
            <a:spAutoFit/>
          </a:bodyPr>
          <a:lstStyle/>
          <a:p>
            <a:r>
              <a:rPr lang="en-US" sz="2400" b="1" dirty="0">
                <a:solidFill>
                  <a:srgbClr val="FFC000"/>
                </a:solidFill>
                <a:latin typeface="Arial" panose="020B0604020202020204" pitchFamily="34" charset="0"/>
                <a:cs typeface="Arial" panose="020B0604020202020204" pitchFamily="34" charset="0"/>
              </a:rPr>
              <a:t>Electronic information is more fragile</a:t>
            </a:r>
            <a:endParaRPr lang="en-US" sz="2400" b="1" dirty="0">
              <a:solidFill>
                <a:srgbClr val="FFC000"/>
              </a:solidFill>
            </a:endParaRPr>
          </a:p>
        </p:txBody>
      </p:sp>
      <p:sp>
        <p:nvSpPr>
          <p:cNvPr id="9" name="Rectangle 8">
            <a:extLst>
              <a:ext uri="{FF2B5EF4-FFF2-40B4-BE49-F238E27FC236}">
                <a16:creationId xmlns:a16="http://schemas.microsoft.com/office/drawing/2014/main" id="{FC40E6EF-DF1C-41F4-8F47-FE630D441296}"/>
              </a:ext>
            </a:extLst>
          </p:cNvPr>
          <p:cNvSpPr/>
          <p:nvPr/>
        </p:nvSpPr>
        <p:spPr>
          <a:xfrm>
            <a:off x="1609802" y="3314562"/>
            <a:ext cx="7315200" cy="1200329"/>
          </a:xfrm>
          <a:prstGeom prst="rect">
            <a:avLst/>
          </a:prstGeom>
        </p:spPr>
        <p:txBody>
          <a:bodyPr>
            <a:spAutoFit/>
          </a:bodyPr>
          <a:lstStyle/>
          <a:p>
            <a:pPr marL="891540" lvl="1" indent="-342900">
              <a:buClr>
                <a:srgbClr val="FFC000"/>
              </a:buClr>
              <a:buSzPct val="90000"/>
              <a:buFont typeface="Wingdings" panose="05000000000000000000" pitchFamily="2" charset="2"/>
              <a:buChar char="v"/>
            </a:pPr>
            <a:r>
              <a:rPr lang="en-US" sz="2400" dirty="0">
                <a:latin typeface="Arial" panose="020B0604020202020204" pitchFamily="34" charset="0"/>
                <a:cs typeface="Arial" panose="020B0604020202020204" pitchFamily="34" charset="0"/>
              </a:rPr>
              <a:t> Easily changed </a:t>
            </a:r>
          </a:p>
          <a:p>
            <a:pPr marL="891540" lvl="1" indent="-342900">
              <a:buClr>
                <a:srgbClr val="FFC000"/>
              </a:buClr>
              <a:buSzPct val="90000"/>
              <a:buFont typeface="Wingdings" panose="05000000000000000000" pitchFamily="2" charset="2"/>
              <a:buChar char="v"/>
            </a:pPr>
            <a:r>
              <a:rPr lang="en-US" sz="2400" dirty="0">
                <a:latin typeface="Arial" panose="020B0604020202020204" pitchFamily="34" charset="0"/>
                <a:cs typeface="Arial" panose="020B0604020202020204" pitchFamily="34" charset="0"/>
              </a:rPr>
              <a:t> More vulnerable to unauthorized access </a:t>
            </a:r>
          </a:p>
          <a:p>
            <a:pPr marL="891540" lvl="1" indent="-342900">
              <a:buClr>
                <a:srgbClr val="FFC000"/>
              </a:buClr>
              <a:buSzPct val="90000"/>
              <a:buFont typeface="Wingdings" panose="05000000000000000000" pitchFamily="2" charset="2"/>
              <a:buChar char="v"/>
            </a:pPr>
            <a:r>
              <a:rPr lang="en-US" sz="2400" dirty="0">
                <a:latin typeface="Arial" panose="020B0604020202020204" pitchFamily="34" charset="0"/>
                <a:cs typeface="Arial" panose="020B0604020202020204" pitchFamily="34" charset="0"/>
              </a:rPr>
              <a:t> Easily reproduced without affect the original </a:t>
            </a:r>
          </a:p>
        </p:txBody>
      </p:sp>
      <p:sp>
        <p:nvSpPr>
          <p:cNvPr id="10" name="Rectangle 9">
            <a:extLst>
              <a:ext uri="{FF2B5EF4-FFF2-40B4-BE49-F238E27FC236}">
                <a16:creationId xmlns:a16="http://schemas.microsoft.com/office/drawing/2014/main" id="{076D72A0-A436-48D6-92AE-98E78D878243}"/>
              </a:ext>
            </a:extLst>
          </p:cNvPr>
          <p:cNvSpPr/>
          <p:nvPr/>
        </p:nvSpPr>
        <p:spPr>
          <a:xfrm>
            <a:off x="1953521" y="4655565"/>
            <a:ext cx="12071969" cy="461665"/>
          </a:xfrm>
          <a:prstGeom prst="rect">
            <a:avLst/>
          </a:prstGeom>
        </p:spPr>
        <p:txBody>
          <a:bodyPr wrap="square">
            <a:spAutoFit/>
          </a:bodyPr>
          <a:lstStyle/>
          <a:p>
            <a:r>
              <a:rPr lang="en-US" sz="2400" b="1" dirty="0">
                <a:solidFill>
                  <a:srgbClr val="00B050"/>
                </a:solidFill>
                <a:latin typeface="Arial" panose="020B0604020202020204" pitchFamily="34" charset="0"/>
                <a:cs typeface="Arial" panose="020B0604020202020204" pitchFamily="34" charset="0"/>
              </a:rPr>
              <a:t>Protection of information needs conflict with the benefits of information sharing. </a:t>
            </a:r>
            <a:endParaRPr lang="en-US" sz="2400" b="1" dirty="0">
              <a:solidFill>
                <a:srgbClr val="00B050"/>
              </a:solidFill>
            </a:endParaRPr>
          </a:p>
        </p:txBody>
      </p:sp>
      <p:sp>
        <p:nvSpPr>
          <p:cNvPr id="13" name="Rectangle 12">
            <a:extLst>
              <a:ext uri="{FF2B5EF4-FFF2-40B4-BE49-F238E27FC236}">
                <a16:creationId xmlns:a16="http://schemas.microsoft.com/office/drawing/2014/main" id="{D9E8F54E-7689-4BC3-9D12-34B310138EC2}"/>
              </a:ext>
            </a:extLst>
          </p:cNvPr>
          <p:cNvSpPr/>
          <p:nvPr/>
        </p:nvSpPr>
        <p:spPr>
          <a:xfrm>
            <a:off x="1996441" y="5391623"/>
            <a:ext cx="3945311" cy="461665"/>
          </a:xfrm>
          <a:prstGeom prst="rect">
            <a:avLst/>
          </a:prstGeom>
        </p:spPr>
        <p:txBody>
          <a:bodyPr wrap="none">
            <a:spAutoFit/>
          </a:bodyPr>
          <a:lstStyle/>
          <a:p>
            <a:r>
              <a:rPr lang="en-US" sz="2400" b="1" dirty="0">
                <a:solidFill>
                  <a:srgbClr val="A88000"/>
                </a:solidFill>
                <a:latin typeface="Arial" panose="020B0604020202020204" pitchFamily="34" charset="0"/>
                <a:cs typeface="Arial" panose="020B0604020202020204" pitchFamily="34" charset="0"/>
              </a:rPr>
              <a:t>Order of magnitude effect</a:t>
            </a:r>
            <a:endParaRPr lang="en-US" sz="2400" b="1" dirty="0">
              <a:solidFill>
                <a:srgbClr val="A88000"/>
              </a:solidFill>
            </a:endParaRPr>
          </a:p>
        </p:txBody>
      </p:sp>
      <p:sp>
        <p:nvSpPr>
          <p:cNvPr id="27" name="Rectangle 26">
            <a:extLst>
              <a:ext uri="{FF2B5EF4-FFF2-40B4-BE49-F238E27FC236}">
                <a16:creationId xmlns:a16="http://schemas.microsoft.com/office/drawing/2014/main" id="{D069866B-1D03-4DA0-B68F-973D7B8F6D95}"/>
              </a:ext>
            </a:extLst>
          </p:cNvPr>
          <p:cNvSpPr/>
          <p:nvPr/>
        </p:nvSpPr>
        <p:spPr>
          <a:xfrm>
            <a:off x="2189193" y="5885817"/>
            <a:ext cx="2090701" cy="461665"/>
          </a:xfrm>
          <a:prstGeom prst="rect">
            <a:avLst/>
          </a:prstGeom>
        </p:spPr>
        <p:txBody>
          <a:bodyPr wrap="none">
            <a:spAutoFit/>
          </a:bodyPr>
          <a:lstStyle/>
          <a:p>
            <a:pPr marL="342900" indent="-342900">
              <a:buClr>
                <a:schemeClr val="accent4">
                  <a:lumMod val="50000"/>
                </a:schemeClr>
              </a:buClr>
              <a:buSzPct val="90000"/>
              <a:buFont typeface="Wingdings" panose="05000000000000000000" pitchFamily="2" charset="2"/>
              <a:buChar char="v"/>
            </a:pPr>
            <a:r>
              <a:rPr lang="en-US" sz="2400" dirty="0">
                <a:latin typeface="Arial" panose="020B0604020202020204" pitchFamily="34" charset="0"/>
                <a:cs typeface="Arial" panose="020B0604020202020204" pitchFamily="34" charset="0"/>
              </a:rPr>
              <a:t>Effort effect</a:t>
            </a:r>
            <a:endParaRPr lang="en-US" sz="2400" dirty="0"/>
          </a:p>
        </p:txBody>
      </p:sp>
      <p:cxnSp>
        <p:nvCxnSpPr>
          <p:cNvPr id="28" name="Straight Connector 27">
            <a:extLst>
              <a:ext uri="{FF2B5EF4-FFF2-40B4-BE49-F238E27FC236}">
                <a16:creationId xmlns:a16="http://schemas.microsoft.com/office/drawing/2014/main" id="{800EF343-4CDB-44D2-B174-7DB3B8D174E6}"/>
              </a:ext>
            </a:extLst>
          </p:cNvPr>
          <p:cNvCxnSpPr>
            <a:cxnSpLocks/>
          </p:cNvCxnSpPr>
          <p:nvPr/>
        </p:nvCxnSpPr>
        <p:spPr>
          <a:xfrm>
            <a:off x="2136400" y="2846624"/>
            <a:ext cx="9504000" cy="1258"/>
          </a:xfrm>
          <a:prstGeom prst="line">
            <a:avLst/>
          </a:prstGeom>
          <a:noFill/>
          <a:ln w="15875" cap="flat" cmpd="sng" algn="ctr">
            <a:solidFill>
              <a:srgbClr val="7030A0"/>
            </a:solidFill>
            <a:prstDash val="sysDash"/>
            <a:miter lim="800000"/>
            <a:headEnd type="oval"/>
            <a:tailEnd type="oval"/>
          </a:ln>
          <a:effectLst/>
        </p:spPr>
      </p:cxnSp>
      <p:cxnSp>
        <p:nvCxnSpPr>
          <p:cNvPr id="29" name="Straight Connector 28">
            <a:extLst>
              <a:ext uri="{FF2B5EF4-FFF2-40B4-BE49-F238E27FC236}">
                <a16:creationId xmlns:a16="http://schemas.microsoft.com/office/drawing/2014/main" id="{DDC6AE38-9827-457A-9018-681C6596C665}"/>
              </a:ext>
            </a:extLst>
          </p:cNvPr>
          <p:cNvCxnSpPr>
            <a:cxnSpLocks/>
          </p:cNvCxnSpPr>
          <p:nvPr/>
        </p:nvCxnSpPr>
        <p:spPr>
          <a:xfrm>
            <a:off x="2038643" y="4582141"/>
            <a:ext cx="9504000" cy="1258"/>
          </a:xfrm>
          <a:prstGeom prst="line">
            <a:avLst/>
          </a:prstGeom>
          <a:noFill/>
          <a:ln w="15875" cap="flat" cmpd="sng" algn="ctr">
            <a:solidFill>
              <a:srgbClr val="FFC000"/>
            </a:solidFill>
            <a:prstDash val="sysDash"/>
            <a:miter lim="800000"/>
            <a:headEnd type="oval"/>
            <a:tailEnd type="oval"/>
          </a:ln>
          <a:effectLst/>
        </p:spPr>
      </p:cxnSp>
      <p:cxnSp>
        <p:nvCxnSpPr>
          <p:cNvPr id="30" name="Straight Connector 29">
            <a:extLst>
              <a:ext uri="{FF2B5EF4-FFF2-40B4-BE49-F238E27FC236}">
                <a16:creationId xmlns:a16="http://schemas.microsoft.com/office/drawing/2014/main" id="{B2319324-1A0A-48F5-B19F-91CE37B8578A}"/>
              </a:ext>
            </a:extLst>
          </p:cNvPr>
          <p:cNvCxnSpPr>
            <a:cxnSpLocks/>
          </p:cNvCxnSpPr>
          <p:nvPr/>
        </p:nvCxnSpPr>
        <p:spPr>
          <a:xfrm>
            <a:off x="1954238" y="6480531"/>
            <a:ext cx="8132298" cy="1"/>
          </a:xfrm>
          <a:prstGeom prst="line">
            <a:avLst/>
          </a:prstGeom>
          <a:noFill/>
          <a:ln w="15875" cap="flat" cmpd="sng" algn="ctr">
            <a:solidFill>
              <a:srgbClr val="A88000"/>
            </a:solidFill>
            <a:prstDash val="sysDash"/>
            <a:miter lim="800000"/>
            <a:headEnd type="oval"/>
            <a:tailEnd type="oval"/>
          </a:ln>
          <a:effectLst/>
        </p:spPr>
      </p:cxnSp>
      <p:cxnSp>
        <p:nvCxnSpPr>
          <p:cNvPr id="31" name="Straight Connector 30">
            <a:extLst>
              <a:ext uri="{FF2B5EF4-FFF2-40B4-BE49-F238E27FC236}">
                <a16:creationId xmlns:a16="http://schemas.microsoft.com/office/drawing/2014/main" id="{8D0D1018-44B4-4C6D-BDAA-2B1661355B9E}"/>
              </a:ext>
            </a:extLst>
          </p:cNvPr>
          <p:cNvCxnSpPr>
            <a:cxnSpLocks/>
          </p:cNvCxnSpPr>
          <p:nvPr/>
        </p:nvCxnSpPr>
        <p:spPr>
          <a:xfrm>
            <a:off x="1996440" y="5259068"/>
            <a:ext cx="11719560" cy="0"/>
          </a:xfrm>
          <a:prstGeom prst="line">
            <a:avLst/>
          </a:prstGeom>
          <a:noFill/>
          <a:ln w="15875" cap="flat" cmpd="sng" algn="ctr">
            <a:solidFill>
              <a:srgbClr val="00B050"/>
            </a:solidFill>
            <a:prstDash val="sysDash"/>
            <a:miter lim="800000"/>
            <a:headEnd type="oval"/>
            <a:tailEnd type="oval"/>
          </a:ln>
          <a:effectLst/>
        </p:spPr>
      </p:cxnSp>
      <p:sp>
        <p:nvSpPr>
          <p:cNvPr id="7" name="TextBox 6">
            <a:extLst>
              <a:ext uri="{FF2B5EF4-FFF2-40B4-BE49-F238E27FC236}">
                <a16:creationId xmlns:a16="http://schemas.microsoft.com/office/drawing/2014/main" id="{5103A842-8FFE-8A4E-833E-28D5E510FA6C}"/>
              </a:ext>
            </a:extLst>
          </p:cNvPr>
          <p:cNvSpPr txBox="1"/>
          <p:nvPr/>
        </p:nvSpPr>
        <p:spPr>
          <a:xfrm>
            <a:off x="152400" y="140494"/>
            <a:ext cx="8153400" cy="1231106"/>
          </a:xfrm>
          <a:prstGeom prst="rect">
            <a:avLst/>
          </a:prstGeom>
          <a:noFill/>
        </p:spPr>
        <p:txBody>
          <a:bodyPr wrap="square" rtlCol="0">
            <a:spAutoFit/>
          </a:bodyPr>
          <a:lstStyle/>
          <a:p>
            <a:r>
              <a:rPr lang="en-US" sz="3700" b="1" dirty="0">
                <a:solidFill>
                  <a:schemeClr val="bg1"/>
                </a:solidFill>
                <a:cs typeface="Arial" panose="020B0604020202020204" pitchFamily="34" charset="0"/>
              </a:rPr>
              <a:t>Difficulties Posed by Computers</a:t>
            </a:r>
            <a:endParaRPr lang="en-GB" altLang="en-US" sz="3700" b="1" dirty="0">
              <a:solidFill>
                <a:schemeClr val="bg1"/>
              </a:solidFill>
              <a:cs typeface="Arial" panose="020B0604020202020204" pitchFamily="34" charset="0"/>
            </a:endParaRPr>
          </a:p>
          <a:p>
            <a:endParaRPr lang="en-MM" sz="3700" dirty="0"/>
          </a:p>
        </p:txBody>
      </p:sp>
      <p:sp>
        <p:nvSpPr>
          <p:cNvPr id="6" name="Footer Placeholder 5">
            <a:extLst>
              <a:ext uri="{FF2B5EF4-FFF2-40B4-BE49-F238E27FC236}">
                <a16:creationId xmlns:a16="http://schemas.microsoft.com/office/drawing/2014/main" id="{926AF37B-DCAC-FB44-BAD7-C9592F17D2FF}"/>
              </a:ext>
            </a:extLst>
          </p:cNvPr>
          <p:cNvSpPr>
            <a:spLocks noGrp="1"/>
          </p:cNvSpPr>
          <p:nvPr>
            <p:ph type="ftr" sz="quarter" idx="11"/>
          </p:nvPr>
        </p:nvSpPr>
        <p:spPr/>
        <p:txBody>
          <a:bodyPr/>
          <a:lstStyle/>
          <a:p>
            <a:r>
              <a:rPr lang="en-US" smtClean="0"/>
              <a:t>Myanmar Institute of Information Technology, MIIT</a:t>
            </a:r>
            <a:endParaRPr lang="en-US"/>
          </a:p>
        </p:txBody>
      </p:sp>
      <p:sp>
        <p:nvSpPr>
          <p:cNvPr id="8" name="Date Placeholder 7"/>
          <p:cNvSpPr>
            <a:spLocks noGrp="1"/>
          </p:cNvSpPr>
          <p:nvPr>
            <p:ph type="dt" sz="half" idx="10"/>
          </p:nvPr>
        </p:nvSpPr>
        <p:spPr/>
        <p:txBody>
          <a:bodyPr/>
          <a:lstStyle/>
          <a:p>
            <a:fld id="{9C7FAF2F-9110-4B80-A175-1D0BB489D776}" type="datetime1">
              <a:rPr lang="en-US" smtClean="0"/>
              <a:t>9/8/2025</a:t>
            </a:fld>
            <a:endParaRPr lang="en-US"/>
          </a:p>
        </p:txBody>
      </p:sp>
    </p:spTree>
    <p:extLst>
      <p:ext uri="{BB962C8B-B14F-4D97-AF65-F5344CB8AC3E}">
        <p14:creationId xmlns:p14="http://schemas.microsoft.com/office/powerpoint/2010/main" val="337707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arn(inVertical)">
                                      <p:cBhvr>
                                        <p:cTn id="12" dur="500"/>
                                        <p:tgtEl>
                                          <p:spTgt spid="3"/>
                                        </p:tgtEl>
                                      </p:cBhvr>
                                    </p:animEffect>
                                  </p:childTnLst>
                                </p:cTn>
                              </p:par>
                              <p:par>
                                <p:cTn id="13" presetID="16" presetClass="entr" presetSubtype="21" fill="hold" nodeType="withEffect">
                                  <p:stCondLst>
                                    <p:cond delay="0"/>
                                  </p:stCondLst>
                                  <p:childTnLst>
                                    <p:set>
                                      <p:cBhvr>
                                        <p:cTn id="14" dur="1" fill="hold">
                                          <p:stCondLst>
                                            <p:cond delay="0"/>
                                          </p:stCondLst>
                                        </p:cTn>
                                        <p:tgtEl>
                                          <p:spTgt spid="28"/>
                                        </p:tgtEl>
                                        <p:attrNameLst>
                                          <p:attrName>style.visibility</p:attrName>
                                        </p:attrNameLst>
                                      </p:cBhvr>
                                      <p:to>
                                        <p:strVal val="visible"/>
                                      </p:to>
                                    </p:set>
                                    <p:animEffect transition="in" filter="barn(inVertical)">
                                      <p:cBhvr>
                                        <p:cTn id="15" dur="500"/>
                                        <p:tgtEl>
                                          <p:spTgt spid="28"/>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grpId="0" nodeType="click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barn(inVertical)">
                                      <p:cBhvr>
                                        <p:cTn id="20" dur="500"/>
                                        <p:tgtEl>
                                          <p:spTgt spid="5"/>
                                        </p:tgtEl>
                                      </p:cBhvr>
                                    </p:animEffect>
                                  </p:childTnLst>
                                </p:cTn>
                              </p:par>
                            </p:childTnLst>
                          </p:cTn>
                        </p:par>
                      </p:childTnLst>
                    </p:cTn>
                  </p:par>
                  <p:par>
                    <p:cTn id="21" fill="hold">
                      <p:stCondLst>
                        <p:cond delay="indefinite"/>
                      </p:stCondLst>
                      <p:childTnLst>
                        <p:par>
                          <p:cTn id="22" fill="hold">
                            <p:stCondLst>
                              <p:cond delay="0"/>
                            </p:stCondLst>
                            <p:childTnLst>
                              <p:par>
                                <p:cTn id="23" presetID="16" presetClass="entr" presetSubtype="21" fill="hold" nodeType="clickEffect">
                                  <p:stCondLst>
                                    <p:cond delay="0"/>
                                  </p:stCondLst>
                                  <p:childTnLst>
                                    <p:set>
                                      <p:cBhvr>
                                        <p:cTn id="24" dur="1" fill="hold">
                                          <p:stCondLst>
                                            <p:cond delay="0"/>
                                          </p:stCondLst>
                                        </p:cTn>
                                        <p:tgtEl>
                                          <p:spTgt spid="9">
                                            <p:txEl>
                                              <p:pRg st="0" end="0"/>
                                            </p:txEl>
                                          </p:spTgt>
                                        </p:tgtEl>
                                        <p:attrNameLst>
                                          <p:attrName>style.visibility</p:attrName>
                                        </p:attrNameLst>
                                      </p:cBhvr>
                                      <p:to>
                                        <p:strVal val="visible"/>
                                      </p:to>
                                    </p:set>
                                    <p:animEffect transition="in" filter="barn(inVertical)">
                                      <p:cBhvr>
                                        <p:cTn id="25" dur="500"/>
                                        <p:tgtEl>
                                          <p:spTgt spid="9">
                                            <p:txEl>
                                              <p:pRg st="0" end="0"/>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6" presetClass="entr" presetSubtype="21" fill="hold" nodeType="clickEffect">
                                  <p:stCondLst>
                                    <p:cond delay="0"/>
                                  </p:stCondLst>
                                  <p:childTnLst>
                                    <p:set>
                                      <p:cBhvr>
                                        <p:cTn id="29" dur="1" fill="hold">
                                          <p:stCondLst>
                                            <p:cond delay="0"/>
                                          </p:stCondLst>
                                        </p:cTn>
                                        <p:tgtEl>
                                          <p:spTgt spid="9">
                                            <p:txEl>
                                              <p:pRg st="1" end="1"/>
                                            </p:txEl>
                                          </p:spTgt>
                                        </p:tgtEl>
                                        <p:attrNameLst>
                                          <p:attrName>style.visibility</p:attrName>
                                        </p:attrNameLst>
                                      </p:cBhvr>
                                      <p:to>
                                        <p:strVal val="visible"/>
                                      </p:to>
                                    </p:set>
                                    <p:animEffect transition="in" filter="barn(inVertical)">
                                      <p:cBhvr>
                                        <p:cTn id="30" dur="500"/>
                                        <p:tgtEl>
                                          <p:spTgt spid="9">
                                            <p:txEl>
                                              <p:pRg st="1" end="1"/>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6" presetClass="entr" presetSubtype="21" fill="hold" nodeType="clickEffect">
                                  <p:stCondLst>
                                    <p:cond delay="0"/>
                                  </p:stCondLst>
                                  <p:childTnLst>
                                    <p:set>
                                      <p:cBhvr>
                                        <p:cTn id="34" dur="1" fill="hold">
                                          <p:stCondLst>
                                            <p:cond delay="0"/>
                                          </p:stCondLst>
                                        </p:cTn>
                                        <p:tgtEl>
                                          <p:spTgt spid="9">
                                            <p:txEl>
                                              <p:pRg st="2" end="2"/>
                                            </p:txEl>
                                          </p:spTgt>
                                        </p:tgtEl>
                                        <p:attrNameLst>
                                          <p:attrName>style.visibility</p:attrName>
                                        </p:attrNameLst>
                                      </p:cBhvr>
                                      <p:to>
                                        <p:strVal val="visible"/>
                                      </p:to>
                                    </p:set>
                                    <p:animEffect transition="in" filter="barn(inVertical)">
                                      <p:cBhvr>
                                        <p:cTn id="35" dur="500"/>
                                        <p:tgtEl>
                                          <p:spTgt spid="9">
                                            <p:txEl>
                                              <p:pRg st="2" end="2"/>
                                            </p:txEl>
                                          </p:spTgt>
                                        </p:tgtEl>
                                      </p:cBhvr>
                                    </p:animEffect>
                                  </p:childTnLst>
                                </p:cTn>
                              </p:par>
                              <p:par>
                                <p:cTn id="36" presetID="16" presetClass="entr" presetSubtype="21" fill="hold" nodeType="withEffect">
                                  <p:stCondLst>
                                    <p:cond delay="0"/>
                                  </p:stCondLst>
                                  <p:childTnLst>
                                    <p:set>
                                      <p:cBhvr>
                                        <p:cTn id="37" dur="1" fill="hold">
                                          <p:stCondLst>
                                            <p:cond delay="0"/>
                                          </p:stCondLst>
                                        </p:cTn>
                                        <p:tgtEl>
                                          <p:spTgt spid="29"/>
                                        </p:tgtEl>
                                        <p:attrNameLst>
                                          <p:attrName>style.visibility</p:attrName>
                                        </p:attrNameLst>
                                      </p:cBhvr>
                                      <p:to>
                                        <p:strVal val="visible"/>
                                      </p:to>
                                    </p:set>
                                    <p:animEffect transition="in" filter="barn(inVertical)">
                                      <p:cBhvr>
                                        <p:cTn id="38" dur="500"/>
                                        <p:tgtEl>
                                          <p:spTgt spid="29"/>
                                        </p:tgtEl>
                                      </p:cBhvr>
                                    </p:animEffect>
                                  </p:childTnLst>
                                </p:cTn>
                              </p:par>
                            </p:childTnLst>
                          </p:cTn>
                        </p:par>
                      </p:childTnLst>
                    </p:cTn>
                  </p:par>
                  <p:par>
                    <p:cTn id="39" fill="hold">
                      <p:stCondLst>
                        <p:cond delay="indefinite"/>
                      </p:stCondLst>
                      <p:childTnLst>
                        <p:par>
                          <p:cTn id="40" fill="hold">
                            <p:stCondLst>
                              <p:cond delay="0"/>
                            </p:stCondLst>
                            <p:childTnLst>
                              <p:par>
                                <p:cTn id="41" presetID="16" presetClass="entr" presetSubtype="21" fill="hold" grpId="0" nodeType="clickEffect">
                                  <p:stCondLst>
                                    <p:cond delay="0"/>
                                  </p:stCondLst>
                                  <p:childTnLst>
                                    <p:set>
                                      <p:cBhvr>
                                        <p:cTn id="42" dur="1" fill="hold">
                                          <p:stCondLst>
                                            <p:cond delay="0"/>
                                          </p:stCondLst>
                                        </p:cTn>
                                        <p:tgtEl>
                                          <p:spTgt spid="10"/>
                                        </p:tgtEl>
                                        <p:attrNameLst>
                                          <p:attrName>style.visibility</p:attrName>
                                        </p:attrNameLst>
                                      </p:cBhvr>
                                      <p:to>
                                        <p:strVal val="visible"/>
                                      </p:to>
                                    </p:set>
                                    <p:animEffect transition="in" filter="barn(inVertical)">
                                      <p:cBhvr>
                                        <p:cTn id="43" dur="500"/>
                                        <p:tgtEl>
                                          <p:spTgt spid="10"/>
                                        </p:tgtEl>
                                      </p:cBhvr>
                                    </p:animEffect>
                                  </p:childTnLst>
                                </p:cTn>
                              </p:par>
                              <p:par>
                                <p:cTn id="44" presetID="16" presetClass="entr" presetSubtype="21" fill="hold" nodeType="withEffect">
                                  <p:stCondLst>
                                    <p:cond delay="0"/>
                                  </p:stCondLst>
                                  <p:childTnLst>
                                    <p:set>
                                      <p:cBhvr>
                                        <p:cTn id="45" dur="1" fill="hold">
                                          <p:stCondLst>
                                            <p:cond delay="0"/>
                                          </p:stCondLst>
                                        </p:cTn>
                                        <p:tgtEl>
                                          <p:spTgt spid="31"/>
                                        </p:tgtEl>
                                        <p:attrNameLst>
                                          <p:attrName>style.visibility</p:attrName>
                                        </p:attrNameLst>
                                      </p:cBhvr>
                                      <p:to>
                                        <p:strVal val="visible"/>
                                      </p:to>
                                    </p:set>
                                    <p:animEffect transition="in" filter="barn(inVertical)">
                                      <p:cBhvr>
                                        <p:cTn id="46" dur="500"/>
                                        <p:tgtEl>
                                          <p:spTgt spid="31"/>
                                        </p:tgtEl>
                                      </p:cBhvr>
                                    </p:animEffect>
                                  </p:childTnLst>
                                </p:cTn>
                              </p:par>
                            </p:childTnLst>
                          </p:cTn>
                        </p:par>
                      </p:childTnLst>
                    </p:cTn>
                  </p:par>
                  <p:par>
                    <p:cTn id="47" fill="hold">
                      <p:stCondLst>
                        <p:cond delay="indefinite"/>
                      </p:stCondLst>
                      <p:childTnLst>
                        <p:par>
                          <p:cTn id="48" fill="hold">
                            <p:stCondLst>
                              <p:cond delay="0"/>
                            </p:stCondLst>
                            <p:childTnLst>
                              <p:par>
                                <p:cTn id="49" presetID="16" presetClass="entr" presetSubtype="21" fill="hold" grpId="0" nodeType="clickEffect">
                                  <p:stCondLst>
                                    <p:cond delay="0"/>
                                  </p:stCondLst>
                                  <p:childTnLst>
                                    <p:set>
                                      <p:cBhvr>
                                        <p:cTn id="50" dur="1" fill="hold">
                                          <p:stCondLst>
                                            <p:cond delay="0"/>
                                          </p:stCondLst>
                                        </p:cTn>
                                        <p:tgtEl>
                                          <p:spTgt spid="13"/>
                                        </p:tgtEl>
                                        <p:attrNameLst>
                                          <p:attrName>style.visibility</p:attrName>
                                        </p:attrNameLst>
                                      </p:cBhvr>
                                      <p:to>
                                        <p:strVal val="visible"/>
                                      </p:to>
                                    </p:set>
                                    <p:animEffect transition="in" filter="barn(inVertical)">
                                      <p:cBhvr>
                                        <p:cTn id="51" dur="500"/>
                                        <p:tgtEl>
                                          <p:spTgt spid="13"/>
                                        </p:tgtEl>
                                      </p:cBhvr>
                                    </p:animEffect>
                                  </p:childTnLst>
                                </p:cTn>
                              </p:par>
                            </p:childTnLst>
                          </p:cTn>
                        </p:par>
                      </p:childTnLst>
                    </p:cTn>
                  </p:par>
                  <p:par>
                    <p:cTn id="52" fill="hold">
                      <p:stCondLst>
                        <p:cond delay="indefinite"/>
                      </p:stCondLst>
                      <p:childTnLst>
                        <p:par>
                          <p:cTn id="53" fill="hold">
                            <p:stCondLst>
                              <p:cond delay="0"/>
                            </p:stCondLst>
                            <p:childTnLst>
                              <p:par>
                                <p:cTn id="54" presetID="16" presetClass="entr" presetSubtype="21" fill="hold" grpId="0" nodeType="clickEffect">
                                  <p:stCondLst>
                                    <p:cond delay="0"/>
                                  </p:stCondLst>
                                  <p:childTnLst>
                                    <p:set>
                                      <p:cBhvr>
                                        <p:cTn id="55" dur="1" fill="hold">
                                          <p:stCondLst>
                                            <p:cond delay="0"/>
                                          </p:stCondLst>
                                        </p:cTn>
                                        <p:tgtEl>
                                          <p:spTgt spid="27"/>
                                        </p:tgtEl>
                                        <p:attrNameLst>
                                          <p:attrName>style.visibility</p:attrName>
                                        </p:attrNameLst>
                                      </p:cBhvr>
                                      <p:to>
                                        <p:strVal val="visible"/>
                                      </p:to>
                                    </p:set>
                                    <p:animEffect transition="in" filter="barn(inVertical)">
                                      <p:cBhvr>
                                        <p:cTn id="56" dur="500"/>
                                        <p:tgtEl>
                                          <p:spTgt spid="27"/>
                                        </p:tgtEl>
                                      </p:cBhvr>
                                    </p:animEffect>
                                  </p:childTnLst>
                                </p:cTn>
                              </p:par>
                              <p:par>
                                <p:cTn id="57" presetID="16" presetClass="entr" presetSubtype="21" fill="hold" nodeType="withEffect">
                                  <p:stCondLst>
                                    <p:cond delay="0"/>
                                  </p:stCondLst>
                                  <p:childTnLst>
                                    <p:set>
                                      <p:cBhvr>
                                        <p:cTn id="58" dur="1" fill="hold">
                                          <p:stCondLst>
                                            <p:cond delay="0"/>
                                          </p:stCondLst>
                                        </p:cTn>
                                        <p:tgtEl>
                                          <p:spTgt spid="30"/>
                                        </p:tgtEl>
                                        <p:attrNameLst>
                                          <p:attrName>style.visibility</p:attrName>
                                        </p:attrNameLst>
                                      </p:cBhvr>
                                      <p:to>
                                        <p:strVal val="visible"/>
                                      </p:to>
                                    </p:set>
                                    <p:animEffect transition="in" filter="barn(inVertical)">
                                      <p:cBhvr>
                                        <p:cTn id="59"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5" grpId="0"/>
      <p:bldP spid="10" grpId="0"/>
      <p:bldP spid="13" grpId="0"/>
      <p:bldP spid="2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직사각형 19">
            <a:extLst>
              <a:ext uri="{FF2B5EF4-FFF2-40B4-BE49-F238E27FC236}">
                <a16:creationId xmlns:a16="http://schemas.microsoft.com/office/drawing/2014/main" id="{3D3B04F3-B02A-0744-845C-E09A4755D12F}"/>
              </a:ext>
            </a:extLst>
          </p:cNvPr>
          <p:cNvSpPr/>
          <p:nvPr/>
        </p:nvSpPr>
        <p:spPr>
          <a:xfrm>
            <a:off x="60961" y="171450"/>
            <a:ext cx="13008863" cy="681988"/>
          </a:xfrm>
          <a:prstGeom prst="rect">
            <a:avLst/>
          </a:prstGeom>
          <a:solidFill>
            <a:schemeClr val="accent5">
              <a:lumMod val="75000"/>
            </a:schemeClr>
          </a:solidFill>
        </p:spPr>
        <p:txBody>
          <a:bodyPr wrap="square" lIns="111511" tIns="55756" rIns="111511" bIns="55756"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95585">
              <a:defRPr/>
            </a:pPr>
            <a:endParaRPr lang="en-US" altLang="ko-KR" sz="3700" b="1" kern="0" dirty="0">
              <a:solidFill>
                <a:schemeClr val="bg1"/>
              </a:solidFill>
              <a:latin typeface="Arial" panose="020B0604020202020204" pitchFamily="34" charset="0"/>
              <a:ea typeface="맑은 고딕" panose="020B0503020000020004" pitchFamily="34" charset="-127"/>
              <a:cs typeface="Arial" panose="020B0604020202020204" pitchFamily="34" charset="0"/>
            </a:endParaRPr>
          </a:p>
        </p:txBody>
      </p:sp>
      <p:sp>
        <p:nvSpPr>
          <p:cNvPr id="4" name="Slide Number Placeholder 3">
            <a:extLst>
              <a:ext uri="{FF2B5EF4-FFF2-40B4-BE49-F238E27FC236}">
                <a16:creationId xmlns:a16="http://schemas.microsoft.com/office/drawing/2014/main" id="{EE39CD3E-7BDF-4AE0-93B3-C49CA8F0D23F}"/>
              </a:ext>
            </a:extLst>
          </p:cNvPr>
          <p:cNvSpPr>
            <a:spLocks noGrp="1"/>
          </p:cNvSpPr>
          <p:nvPr>
            <p:ph type="sldNum" sz="quarter" idx="12"/>
          </p:nvPr>
        </p:nvSpPr>
        <p:spPr/>
        <p:txBody>
          <a:bodyPr/>
          <a:lstStyle/>
          <a:p>
            <a:fld id="{9B08F086-0AA8-4846-9116-C6B69902F758}" type="slidenum">
              <a:rPr lang="en-US" smtClean="0"/>
              <a:t>8</a:t>
            </a:fld>
            <a:endParaRPr lang="en-US"/>
          </a:p>
        </p:txBody>
      </p:sp>
      <p:sp>
        <p:nvSpPr>
          <p:cNvPr id="27" name="Rectangle 26">
            <a:extLst>
              <a:ext uri="{FF2B5EF4-FFF2-40B4-BE49-F238E27FC236}">
                <a16:creationId xmlns:a16="http://schemas.microsoft.com/office/drawing/2014/main" id="{D4507095-E9F2-47DE-9864-F1F8AE2231C9}"/>
              </a:ext>
            </a:extLst>
          </p:cNvPr>
          <p:cNvSpPr/>
          <p:nvPr/>
        </p:nvSpPr>
        <p:spPr>
          <a:xfrm>
            <a:off x="609598" y="1951084"/>
            <a:ext cx="11326372" cy="1063402"/>
          </a:xfrm>
          <a:prstGeom prst="rect">
            <a:avLst/>
          </a:prstGeom>
          <a:solidFill>
            <a:srgbClr val="61D6FF"/>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640"/>
          </a:p>
        </p:txBody>
      </p:sp>
      <p:sp>
        <p:nvSpPr>
          <p:cNvPr id="28" name="Rectangle 27">
            <a:extLst>
              <a:ext uri="{FF2B5EF4-FFF2-40B4-BE49-F238E27FC236}">
                <a16:creationId xmlns:a16="http://schemas.microsoft.com/office/drawing/2014/main" id="{928C9E06-2503-4F72-A601-797B27DA7F0F}"/>
              </a:ext>
            </a:extLst>
          </p:cNvPr>
          <p:cNvSpPr/>
          <p:nvPr/>
        </p:nvSpPr>
        <p:spPr>
          <a:xfrm>
            <a:off x="687439" y="1914190"/>
            <a:ext cx="11326370" cy="1200329"/>
          </a:xfrm>
          <a:prstGeom prst="rect">
            <a:avLst/>
          </a:prstGeom>
        </p:spPr>
        <p:txBody>
          <a:bodyPr wrap="square">
            <a:spAutoFit/>
          </a:bodyPr>
          <a:lstStyle/>
          <a:p>
            <a:pPr algn="just">
              <a:lnSpc>
                <a:spcPct val="150000"/>
              </a:lnSpc>
            </a:pPr>
            <a:r>
              <a:rPr lang="en-US" altLang="en-US" sz="2400" dirty="0">
                <a:latin typeface="Arial" panose="020B0604020202020204" pitchFamily="34" charset="0"/>
                <a:cs typeface="Arial" panose="020B0604020202020204" pitchFamily="34" charset="0"/>
              </a:rPr>
              <a:t>Major challenge to comply with multiple government and industry regulations that are sometimes in </a:t>
            </a:r>
            <a:r>
              <a:rPr lang="en-US" altLang="en-US" sz="2400" dirty="0" smtClean="0">
                <a:latin typeface="Arial" panose="020B0604020202020204" pitchFamily="34" charset="0"/>
                <a:cs typeface="Arial" panose="020B0604020202020204" pitchFamily="34" charset="0"/>
              </a:rPr>
              <a:t>conflict.</a:t>
            </a:r>
            <a:endParaRPr lang="en-US" altLang="en-US" sz="2400" dirty="0">
              <a:latin typeface="Arial" panose="020B0604020202020204" pitchFamily="34" charset="0"/>
              <a:cs typeface="Arial" panose="020B0604020202020204" pitchFamily="34" charset="0"/>
            </a:endParaRPr>
          </a:p>
        </p:txBody>
      </p:sp>
      <p:sp>
        <p:nvSpPr>
          <p:cNvPr id="29" name="Rectangle 28">
            <a:extLst>
              <a:ext uri="{FF2B5EF4-FFF2-40B4-BE49-F238E27FC236}">
                <a16:creationId xmlns:a16="http://schemas.microsoft.com/office/drawing/2014/main" id="{807FFF55-E726-431E-A24A-12D660142195}"/>
              </a:ext>
            </a:extLst>
          </p:cNvPr>
          <p:cNvSpPr/>
          <p:nvPr/>
        </p:nvSpPr>
        <p:spPr>
          <a:xfrm>
            <a:off x="927341" y="3650474"/>
            <a:ext cx="11086468" cy="2058802"/>
          </a:xfrm>
          <a:prstGeom prst="rect">
            <a:avLst/>
          </a:prstGeom>
          <a:solidFill>
            <a:schemeClr val="tx2">
              <a:lumMod val="20000"/>
              <a:lumOff val="8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3240"/>
          </a:p>
        </p:txBody>
      </p:sp>
      <p:grpSp>
        <p:nvGrpSpPr>
          <p:cNvPr id="30" name="Group 29">
            <a:extLst>
              <a:ext uri="{FF2B5EF4-FFF2-40B4-BE49-F238E27FC236}">
                <a16:creationId xmlns:a16="http://schemas.microsoft.com/office/drawing/2014/main" id="{EDB09A36-B6FA-450B-B254-DF9E84DB2D0C}"/>
              </a:ext>
            </a:extLst>
          </p:cNvPr>
          <p:cNvGrpSpPr/>
          <p:nvPr/>
        </p:nvGrpSpPr>
        <p:grpSpPr>
          <a:xfrm flipH="1">
            <a:off x="722271" y="3213418"/>
            <a:ext cx="4990552" cy="571032"/>
            <a:chOff x="1487532" y="2017033"/>
            <a:chExt cx="2952328" cy="376914"/>
          </a:xfrm>
          <a:effectLst>
            <a:outerShdw blurRad="50800" dist="38100" dir="8100000" algn="tr" rotWithShape="0">
              <a:prstClr val="black">
                <a:alpha val="40000"/>
              </a:prstClr>
            </a:outerShdw>
          </a:effectLst>
        </p:grpSpPr>
        <p:sp>
          <p:nvSpPr>
            <p:cNvPr id="31" name="Rectangle 9">
              <a:extLst>
                <a:ext uri="{FF2B5EF4-FFF2-40B4-BE49-F238E27FC236}">
                  <a16:creationId xmlns:a16="http://schemas.microsoft.com/office/drawing/2014/main" id="{9646447E-766E-487A-B448-472C0699060B}"/>
                </a:ext>
              </a:extLst>
            </p:cNvPr>
            <p:cNvSpPr/>
            <p:nvPr/>
          </p:nvSpPr>
          <p:spPr>
            <a:xfrm>
              <a:off x="4319543" y="2027138"/>
              <a:ext cx="115353" cy="366809"/>
            </a:xfrm>
            <a:custGeom>
              <a:avLst/>
              <a:gdLst>
                <a:gd name="connsiteX0" fmla="*/ 0 w 914400"/>
                <a:gd name="connsiteY0" fmla="*/ 0 h 914400"/>
                <a:gd name="connsiteX1" fmla="*/ 914400 w 914400"/>
                <a:gd name="connsiteY1" fmla="*/ 0 h 914400"/>
                <a:gd name="connsiteX2" fmla="*/ 914400 w 914400"/>
                <a:gd name="connsiteY2" fmla="*/ 914400 h 914400"/>
                <a:gd name="connsiteX3" fmla="*/ 0 w 914400"/>
                <a:gd name="connsiteY3" fmla="*/ 914400 h 914400"/>
                <a:gd name="connsiteX4" fmla="*/ 0 w 914400"/>
                <a:gd name="connsiteY4" fmla="*/ 0 h 914400"/>
                <a:gd name="connsiteX0" fmla="*/ 0 w 914400"/>
                <a:gd name="connsiteY0" fmla="*/ 292963 h 1207363"/>
                <a:gd name="connsiteX1" fmla="*/ 914400 w 914400"/>
                <a:gd name="connsiteY1" fmla="*/ 0 h 1207363"/>
                <a:gd name="connsiteX2" fmla="*/ 914400 w 914400"/>
                <a:gd name="connsiteY2" fmla="*/ 1207363 h 1207363"/>
                <a:gd name="connsiteX3" fmla="*/ 0 w 914400"/>
                <a:gd name="connsiteY3" fmla="*/ 1207363 h 1207363"/>
                <a:gd name="connsiteX4" fmla="*/ 0 w 914400"/>
                <a:gd name="connsiteY4" fmla="*/ 292963 h 1207363"/>
                <a:gd name="connsiteX0" fmla="*/ 612559 w 914400"/>
                <a:gd name="connsiteY0" fmla="*/ 8877 h 1207363"/>
                <a:gd name="connsiteX1" fmla="*/ 914400 w 914400"/>
                <a:gd name="connsiteY1" fmla="*/ 0 h 1207363"/>
                <a:gd name="connsiteX2" fmla="*/ 914400 w 914400"/>
                <a:gd name="connsiteY2" fmla="*/ 1207363 h 1207363"/>
                <a:gd name="connsiteX3" fmla="*/ 0 w 914400"/>
                <a:gd name="connsiteY3" fmla="*/ 1207363 h 1207363"/>
                <a:gd name="connsiteX4" fmla="*/ 612559 w 914400"/>
                <a:gd name="connsiteY4" fmla="*/ 8877 h 1207363"/>
                <a:gd name="connsiteX0" fmla="*/ 0 w 301841"/>
                <a:gd name="connsiteY0" fmla="*/ 8877 h 1207363"/>
                <a:gd name="connsiteX1" fmla="*/ 301841 w 301841"/>
                <a:gd name="connsiteY1" fmla="*/ 0 h 1207363"/>
                <a:gd name="connsiteX2" fmla="*/ 301841 w 301841"/>
                <a:gd name="connsiteY2" fmla="*/ 1207363 h 1207363"/>
                <a:gd name="connsiteX3" fmla="*/ 186432 w 301841"/>
                <a:gd name="connsiteY3" fmla="*/ 408372 h 1207363"/>
                <a:gd name="connsiteX4" fmla="*/ 0 w 301841"/>
                <a:gd name="connsiteY4" fmla="*/ 8877 h 1207363"/>
                <a:gd name="connsiteX0" fmla="*/ 0 w 133166"/>
                <a:gd name="connsiteY0" fmla="*/ 0 h 1207364"/>
                <a:gd name="connsiteX1" fmla="*/ 133166 w 133166"/>
                <a:gd name="connsiteY1" fmla="*/ 1 h 1207364"/>
                <a:gd name="connsiteX2" fmla="*/ 133166 w 133166"/>
                <a:gd name="connsiteY2" fmla="*/ 1207364 h 1207364"/>
                <a:gd name="connsiteX3" fmla="*/ 17757 w 133166"/>
                <a:gd name="connsiteY3" fmla="*/ 408373 h 1207364"/>
                <a:gd name="connsiteX4" fmla="*/ 0 w 133166"/>
                <a:gd name="connsiteY4" fmla="*/ 0 h 1207364"/>
                <a:gd name="connsiteX0" fmla="*/ 0 w 142044"/>
                <a:gd name="connsiteY0" fmla="*/ 0 h 408373"/>
                <a:gd name="connsiteX1" fmla="*/ 133166 w 142044"/>
                <a:gd name="connsiteY1" fmla="*/ 1 h 408373"/>
                <a:gd name="connsiteX2" fmla="*/ 142044 w 142044"/>
                <a:gd name="connsiteY2" fmla="*/ 301842 h 408373"/>
                <a:gd name="connsiteX3" fmla="*/ 17757 w 142044"/>
                <a:gd name="connsiteY3" fmla="*/ 408373 h 408373"/>
                <a:gd name="connsiteX4" fmla="*/ 0 w 142044"/>
                <a:gd name="connsiteY4" fmla="*/ 0 h 408373"/>
                <a:gd name="connsiteX0" fmla="*/ 0 w 133166"/>
                <a:gd name="connsiteY0" fmla="*/ 0 h 408373"/>
                <a:gd name="connsiteX1" fmla="*/ 133166 w 133166"/>
                <a:gd name="connsiteY1" fmla="*/ 1 h 408373"/>
                <a:gd name="connsiteX2" fmla="*/ 118293 w 133166"/>
                <a:gd name="connsiteY2" fmla="*/ 313717 h 408373"/>
                <a:gd name="connsiteX3" fmla="*/ 17757 w 133166"/>
                <a:gd name="connsiteY3" fmla="*/ 408373 h 408373"/>
                <a:gd name="connsiteX4" fmla="*/ 0 w 133166"/>
                <a:gd name="connsiteY4" fmla="*/ 0 h 408373"/>
                <a:gd name="connsiteX0" fmla="*/ 0 w 118293"/>
                <a:gd name="connsiteY0" fmla="*/ 5937 h 414310"/>
                <a:gd name="connsiteX1" fmla="*/ 115353 w 118293"/>
                <a:gd name="connsiteY1" fmla="*/ 0 h 414310"/>
                <a:gd name="connsiteX2" fmla="*/ 118293 w 118293"/>
                <a:gd name="connsiteY2" fmla="*/ 319654 h 414310"/>
                <a:gd name="connsiteX3" fmla="*/ 17757 w 118293"/>
                <a:gd name="connsiteY3" fmla="*/ 414310 h 414310"/>
                <a:gd name="connsiteX4" fmla="*/ 0 w 118293"/>
                <a:gd name="connsiteY4" fmla="*/ 5937 h 414310"/>
                <a:gd name="connsiteX0" fmla="*/ 0 w 118293"/>
                <a:gd name="connsiteY0" fmla="*/ 5937 h 366809"/>
                <a:gd name="connsiteX1" fmla="*/ 115353 w 118293"/>
                <a:gd name="connsiteY1" fmla="*/ 0 h 366809"/>
                <a:gd name="connsiteX2" fmla="*/ 118293 w 118293"/>
                <a:gd name="connsiteY2" fmla="*/ 319654 h 366809"/>
                <a:gd name="connsiteX3" fmla="*/ 5882 w 118293"/>
                <a:gd name="connsiteY3" fmla="*/ 366809 h 366809"/>
                <a:gd name="connsiteX4" fmla="*/ 0 w 118293"/>
                <a:gd name="connsiteY4" fmla="*/ 5937 h 366809"/>
                <a:gd name="connsiteX0" fmla="*/ 0 w 115353"/>
                <a:gd name="connsiteY0" fmla="*/ 5937 h 366809"/>
                <a:gd name="connsiteX1" fmla="*/ 115353 w 115353"/>
                <a:gd name="connsiteY1" fmla="*/ 0 h 366809"/>
                <a:gd name="connsiteX2" fmla="*/ 112356 w 115353"/>
                <a:gd name="connsiteY2" fmla="*/ 278091 h 366809"/>
                <a:gd name="connsiteX3" fmla="*/ 5882 w 115353"/>
                <a:gd name="connsiteY3" fmla="*/ 366809 h 366809"/>
                <a:gd name="connsiteX4" fmla="*/ 0 w 115353"/>
                <a:gd name="connsiteY4" fmla="*/ 5937 h 3668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353" h="366809">
                  <a:moveTo>
                    <a:pt x="0" y="5937"/>
                  </a:moveTo>
                  <a:lnTo>
                    <a:pt x="115353" y="0"/>
                  </a:lnTo>
                  <a:lnTo>
                    <a:pt x="112356" y="278091"/>
                  </a:lnTo>
                  <a:lnTo>
                    <a:pt x="5882" y="366809"/>
                  </a:lnTo>
                  <a:cubicBezTo>
                    <a:pt x="3921" y="246518"/>
                    <a:pt x="1961" y="126228"/>
                    <a:pt x="0" y="5937"/>
                  </a:cubicBezTo>
                  <a:close/>
                </a:path>
              </a:pathLst>
            </a:custGeom>
            <a:solidFill>
              <a:srgbClr val="565874">
                <a:lumMod val="50000"/>
              </a:srgbClr>
            </a:solidFill>
            <a:ln w="12700" cap="flat" cmpd="sng" algn="ctr">
              <a:noFill/>
              <a:prstDash val="solid"/>
              <a:miter lim="800000"/>
            </a:ln>
            <a:effectLst/>
          </p:spPr>
          <p:txBody>
            <a:bodyPr rtlCol="0" anchor="ctr"/>
            <a:lstStyle/>
            <a:p>
              <a:pPr algn="ctr" defTabSz="1097143">
                <a:defRPr/>
              </a:pPr>
              <a:endParaRPr lang="ko-KR" altLang="en-US" sz="3240" kern="0" dirty="0">
                <a:solidFill>
                  <a:prstClr val="white"/>
                </a:solidFill>
                <a:latin typeface="Arial"/>
              </a:endParaRPr>
            </a:p>
          </p:txBody>
        </p:sp>
        <p:sp>
          <p:nvSpPr>
            <p:cNvPr id="32" name="Rectangle 6">
              <a:extLst>
                <a:ext uri="{FF2B5EF4-FFF2-40B4-BE49-F238E27FC236}">
                  <a16:creationId xmlns:a16="http://schemas.microsoft.com/office/drawing/2014/main" id="{42214725-9E00-4E66-A506-0065D7899552}"/>
                </a:ext>
              </a:extLst>
            </p:cNvPr>
            <p:cNvSpPr/>
            <p:nvPr/>
          </p:nvSpPr>
          <p:spPr>
            <a:xfrm flipH="1">
              <a:off x="1487532" y="2017033"/>
              <a:ext cx="2952328" cy="288033"/>
            </a:xfrm>
            <a:custGeom>
              <a:avLst/>
              <a:gdLst>
                <a:gd name="connsiteX0" fmla="*/ 0 w 5285462"/>
                <a:gd name="connsiteY0" fmla="*/ 0 h 576064"/>
                <a:gd name="connsiteX1" fmla="*/ 4724629 w 5285462"/>
                <a:gd name="connsiteY1" fmla="*/ 0 h 576064"/>
                <a:gd name="connsiteX2" fmla="*/ 5285462 w 5285462"/>
                <a:gd name="connsiteY2" fmla="*/ 576064 h 576064"/>
                <a:gd name="connsiteX3" fmla="*/ 0 w 5285462"/>
                <a:gd name="connsiteY3" fmla="*/ 576064 h 576064"/>
                <a:gd name="connsiteX4" fmla="*/ 0 w 5285462"/>
                <a:gd name="connsiteY4" fmla="*/ 0 h 5760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85462" h="576064">
                  <a:moveTo>
                    <a:pt x="0" y="0"/>
                  </a:moveTo>
                  <a:lnTo>
                    <a:pt x="4724629" y="0"/>
                  </a:lnTo>
                  <a:lnTo>
                    <a:pt x="5285462" y="576064"/>
                  </a:lnTo>
                  <a:lnTo>
                    <a:pt x="0" y="576064"/>
                  </a:lnTo>
                  <a:lnTo>
                    <a:pt x="0" y="0"/>
                  </a:lnTo>
                  <a:close/>
                </a:path>
              </a:pathLst>
            </a:custGeom>
            <a:solidFill>
              <a:srgbClr val="565874"/>
            </a:solidFill>
            <a:ln w="12700" cap="flat" cmpd="sng" algn="ctr">
              <a:noFill/>
              <a:prstDash val="solid"/>
              <a:miter lim="800000"/>
            </a:ln>
            <a:effectLst/>
          </p:spPr>
          <p:txBody>
            <a:bodyPr rtlCol="0" anchor="ctr"/>
            <a:lstStyle/>
            <a:p>
              <a:pPr algn="ctr" defTabSz="1097143">
                <a:defRPr/>
              </a:pPr>
              <a:endParaRPr lang="ko-KR" altLang="en-US" sz="3240" kern="0">
                <a:solidFill>
                  <a:prstClr val="white"/>
                </a:solidFill>
                <a:latin typeface="Arial"/>
              </a:endParaRPr>
            </a:p>
          </p:txBody>
        </p:sp>
      </p:grpSp>
      <p:sp>
        <p:nvSpPr>
          <p:cNvPr id="33" name="Rectangle 32">
            <a:extLst>
              <a:ext uri="{FF2B5EF4-FFF2-40B4-BE49-F238E27FC236}">
                <a16:creationId xmlns:a16="http://schemas.microsoft.com/office/drawing/2014/main" id="{3618FE75-9910-40EF-95FD-8A40716E89EB}"/>
              </a:ext>
            </a:extLst>
          </p:cNvPr>
          <p:cNvSpPr/>
          <p:nvPr/>
        </p:nvSpPr>
        <p:spPr>
          <a:xfrm>
            <a:off x="811412" y="3150325"/>
            <a:ext cx="3958904" cy="535531"/>
          </a:xfrm>
          <a:prstGeom prst="rect">
            <a:avLst/>
          </a:prstGeom>
          <a:effectLst>
            <a:outerShdw blurRad="50800" dist="38100" dir="8100000" algn="tr" rotWithShape="0">
              <a:prstClr val="black">
                <a:alpha val="40000"/>
              </a:prstClr>
            </a:outerShdw>
          </a:effectLst>
        </p:spPr>
        <p:txBody>
          <a:bodyPr wrap="none">
            <a:spAutoFit/>
          </a:bodyPr>
          <a:lstStyle/>
          <a:p>
            <a:pPr algn="just">
              <a:lnSpc>
                <a:spcPct val="100000"/>
              </a:lnSpc>
            </a:pPr>
            <a:r>
              <a:rPr lang="en-US" altLang="en-US" sz="2880" dirty="0">
                <a:solidFill>
                  <a:schemeClr val="bg1"/>
                </a:solidFill>
                <a:latin typeface="Arial" panose="020B0604020202020204" pitchFamily="34" charset="0"/>
                <a:cs typeface="Arial" panose="020B0604020202020204" pitchFamily="34" charset="0"/>
              </a:rPr>
              <a:t>To meet this challenge:</a:t>
            </a:r>
          </a:p>
        </p:txBody>
      </p:sp>
      <p:sp>
        <p:nvSpPr>
          <p:cNvPr id="34" name="Rectangle 33">
            <a:extLst>
              <a:ext uri="{FF2B5EF4-FFF2-40B4-BE49-F238E27FC236}">
                <a16:creationId xmlns:a16="http://schemas.microsoft.com/office/drawing/2014/main" id="{338C4D1E-4611-476B-854A-8D89C10E9CEF}"/>
              </a:ext>
            </a:extLst>
          </p:cNvPr>
          <p:cNvSpPr/>
          <p:nvPr/>
        </p:nvSpPr>
        <p:spPr>
          <a:xfrm>
            <a:off x="722271" y="3828990"/>
            <a:ext cx="9919590" cy="1685846"/>
          </a:xfrm>
          <a:prstGeom prst="rect">
            <a:avLst/>
          </a:prstGeom>
        </p:spPr>
        <p:txBody>
          <a:bodyPr wrap="square">
            <a:spAutoFit/>
          </a:bodyPr>
          <a:lstStyle/>
          <a:p>
            <a:pPr marL="891540" lvl="1" indent="-342900" algn="just">
              <a:lnSpc>
                <a:spcPct val="150000"/>
              </a:lnSpc>
              <a:buClr>
                <a:schemeClr val="accent1">
                  <a:lumMod val="75000"/>
                </a:schemeClr>
              </a:buClr>
              <a:buSzPct val="90000"/>
              <a:buFont typeface="Wingdings" panose="05000000000000000000" pitchFamily="2" charset="2"/>
              <a:buChar char="v"/>
            </a:pPr>
            <a:r>
              <a:rPr lang="en-US" altLang="en-US" sz="2400" dirty="0">
                <a:latin typeface="Arial" panose="020B0604020202020204" pitchFamily="34" charset="0"/>
                <a:cs typeface="Arial" panose="020B0604020202020204" pitchFamily="34" charset="0"/>
              </a:rPr>
              <a:t>Implement software to track and record compliance actions</a:t>
            </a:r>
          </a:p>
          <a:p>
            <a:pPr marL="891540" lvl="1" indent="-342900" algn="just">
              <a:lnSpc>
                <a:spcPct val="150000"/>
              </a:lnSpc>
              <a:buClr>
                <a:schemeClr val="accent1">
                  <a:lumMod val="75000"/>
                </a:schemeClr>
              </a:buClr>
              <a:buSzPct val="90000"/>
              <a:buFont typeface="Wingdings" panose="05000000000000000000" pitchFamily="2" charset="2"/>
              <a:buChar char="v"/>
            </a:pPr>
            <a:r>
              <a:rPr lang="en-US" altLang="en-US" sz="2400" dirty="0">
                <a:latin typeface="Arial" panose="020B0604020202020204" pitchFamily="34" charset="0"/>
                <a:cs typeface="Arial" panose="020B0604020202020204" pitchFamily="34" charset="0"/>
              </a:rPr>
              <a:t>Hire management consultants for advice and training</a:t>
            </a:r>
          </a:p>
          <a:p>
            <a:pPr marL="891540" lvl="1" indent="-342900" algn="just">
              <a:lnSpc>
                <a:spcPct val="150000"/>
              </a:lnSpc>
              <a:buClr>
                <a:schemeClr val="accent1">
                  <a:lumMod val="75000"/>
                </a:schemeClr>
              </a:buClr>
              <a:buSzPct val="90000"/>
              <a:buFont typeface="Wingdings" panose="05000000000000000000" pitchFamily="2" charset="2"/>
              <a:buChar char="v"/>
            </a:pPr>
            <a:r>
              <a:rPr lang="en-US" altLang="en-US" sz="2400" dirty="0">
                <a:latin typeface="Arial" panose="020B0604020202020204" pitchFamily="34" charset="0"/>
                <a:cs typeface="Arial" panose="020B0604020202020204" pitchFamily="34" charset="0"/>
              </a:rPr>
              <a:t>Create Chief Compliance Officer position</a:t>
            </a:r>
          </a:p>
        </p:txBody>
      </p:sp>
      <p:pic>
        <p:nvPicPr>
          <p:cNvPr id="7" name="Picture 6">
            <a:extLst>
              <a:ext uri="{FF2B5EF4-FFF2-40B4-BE49-F238E27FC236}">
                <a16:creationId xmlns:a16="http://schemas.microsoft.com/office/drawing/2014/main" id="{3FDEF4D2-6BE5-4B70-96A4-D05C1B3B845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17251" y="5917850"/>
            <a:ext cx="2348000" cy="1727084"/>
          </a:xfrm>
          <a:prstGeom prst="rect">
            <a:avLst/>
          </a:prstGeom>
          <a:ln>
            <a:noFill/>
          </a:ln>
          <a:effectLst>
            <a:outerShdw blurRad="292100" dist="139700" dir="2700000" algn="tl" rotWithShape="0">
              <a:srgbClr val="333333">
                <a:alpha val="65000"/>
              </a:srgbClr>
            </a:outerShdw>
          </a:effectLst>
        </p:spPr>
      </p:pic>
      <p:sp>
        <p:nvSpPr>
          <p:cNvPr id="2" name="TextBox 1">
            <a:extLst>
              <a:ext uri="{FF2B5EF4-FFF2-40B4-BE49-F238E27FC236}">
                <a16:creationId xmlns:a16="http://schemas.microsoft.com/office/drawing/2014/main" id="{DF34E6CC-2036-DF4E-891B-E4A8A761AC0B}"/>
              </a:ext>
            </a:extLst>
          </p:cNvPr>
          <p:cNvSpPr txBox="1"/>
          <p:nvPr/>
        </p:nvSpPr>
        <p:spPr>
          <a:xfrm>
            <a:off x="160809" y="176480"/>
            <a:ext cx="3496791" cy="661720"/>
          </a:xfrm>
          <a:prstGeom prst="rect">
            <a:avLst/>
          </a:prstGeom>
          <a:noFill/>
        </p:spPr>
        <p:txBody>
          <a:bodyPr wrap="square" rtlCol="0">
            <a:spAutoFit/>
          </a:bodyPr>
          <a:lstStyle/>
          <a:p>
            <a:r>
              <a:rPr lang="en-US" altLang="en-US" sz="3700" b="1" dirty="0">
                <a:solidFill>
                  <a:schemeClr val="bg1"/>
                </a:solidFill>
                <a:cs typeface="Arial" panose="020B0604020202020204" pitchFamily="34" charset="0"/>
              </a:rPr>
              <a:t>Compliance</a:t>
            </a:r>
            <a:endParaRPr lang="en-MM" sz="3700" dirty="0">
              <a:solidFill>
                <a:schemeClr val="bg1"/>
              </a:solidFill>
            </a:endParaRPr>
          </a:p>
        </p:txBody>
      </p:sp>
      <p:sp>
        <p:nvSpPr>
          <p:cNvPr id="3" name="Footer Placeholder 2">
            <a:extLst>
              <a:ext uri="{FF2B5EF4-FFF2-40B4-BE49-F238E27FC236}">
                <a16:creationId xmlns:a16="http://schemas.microsoft.com/office/drawing/2014/main" id="{35ACADC6-7F43-FF45-99F5-0DAFA54EF419}"/>
              </a:ext>
            </a:extLst>
          </p:cNvPr>
          <p:cNvSpPr>
            <a:spLocks noGrp="1"/>
          </p:cNvSpPr>
          <p:nvPr>
            <p:ph type="ftr" sz="quarter" idx="11"/>
          </p:nvPr>
        </p:nvSpPr>
        <p:spPr/>
        <p:txBody>
          <a:bodyPr/>
          <a:lstStyle/>
          <a:p>
            <a:r>
              <a:rPr lang="en-US" smtClean="0"/>
              <a:t>Myanmar Institute of Information Technology, MIIT</a:t>
            </a:r>
            <a:endParaRPr lang="en-US"/>
          </a:p>
        </p:txBody>
      </p:sp>
      <p:sp>
        <p:nvSpPr>
          <p:cNvPr id="5" name="Date Placeholder 4"/>
          <p:cNvSpPr>
            <a:spLocks noGrp="1"/>
          </p:cNvSpPr>
          <p:nvPr>
            <p:ph type="dt" sz="half" idx="10"/>
          </p:nvPr>
        </p:nvSpPr>
        <p:spPr/>
        <p:txBody>
          <a:bodyPr/>
          <a:lstStyle/>
          <a:p>
            <a:fld id="{E2DAFC4D-B9AB-4391-B2BD-441F7F5E0008}" type="datetime1">
              <a:rPr lang="en-US" smtClean="0"/>
              <a:t>9/8/2025</a:t>
            </a:fld>
            <a:endParaRPr lang="en-US"/>
          </a:p>
        </p:txBody>
      </p:sp>
      <p:sp>
        <p:nvSpPr>
          <p:cNvPr id="6" name="Rectangle 5"/>
          <p:cNvSpPr/>
          <p:nvPr/>
        </p:nvSpPr>
        <p:spPr>
          <a:xfrm>
            <a:off x="609598" y="1067175"/>
            <a:ext cx="11326372" cy="830997"/>
          </a:xfrm>
          <a:prstGeom prst="rect">
            <a:avLst/>
          </a:prstGeom>
          <a:solidFill>
            <a:schemeClr val="accent3">
              <a:lumMod val="40000"/>
              <a:lumOff val="60000"/>
            </a:schemeClr>
          </a:solidFill>
        </p:spPr>
        <p:txBody>
          <a:bodyPr wrap="square">
            <a:spAutoFit/>
          </a:bodyPr>
          <a:lstStyle/>
          <a:p>
            <a:pPr algn="just"/>
            <a:r>
              <a:rPr lang="en-IN" sz="2400" dirty="0" smtClean="0">
                <a:latin typeface="Airal"/>
              </a:rPr>
              <a:t>Compliance means to be in accordance with established policies, guidelines, specifications, or legislation</a:t>
            </a:r>
            <a:r>
              <a:rPr lang="en-IN" sz="2400" dirty="0">
                <a:latin typeface="Airal"/>
              </a:rPr>
              <a:t>.</a:t>
            </a:r>
          </a:p>
        </p:txBody>
      </p:sp>
    </p:spTree>
    <p:extLst>
      <p:ext uri="{BB962C8B-B14F-4D97-AF65-F5344CB8AC3E}">
        <p14:creationId xmlns:p14="http://schemas.microsoft.com/office/powerpoint/2010/main" val="21352185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barn(inVertical)">
                                      <p:cBhvr>
                                        <p:cTn id="7" dur="500"/>
                                        <p:tgtEl>
                                          <p:spTgt spid="28"/>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barn(inVertical)">
                                      <p:cBhvr>
                                        <p:cTn id="10" dur="500"/>
                                        <p:tgtEl>
                                          <p:spTgt spid="27"/>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33"/>
                                        </p:tgtEl>
                                        <p:attrNameLst>
                                          <p:attrName>style.visibility</p:attrName>
                                        </p:attrNameLst>
                                      </p:cBhvr>
                                      <p:to>
                                        <p:strVal val="visible"/>
                                      </p:to>
                                    </p:set>
                                    <p:animEffect transition="in" filter="barn(inVertical)">
                                      <p:cBhvr>
                                        <p:cTn id="15" dur="500"/>
                                        <p:tgtEl>
                                          <p:spTgt spid="33"/>
                                        </p:tgtEl>
                                      </p:cBhvr>
                                    </p:animEffect>
                                  </p:childTnLst>
                                </p:cTn>
                              </p:par>
                              <p:par>
                                <p:cTn id="16" presetID="16" presetClass="entr" presetSubtype="21" fill="hold" nodeType="withEffect">
                                  <p:stCondLst>
                                    <p:cond delay="0"/>
                                  </p:stCondLst>
                                  <p:childTnLst>
                                    <p:set>
                                      <p:cBhvr>
                                        <p:cTn id="17" dur="1" fill="hold">
                                          <p:stCondLst>
                                            <p:cond delay="0"/>
                                          </p:stCondLst>
                                        </p:cTn>
                                        <p:tgtEl>
                                          <p:spTgt spid="30"/>
                                        </p:tgtEl>
                                        <p:attrNameLst>
                                          <p:attrName>style.visibility</p:attrName>
                                        </p:attrNameLst>
                                      </p:cBhvr>
                                      <p:to>
                                        <p:strVal val="visible"/>
                                      </p:to>
                                    </p:set>
                                    <p:animEffect transition="in" filter="barn(inVertical)">
                                      <p:cBhvr>
                                        <p:cTn id="18" dur="500"/>
                                        <p:tgtEl>
                                          <p:spTgt spid="30"/>
                                        </p:tgtEl>
                                      </p:cBhvr>
                                    </p:animEffect>
                                  </p:childTnLst>
                                </p:cTn>
                              </p:par>
                            </p:childTnLst>
                          </p:cTn>
                        </p:par>
                      </p:childTnLst>
                    </p:cTn>
                  </p:par>
                  <p:par>
                    <p:cTn id="19" fill="hold">
                      <p:stCondLst>
                        <p:cond delay="indefinite"/>
                      </p:stCondLst>
                      <p:childTnLst>
                        <p:par>
                          <p:cTn id="20" fill="hold">
                            <p:stCondLst>
                              <p:cond delay="0"/>
                            </p:stCondLst>
                            <p:childTnLst>
                              <p:par>
                                <p:cTn id="21" presetID="14" presetClass="entr" presetSubtype="10" fill="hold" grpId="0" nodeType="clickEffect">
                                  <p:stCondLst>
                                    <p:cond delay="0"/>
                                  </p:stCondLst>
                                  <p:childTnLst>
                                    <p:set>
                                      <p:cBhvr>
                                        <p:cTn id="22" dur="1" fill="hold">
                                          <p:stCondLst>
                                            <p:cond delay="0"/>
                                          </p:stCondLst>
                                        </p:cTn>
                                        <p:tgtEl>
                                          <p:spTgt spid="29"/>
                                        </p:tgtEl>
                                        <p:attrNameLst>
                                          <p:attrName>style.visibility</p:attrName>
                                        </p:attrNameLst>
                                      </p:cBhvr>
                                      <p:to>
                                        <p:strVal val="visible"/>
                                      </p:to>
                                    </p:set>
                                    <p:animEffect transition="in" filter="randombar(horizontal)">
                                      <p:cBhvr>
                                        <p:cTn id="23" dur="500"/>
                                        <p:tgtEl>
                                          <p:spTgt spid="29"/>
                                        </p:tgtEl>
                                      </p:cBhvr>
                                    </p:animEffect>
                                  </p:childTnLst>
                                </p:cTn>
                              </p:par>
                            </p:childTnLst>
                          </p:cTn>
                        </p:par>
                      </p:childTnLst>
                    </p:cTn>
                  </p:par>
                  <p:par>
                    <p:cTn id="24" fill="hold">
                      <p:stCondLst>
                        <p:cond delay="indefinite"/>
                      </p:stCondLst>
                      <p:childTnLst>
                        <p:par>
                          <p:cTn id="25" fill="hold">
                            <p:stCondLst>
                              <p:cond delay="0"/>
                            </p:stCondLst>
                            <p:childTnLst>
                              <p:par>
                                <p:cTn id="26" presetID="16" presetClass="entr" presetSubtype="21" fill="hold" nodeType="clickEffect">
                                  <p:stCondLst>
                                    <p:cond delay="0"/>
                                  </p:stCondLst>
                                  <p:childTnLst>
                                    <p:set>
                                      <p:cBhvr>
                                        <p:cTn id="27" dur="1" fill="hold">
                                          <p:stCondLst>
                                            <p:cond delay="0"/>
                                          </p:stCondLst>
                                        </p:cTn>
                                        <p:tgtEl>
                                          <p:spTgt spid="34">
                                            <p:txEl>
                                              <p:pRg st="0" end="0"/>
                                            </p:txEl>
                                          </p:spTgt>
                                        </p:tgtEl>
                                        <p:attrNameLst>
                                          <p:attrName>style.visibility</p:attrName>
                                        </p:attrNameLst>
                                      </p:cBhvr>
                                      <p:to>
                                        <p:strVal val="visible"/>
                                      </p:to>
                                    </p:set>
                                    <p:animEffect transition="in" filter="barn(inVertical)">
                                      <p:cBhvr>
                                        <p:cTn id="28" dur="500"/>
                                        <p:tgtEl>
                                          <p:spTgt spid="34">
                                            <p:txEl>
                                              <p:pRg st="0" end="0"/>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6" presetClass="entr" presetSubtype="21" fill="hold" nodeType="clickEffect">
                                  <p:stCondLst>
                                    <p:cond delay="0"/>
                                  </p:stCondLst>
                                  <p:childTnLst>
                                    <p:set>
                                      <p:cBhvr>
                                        <p:cTn id="32" dur="1" fill="hold">
                                          <p:stCondLst>
                                            <p:cond delay="0"/>
                                          </p:stCondLst>
                                        </p:cTn>
                                        <p:tgtEl>
                                          <p:spTgt spid="34">
                                            <p:txEl>
                                              <p:pRg st="1" end="1"/>
                                            </p:txEl>
                                          </p:spTgt>
                                        </p:tgtEl>
                                        <p:attrNameLst>
                                          <p:attrName>style.visibility</p:attrName>
                                        </p:attrNameLst>
                                      </p:cBhvr>
                                      <p:to>
                                        <p:strVal val="visible"/>
                                      </p:to>
                                    </p:set>
                                    <p:animEffect transition="in" filter="barn(inVertical)">
                                      <p:cBhvr>
                                        <p:cTn id="33" dur="500"/>
                                        <p:tgtEl>
                                          <p:spTgt spid="34">
                                            <p:txEl>
                                              <p:pRg st="1" end="1"/>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6" presetClass="entr" presetSubtype="21" fill="hold" nodeType="clickEffect">
                                  <p:stCondLst>
                                    <p:cond delay="0"/>
                                  </p:stCondLst>
                                  <p:childTnLst>
                                    <p:set>
                                      <p:cBhvr>
                                        <p:cTn id="37" dur="1" fill="hold">
                                          <p:stCondLst>
                                            <p:cond delay="0"/>
                                          </p:stCondLst>
                                        </p:cTn>
                                        <p:tgtEl>
                                          <p:spTgt spid="34">
                                            <p:txEl>
                                              <p:pRg st="2" end="2"/>
                                            </p:txEl>
                                          </p:spTgt>
                                        </p:tgtEl>
                                        <p:attrNameLst>
                                          <p:attrName>style.visibility</p:attrName>
                                        </p:attrNameLst>
                                      </p:cBhvr>
                                      <p:to>
                                        <p:strVal val="visible"/>
                                      </p:to>
                                    </p:set>
                                    <p:animEffect transition="in" filter="barn(inVertical)">
                                      <p:cBhvr>
                                        <p:cTn id="38" dur="500"/>
                                        <p:tgtEl>
                                          <p:spTgt spid="34">
                                            <p:txEl>
                                              <p:pRg st="2" end="2"/>
                                            </p:txEl>
                                          </p:spTgt>
                                        </p:tgtEl>
                                      </p:cBhvr>
                                    </p:animEffect>
                                  </p:childTnLst>
                                </p:cTn>
                              </p:par>
                              <p:par>
                                <p:cTn id="39" presetID="53" presetClass="entr" presetSubtype="16" fill="hold" nodeType="withEffect">
                                  <p:stCondLst>
                                    <p:cond delay="0"/>
                                  </p:stCondLst>
                                  <p:childTnLst>
                                    <p:set>
                                      <p:cBhvr>
                                        <p:cTn id="40" dur="1" fill="hold">
                                          <p:stCondLst>
                                            <p:cond delay="0"/>
                                          </p:stCondLst>
                                        </p:cTn>
                                        <p:tgtEl>
                                          <p:spTgt spid="7"/>
                                        </p:tgtEl>
                                        <p:attrNameLst>
                                          <p:attrName>style.visibility</p:attrName>
                                        </p:attrNameLst>
                                      </p:cBhvr>
                                      <p:to>
                                        <p:strVal val="visible"/>
                                      </p:to>
                                    </p:set>
                                    <p:anim calcmode="lin" valueType="num">
                                      <p:cBhvr>
                                        <p:cTn id="41" dur="500" fill="hold"/>
                                        <p:tgtEl>
                                          <p:spTgt spid="7"/>
                                        </p:tgtEl>
                                        <p:attrNameLst>
                                          <p:attrName>ppt_w</p:attrName>
                                        </p:attrNameLst>
                                      </p:cBhvr>
                                      <p:tavLst>
                                        <p:tav tm="0">
                                          <p:val>
                                            <p:fltVal val="0"/>
                                          </p:val>
                                        </p:tav>
                                        <p:tav tm="100000">
                                          <p:val>
                                            <p:strVal val="#ppt_w"/>
                                          </p:val>
                                        </p:tav>
                                      </p:tavLst>
                                    </p:anim>
                                    <p:anim calcmode="lin" valueType="num">
                                      <p:cBhvr>
                                        <p:cTn id="42" dur="500" fill="hold"/>
                                        <p:tgtEl>
                                          <p:spTgt spid="7"/>
                                        </p:tgtEl>
                                        <p:attrNameLst>
                                          <p:attrName>ppt_h</p:attrName>
                                        </p:attrNameLst>
                                      </p:cBhvr>
                                      <p:tavLst>
                                        <p:tav tm="0">
                                          <p:val>
                                            <p:fltVal val="0"/>
                                          </p:val>
                                        </p:tav>
                                        <p:tav tm="100000">
                                          <p:val>
                                            <p:strVal val="#ppt_h"/>
                                          </p:val>
                                        </p:tav>
                                      </p:tavLst>
                                    </p:anim>
                                    <p:animEffect transition="in" filter="fade">
                                      <p:cBhvr>
                                        <p:cTn id="4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8" grpId="0"/>
      <p:bldP spid="29" grpId="0" animBg="1"/>
      <p:bldP spid="3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직사각형 19">
            <a:extLst>
              <a:ext uri="{FF2B5EF4-FFF2-40B4-BE49-F238E27FC236}">
                <a16:creationId xmlns:a16="http://schemas.microsoft.com/office/drawing/2014/main" id="{CA8D497C-2157-7C4B-94CD-A2D7F14661EE}"/>
              </a:ext>
            </a:extLst>
          </p:cNvPr>
          <p:cNvSpPr/>
          <p:nvPr/>
        </p:nvSpPr>
        <p:spPr>
          <a:xfrm>
            <a:off x="60961" y="171450"/>
            <a:ext cx="13008863" cy="681988"/>
          </a:xfrm>
          <a:prstGeom prst="rect">
            <a:avLst/>
          </a:prstGeom>
          <a:solidFill>
            <a:schemeClr val="accent5">
              <a:lumMod val="75000"/>
            </a:schemeClr>
          </a:solidFill>
        </p:spPr>
        <p:txBody>
          <a:bodyPr wrap="square" lIns="111511" tIns="55756" rIns="111511" bIns="55756"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95585">
              <a:defRPr/>
            </a:pPr>
            <a:endParaRPr lang="en-US" altLang="ko-KR" sz="3700" b="1" kern="0" dirty="0">
              <a:solidFill>
                <a:schemeClr val="bg1"/>
              </a:solidFill>
              <a:latin typeface="Arial" panose="020B0604020202020204" pitchFamily="34" charset="0"/>
              <a:ea typeface="맑은 고딕" panose="020B0503020000020004" pitchFamily="34" charset="-127"/>
              <a:cs typeface="Arial" panose="020B0604020202020204" pitchFamily="34" charset="0"/>
            </a:endParaRPr>
          </a:p>
        </p:txBody>
      </p:sp>
      <p:sp>
        <p:nvSpPr>
          <p:cNvPr id="4" name="Slide Number Placeholder 3">
            <a:extLst>
              <a:ext uri="{FF2B5EF4-FFF2-40B4-BE49-F238E27FC236}">
                <a16:creationId xmlns:a16="http://schemas.microsoft.com/office/drawing/2014/main" id="{EE39CD3E-7BDF-4AE0-93B3-C49CA8F0D23F}"/>
              </a:ext>
            </a:extLst>
          </p:cNvPr>
          <p:cNvSpPr>
            <a:spLocks noGrp="1"/>
          </p:cNvSpPr>
          <p:nvPr>
            <p:ph type="sldNum" sz="quarter" idx="12"/>
          </p:nvPr>
        </p:nvSpPr>
        <p:spPr/>
        <p:txBody>
          <a:bodyPr/>
          <a:lstStyle/>
          <a:p>
            <a:fld id="{9B08F086-0AA8-4846-9116-C6B69902F758}" type="slidenum">
              <a:rPr lang="en-US" smtClean="0"/>
              <a:t>9</a:t>
            </a:fld>
            <a:endParaRPr lang="en-US"/>
          </a:p>
        </p:txBody>
      </p:sp>
      <p:sp>
        <p:nvSpPr>
          <p:cNvPr id="9" name="TextBox 8">
            <a:extLst>
              <a:ext uri="{FF2B5EF4-FFF2-40B4-BE49-F238E27FC236}">
                <a16:creationId xmlns:a16="http://schemas.microsoft.com/office/drawing/2014/main" id="{86799660-ED15-4BC6-95CC-D81AAFAE2A41}"/>
              </a:ext>
            </a:extLst>
          </p:cNvPr>
          <p:cNvSpPr txBox="1"/>
          <p:nvPr/>
        </p:nvSpPr>
        <p:spPr>
          <a:xfrm>
            <a:off x="1118540" y="2639697"/>
            <a:ext cx="625685" cy="498598"/>
          </a:xfrm>
          <a:prstGeom prst="rect">
            <a:avLst/>
          </a:prstGeom>
          <a:noFill/>
        </p:spPr>
        <p:txBody>
          <a:bodyPr wrap="square" rtlCol="0" anchor="ctr">
            <a:spAutoFit/>
          </a:bodyPr>
          <a:lstStyle/>
          <a:p>
            <a:pPr algn="ctr" latinLnBrk="1"/>
            <a:r>
              <a:rPr lang="en-US" altLang="ko-KR" sz="2640" b="1" dirty="0">
                <a:solidFill>
                  <a:srgbClr val="002060"/>
                </a:solidFill>
                <a:latin typeface="Arial"/>
                <a:cs typeface="Arial" pitchFamily="34" charset="0"/>
              </a:rPr>
              <a:t>01</a:t>
            </a:r>
            <a:endParaRPr lang="ko-KR" altLang="en-US" sz="2640" b="1" dirty="0">
              <a:solidFill>
                <a:srgbClr val="002060"/>
              </a:solidFill>
              <a:latin typeface="Arial"/>
              <a:cs typeface="Arial" pitchFamily="34" charset="0"/>
            </a:endParaRPr>
          </a:p>
        </p:txBody>
      </p:sp>
      <p:sp>
        <p:nvSpPr>
          <p:cNvPr id="10" name="TextBox 9">
            <a:extLst>
              <a:ext uri="{FF2B5EF4-FFF2-40B4-BE49-F238E27FC236}">
                <a16:creationId xmlns:a16="http://schemas.microsoft.com/office/drawing/2014/main" id="{ABF995E5-DB7D-4151-A91E-60B4D4D6E1BC}"/>
              </a:ext>
            </a:extLst>
          </p:cNvPr>
          <p:cNvSpPr txBox="1"/>
          <p:nvPr/>
        </p:nvSpPr>
        <p:spPr>
          <a:xfrm>
            <a:off x="1118538" y="3327981"/>
            <a:ext cx="625685" cy="498598"/>
          </a:xfrm>
          <a:prstGeom prst="rect">
            <a:avLst/>
          </a:prstGeom>
          <a:noFill/>
        </p:spPr>
        <p:txBody>
          <a:bodyPr wrap="square" rtlCol="0" anchor="ctr">
            <a:spAutoFit/>
          </a:bodyPr>
          <a:lstStyle/>
          <a:p>
            <a:pPr algn="ctr" latinLnBrk="1"/>
            <a:r>
              <a:rPr lang="en-US" altLang="ko-KR" sz="2640" b="1" dirty="0">
                <a:solidFill>
                  <a:srgbClr val="002060"/>
                </a:solidFill>
                <a:latin typeface="Arial"/>
                <a:cs typeface="Arial" pitchFamily="34" charset="0"/>
              </a:rPr>
              <a:t>02</a:t>
            </a:r>
            <a:endParaRPr lang="ko-KR" altLang="en-US" sz="2640" b="1" dirty="0">
              <a:solidFill>
                <a:srgbClr val="002060"/>
              </a:solidFill>
              <a:latin typeface="Arial"/>
              <a:cs typeface="Arial" pitchFamily="34" charset="0"/>
            </a:endParaRPr>
          </a:p>
        </p:txBody>
      </p:sp>
      <p:sp>
        <p:nvSpPr>
          <p:cNvPr id="11" name="TextBox 10">
            <a:extLst>
              <a:ext uri="{FF2B5EF4-FFF2-40B4-BE49-F238E27FC236}">
                <a16:creationId xmlns:a16="http://schemas.microsoft.com/office/drawing/2014/main" id="{8376548B-5E09-42EC-BD9B-465A58828A67}"/>
              </a:ext>
            </a:extLst>
          </p:cNvPr>
          <p:cNvSpPr txBox="1"/>
          <p:nvPr/>
        </p:nvSpPr>
        <p:spPr>
          <a:xfrm flipH="1">
            <a:off x="1091106" y="4041371"/>
            <a:ext cx="680548" cy="498598"/>
          </a:xfrm>
          <a:prstGeom prst="rect">
            <a:avLst/>
          </a:prstGeom>
          <a:noFill/>
        </p:spPr>
        <p:txBody>
          <a:bodyPr wrap="square" rtlCol="0" anchor="ctr">
            <a:spAutoFit/>
          </a:bodyPr>
          <a:lstStyle/>
          <a:p>
            <a:pPr algn="ctr" latinLnBrk="1"/>
            <a:r>
              <a:rPr lang="en-US" altLang="ko-KR" sz="2640" b="1" dirty="0">
                <a:solidFill>
                  <a:srgbClr val="002060"/>
                </a:solidFill>
                <a:latin typeface="Arial"/>
                <a:cs typeface="Arial" pitchFamily="34" charset="0"/>
              </a:rPr>
              <a:t>03</a:t>
            </a:r>
            <a:endParaRPr lang="ko-KR" altLang="en-US" sz="2640" b="1" dirty="0">
              <a:solidFill>
                <a:srgbClr val="002060"/>
              </a:solidFill>
              <a:latin typeface="Arial"/>
              <a:cs typeface="Arial" pitchFamily="34" charset="0"/>
            </a:endParaRPr>
          </a:p>
        </p:txBody>
      </p:sp>
      <p:sp>
        <p:nvSpPr>
          <p:cNvPr id="13" name="TextBox 12">
            <a:extLst>
              <a:ext uri="{FF2B5EF4-FFF2-40B4-BE49-F238E27FC236}">
                <a16:creationId xmlns:a16="http://schemas.microsoft.com/office/drawing/2014/main" id="{79D50392-DA6B-4CDB-8B7D-B16945A673DE}"/>
              </a:ext>
            </a:extLst>
          </p:cNvPr>
          <p:cNvSpPr txBox="1"/>
          <p:nvPr/>
        </p:nvSpPr>
        <p:spPr>
          <a:xfrm>
            <a:off x="1118534" y="4981694"/>
            <a:ext cx="625685" cy="498598"/>
          </a:xfrm>
          <a:prstGeom prst="rect">
            <a:avLst/>
          </a:prstGeom>
          <a:noFill/>
        </p:spPr>
        <p:txBody>
          <a:bodyPr wrap="square" rtlCol="0" anchor="ctr">
            <a:spAutoFit/>
          </a:bodyPr>
          <a:lstStyle/>
          <a:p>
            <a:pPr algn="ctr" latinLnBrk="1"/>
            <a:r>
              <a:rPr lang="en-US" altLang="ko-KR" sz="2640" b="1" dirty="0">
                <a:solidFill>
                  <a:srgbClr val="002060"/>
                </a:solidFill>
                <a:latin typeface="Arial"/>
                <a:cs typeface="Arial" pitchFamily="34" charset="0"/>
              </a:rPr>
              <a:t>04</a:t>
            </a:r>
            <a:endParaRPr lang="ko-KR" altLang="en-US" sz="2640" b="1" dirty="0">
              <a:solidFill>
                <a:srgbClr val="002060"/>
              </a:solidFill>
              <a:latin typeface="Arial"/>
              <a:cs typeface="Arial" pitchFamily="34" charset="0"/>
            </a:endParaRPr>
          </a:p>
        </p:txBody>
      </p:sp>
      <p:sp>
        <p:nvSpPr>
          <p:cNvPr id="21" name="Rectangle 20">
            <a:extLst>
              <a:ext uri="{FF2B5EF4-FFF2-40B4-BE49-F238E27FC236}">
                <a16:creationId xmlns:a16="http://schemas.microsoft.com/office/drawing/2014/main" id="{D1C072A3-B9F8-4715-AE02-D88B884E0A37}"/>
              </a:ext>
            </a:extLst>
          </p:cNvPr>
          <p:cNvSpPr/>
          <p:nvPr/>
        </p:nvSpPr>
        <p:spPr>
          <a:xfrm>
            <a:off x="802519" y="1529025"/>
            <a:ext cx="11647388" cy="4168391"/>
          </a:xfrm>
          <a:prstGeom prst="rect">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640"/>
          </a:p>
        </p:txBody>
      </p:sp>
      <p:sp>
        <p:nvSpPr>
          <p:cNvPr id="22" name="Rectangle 21">
            <a:extLst>
              <a:ext uri="{FF2B5EF4-FFF2-40B4-BE49-F238E27FC236}">
                <a16:creationId xmlns:a16="http://schemas.microsoft.com/office/drawing/2014/main" id="{E01A87E5-6236-44A7-95A1-5C085764B26C}"/>
              </a:ext>
            </a:extLst>
          </p:cNvPr>
          <p:cNvSpPr/>
          <p:nvPr/>
        </p:nvSpPr>
        <p:spPr>
          <a:xfrm>
            <a:off x="802519" y="1706013"/>
            <a:ext cx="11647387" cy="830997"/>
          </a:xfrm>
          <a:prstGeom prst="rect">
            <a:avLst/>
          </a:prstGeom>
        </p:spPr>
        <p:txBody>
          <a:bodyPr wrap="square">
            <a:spAutoFit/>
          </a:bodyPr>
          <a:lstStyle/>
          <a:p>
            <a:pPr algn="just"/>
            <a:r>
              <a:rPr lang="en-US" altLang="en-US" sz="2400" dirty="0">
                <a:solidFill>
                  <a:srgbClr val="002060"/>
                </a:solidFill>
                <a:latin typeface="Arial" panose="020B0604020202020204" pitchFamily="34" charset="0"/>
                <a:cs typeface="Arial" panose="020B0604020202020204" pitchFamily="34" charset="0"/>
              </a:rPr>
              <a:t>Audit committee is subset of the board of directors, with oversight for the following activities:</a:t>
            </a:r>
          </a:p>
        </p:txBody>
      </p:sp>
      <p:sp>
        <p:nvSpPr>
          <p:cNvPr id="23" name="Rectangle 22">
            <a:extLst>
              <a:ext uri="{FF2B5EF4-FFF2-40B4-BE49-F238E27FC236}">
                <a16:creationId xmlns:a16="http://schemas.microsoft.com/office/drawing/2014/main" id="{0DE5294D-85EF-4B65-8FF4-D82717E92662}"/>
              </a:ext>
            </a:extLst>
          </p:cNvPr>
          <p:cNvSpPr/>
          <p:nvPr/>
        </p:nvSpPr>
        <p:spPr>
          <a:xfrm>
            <a:off x="1118545" y="2650422"/>
            <a:ext cx="10698317" cy="461665"/>
          </a:xfrm>
          <a:prstGeom prst="rect">
            <a:avLst/>
          </a:prstGeom>
        </p:spPr>
        <p:txBody>
          <a:bodyPr wrap="square">
            <a:spAutoFit/>
          </a:bodyPr>
          <a:lstStyle/>
          <a:p>
            <a:pPr lvl="1">
              <a:lnSpc>
                <a:spcPct val="100000"/>
              </a:lnSpc>
            </a:pPr>
            <a:r>
              <a:rPr lang="en-US" altLang="en-US" sz="2400" dirty="0">
                <a:latin typeface="Arial" panose="020B0604020202020204" pitchFamily="34" charset="0"/>
                <a:cs typeface="Arial" panose="020B0604020202020204" pitchFamily="34" charset="0"/>
              </a:rPr>
              <a:t>Quality and integrity of accounting and reporting practices and controls</a:t>
            </a:r>
          </a:p>
        </p:txBody>
      </p:sp>
      <p:sp>
        <p:nvSpPr>
          <p:cNvPr id="24" name="Rectangle 23">
            <a:extLst>
              <a:ext uri="{FF2B5EF4-FFF2-40B4-BE49-F238E27FC236}">
                <a16:creationId xmlns:a16="http://schemas.microsoft.com/office/drawing/2014/main" id="{12F7059B-8521-4788-AD77-53147961A232}"/>
              </a:ext>
            </a:extLst>
          </p:cNvPr>
          <p:cNvSpPr/>
          <p:nvPr/>
        </p:nvSpPr>
        <p:spPr>
          <a:xfrm>
            <a:off x="1134446" y="3341613"/>
            <a:ext cx="7685437" cy="461665"/>
          </a:xfrm>
          <a:prstGeom prst="rect">
            <a:avLst/>
          </a:prstGeom>
        </p:spPr>
        <p:txBody>
          <a:bodyPr wrap="none">
            <a:spAutoFit/>
          </a:bodyPr>
          <a:lstStyle/>
          <a:p>
            <a:pPr lvl="1">
              <a:lnSpc>
                <a:spcPct val="100000"/>
              </a:lnSpc>
            </a:pPr>
            <a:r>
              <a:rPr lang="en-US" altLang="en-US" sz="2400" dirty="0">
                <a:latin typeface="Arial" panose="020B0604020202020204" pitchFamily="34" charset="0"/>
                <a:cs typeface="Arial" panose="020B0604020202020204" pitchFamily="34" charset="0"/>
              </a:rPr>
              <a:t>Compliance with legal and regulatory requirements</a:t>
            </a:r>
          </a:p>
        </p:txBody>
      </p:sp>
      <p:sp>
        <p:nvSpPr>
          <p:cNvPr id="25" name="Rectangle 24">
            <a:extLst>
              <a:ext uri="{FF2B5EF4-FFF2-40B4-BE49-F238E27FC236}">
                <a16:creationId xmlns:a16="http://schemas.microsoft.com/office/drawing/2014/main" id="{5D220FE4-EAD4-4EC8-BE2F-0B1E6041BEBF}"/>
              </a:ext>
            </a:extLst>
          </p:cNvPr>
          <p:cNvSpPr/>
          <p:nvPr/>
        </p:nvSpPr>
        <p:spPr>
          <a:xfrm>
            <a:off x="1150341" y="4055284"/>
            <a:ext cx="11299566" cy="830997"/>
          </a:xfrm>
          <a:prstGeom prst="rect">
            <a:avLst/>
          </a:prstGeom>
        </p:spPr>
        <p:txBody>
          <a:bodyPr wrap="square">
            <a:spAutoFit/>
          </a:bodyPr>
          <a:lstStyle/>
          <a:p>
            <a:pPr lvl="1">
              <a:lnSpc>
                <a:spcPct val="100000"/>
              </a:lnSpc>
            </a:pPr>
            <a:r>
              <a:rPr lang="en-US" altLang="en-US" sz="2400" dirty="0">
                <a:latin typeface="Arial" panose="020B0604020202020204" pitchFamily="34" charset="0"/>
                <a:cs typeface="Arial" panose="020B0604020202020204" pitchFamily="34" charset="0"/>
              </a:rPr>
              <a:t>Qualifications, independence, and performance of organization’s independent auditor</a:t>
            </a:r>
          </a:p>
        </p:txBody>
      </p:sp>
      <p:sp>
        <p:nvSpPr>
          <p:cNvPr id="26" name="Rectangle 25">
            <a:extLst>
              <a:ext uri="{FF2B5EF4-FFF2-40B4-BE49-F238E27FC236}">
                <a16:creationId xmlns:a16="http://schemas.microsoft.com/office/drawing/2014/main" id="{A74A9E08-AD1E-4B60-8538-E715ACFA6502}"/>
              </a:ext>
            </a:extLst>
          </p:cNvPr>
          <p:cNvSpPr/>
          <p:nvPr/>
        </p:nvSpPr>
        <p:spPr>
          <a:xfrm>
            <a:off x="1179494" y="4990959"/>
            <a:ext cx="7024231" cy="461665"/>
          </a:xfrm>
          <a:prstGeom prst="rect">
            <a:avLst/>
          </a:prstGeom>
        </p:spPr>
        <p:txBody>
          <a:bodyPr wrap="none">
            <a:spAutoFit/>
          </a:bodyPr>
          <a:lstStyle/>
          <a:p>
            <a:pPr lvl="1">
              <a:lnSpc>
                <a:spcPct val="100000"/>
              </a:lnSpc>
            </a:pPr>
            <a:r>
              <a:rPr lang="en-US" altLang="en-US" sz="2400" dirty="0">
                <a:latin typeface="Arial" panose="020B0604020202020204" pitchFamily="34" charset="0"/>
                <a:cs typeface="Arial" panose="020B0604020202020204" pitchFamily="34" charset="0"/>
              </a:rPr>
              <a:t>Performance of company’s internal audit team</a:t>
            </a:r>
          </a:p>
        </p:txBody>
      </p:sp>
      <p:sp>
        <p:nvSpPr>
          <p:cNvPr id="2" name="TextBox 1">
            <a:extLst>
              <a:ext uri="{FF2B5EF4-FFF2-40B4-BE49-F238E27FC236}">
                <a16:creationId xmlns:a16="http://schemas.microsoft.com/office/drawing/2014/main" id="{8F093B17-6391-A641-8C64-9266B4CD2FA4}"/>
              </a:ext>
            </a:extLst>
          </p:cNvPr>
          <p:cNvSpPr txBox="1"/>
          <p:nvPr/>
        </p:nvSpPr>
        <p:spPr>
          <a:xfrm>
            <a:off x="76200" y="140494"/>
            <a:ext cx="6400800" cy="1231106"/>
          </a:xfrm>
          <a:prstGeom prst="rect">
            <a:avLst/>
          </a:prstGeom>
          <a:noFill/>
        </p:spPr>
        <p:txBody>
          <a:bodyPr wrap="square" rtlCol="0">
            <a:spAutoFit/>
          </a:bodyPr>
          <a:lstStyle/>
          <a:p>
            <a:r>
              <a:rPr lang="en-US" altLang="en-US" sz="3700" b="1" dirty="0">
                <a:solidFill>
                  <a:schemeClr val="bg1"/>
                </a:solidFill>
                <a:cs typeface="Arial" panose="020B0604020202020204" pitchFamily="34" charset="0"/>
              </a:rPr>
              <a:t>Compliance </a:t>
            </a:r>
            <a:r>
              <a:rPr lang="en-US" altLang="en-US" sz="3700" b="1" dirty="0" smtClean="0">
                <a:solidFill>
                  <a:schemeClr val="bg1"/>
                </a:solidFill>
                <a:cs typeface="Arial" panose="020B0604020202020204" pitchFamily="34" charset="0"/>
              </a:rPr>
              <a:t>(Cont’d)</a:t>
            </a:r>
            <a:endParaRPr lang="en-GB" altLang="en-US" sz="3700" b="1" dirty="0">
              <a:solidFill>
                <a:schemeClr val="bg1"/>
              </a:solidFill>
              <a:cs typeface="Arial" panose="020B0604020202020204" pitchFamily="34" charset="0"/>
            </a:endParaRPr>
          </a:p>
          <a:p>
            <a:endParaRPr lang="en-MM" sz="3700" dirty="0"/>
          </a:p>
        </p:txBody>
      </p:sp>
      <p:sp>
        <p:nvSpPr>
          <p:cNvPr id="3" name="Footer Placeholder 2">
            <a:extLst>
              <a:ext uri="{FF2B5EF4-FFF2-40B4-BE49-F238E27FC236}">
                <a16:creationId xmlns:a16="http://schemas.microsoft.com/office/drawing/2014/main" id="{F6B95615-9809-4A49-9AB7-88F326C69EE2}"/>
              </a:ext>
            </a:extLst>
          </p:cNvPr>
          <p:cNvSpPr>
            <a:spLocks noGrp="1"/>
          </p:cNvSpPr>
          <p:nvPr>
            <p:ph type="ftr" sz="quarter" idx="11"/>
          </p:nvPr>
        </p:nvSpPr>
        <p:spPr/>
        <p:txBody>
          <a:bodyPr/>
          <a:lstStyle/>
          <a:p>
            <a:r>
              <a:rPr lang="en-US" smtClean="0"/>
              <a:t>Myanmar Institute of Information Technology, MIIT</a:t>
            </a:r>
            <a:endParaRPr lang="en-US"/>
          </a:p>
        </p:txBody>
      </p:sp>
      <p:sp>
        <p:nvSpPr>
          <p:cNvPr id="5" name="Date Placeholder 4"/>
          <p:cNvSpPr>
            <a:spLocks noGrp="1"/>
          </p:cNvSpPr>
          <p:nvPr>
            <p:ph type="dt" sz="half" idx="10"/>
          </p:nvPr>
        </p:nvSpPr>
        <p:spPr/>
        <p:txBody>
          <a:bodyPr/>
          <a:lstStyle/>
          <a:p>
            <a:fld id="{5FE63C49-173C-4928-B987-F2932D360F23}" type="datetime1">
              <a:rPr lang="en-US" smtClean="0"/>
              <a:t>9/8/2025</a:t>
            </a:fld>
            <a:endParaRPr lang="en-US"/>
          </a:p>
        </p:txBody>
      </p:sp>
    </p:spTree>
    <p:extLst>
      <p:ext uri="{BB962C8B-B14F-4D97-AF65-F5344CB8AC3E}">
        <p14:creationId xmlns:p14="http://schemas.microsoft.com/office/powerpoint/2010/main" val="15359729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randombar(horizontal)">
                                      <p:cBhvr>
                                        <p:cTn id="7" dur="500"/>
                                        <p:tgtEl>
                                          <p:spTgt spid="21"/>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barn(inVertical)">
                                      <p:cBhvr>
                                        <p:cTn id="10" dur="500"/>
                                        <p:tgtEl>
                                          <p:spTgt spid="22"/>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barn(inVertical)">
                                      <p:cBhvr>
                                        <p:cTn id="15" dur="500"/>
                                        <p:tgtEl>
                                          <p:spTgt spid="23"/>
                                        </p:tgtEl>
                                      </p:cBhvr>
                                    </p:animEffect>
                                  </p:childTnLst>
                                </p:cTn>
                              </p:par>
                              <p:par>
                                <p:cTn id="16" presetID="16" presetClass="entr" presetSubtype="21"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barn(inVertical)">
                                      <p:cBhvr>
                                        <p:cTn id="18" dur="500"/>
                                        <p:tgtEl>
                                          <p:spTgt spid="9"/>
                                        </p:tgtEl>
                                      </p:cBhvr>
                                    </p:animEffect>
                                  </p:childTnLst>
                                </p:cTn>
                              </p:par>
                            </p:childTnLst>
                          </p:cTn>
                        </p:par>
                      </p:childTnLst>
                    </p:cTn>
                  </p:par>
                  <p:par>
                    <p:cTn id="19" fill="hold">
                      <p:stCondLst>
                        <p:cond delay="indefinite"/>
                      </p:stCondLst>
                      <p:childTnLst>
                        <p:par>
                          <p:cTn id="20" fill="hold">
                            <p:stCondLst>
                              <p:cond delay="0"/>
                            </p:stCondLst>
                            <p:childTnLst>
                              <p:par>
                                <p:cTn id="21" presetID="16" presetClass="entr" presetSubtype="21" fill="hold" grpId="0" nodeType="clickEffect">
                                  <p:stCondLst>
                                    <p:cond delay="0"/>
                                  </p:stCondLst>
                                  <p:childTnLst>
                                    <p:set>
                                      <p:cBhvr>
                                        <p:cTn id="22" dur="1" fill="hold">
                                          <p:stCondLst>
                                            <p:cond delay="0"/>
                                          </p:stCondLst>
                                        </p:cTn>
                                        <p:tgtEl>
                                          <p:spTgt spid="24"/>
                                        </p:tgtEl>
                                        <p:attrNameLst>
                                          <p:attrName>style.visibility</p:attrName>
                                        </p:attrNameLst>
                                      </p:cBhvr>
                                      <p:to>
                                        <p:strVal val="visible"/>
                                      </p:to>
                                    </p:set>
                                    <p:animEffect transition="in" filter="barn(inVertical)">
                                      <p:cBhvr>
                                        <p:cTn id="23" dur="500"/>
                                        <p:tgtEl>
                                          <p:spTgt spid="24"/>
                                        </p:tgtEl>
                                      </p:cBhvr>
                                    </p:animEffect>
                                  </p:childTnLst>
                                </p:cTn>
                              </p:par>
                              <p:par>
                                <p:cTn id="24" presetID="16" presetClass="entr" presetSubtype="21" fill="hold" grpId="0"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barn(inVertical)">
                                      <p:cBhvr>
                                        <p:cTn id="26" dur="500"/>
                                        <p:tgtEl>
                                          <p:spTgt spid="10"/>
                                        </p:tgtEl>
                                      </p:cBhvr>
                                    </p:animEffect>
                                  </p:childTnLst>
                                </p:cTn>
                              </p:par>
                            </p:childTnLst>
                          </p:cTn>
                        </p:par>
                      </p:childTnLst>
                    </p:cTn>
                  </p:par>
                  <p:par>
                    <p:cTn id="27" fill="hold">
                      <p:stCondLst>
                        <p:cond delay="indefinite"/>
                      </p:stCondLst>
                      <p:childTnLst>
                        <p:par>
                          <p:cTn id="28" fill="hold">
                            <p:stCondLst>
                              <p:cond delay="0"/>
                            </p:stCondLst>
                            <p:childTnLst>
                              <p:par>
                                <p:cTn id="29" presetID="16" presetClass="entr" presetSubtype="21" fill="hold" grpId="0" nodeType="clickEffect">
                                  <p:stCondLst>
                                    <p:cond delay="0"/>
                                  </p:stCondLst>
                                  <p:childTnLst>
                                    <p:set>
                                      <p:cBhvr>
                                        <p:cTn id="30" dur="1" fill="hold">
                                          <p:stCondLst>
                                            <p:cond delay="0"/>
                                          </p:stCondLst>
                                        </p:cTn>
                                        <p:tgtEl>
                                          <p:spTgt spid="25"/>
                                        </p:tgtEl>
                                        <p:attrNameLst>
                                          <p:attrName>style.visibility</p:attrName>
                                        </p:attrNameLst>
                                      </p:cBhvr>
                                      <p:to>
                                        <p:strVal val="visible"/>
                                      </p:to>
                                    </p:set>
                                    <p:animEffect transition="in" filter="barn(inVertical)">
                                      <p:cBhvr>
                                        <p:cTn id="31" dur="500"/>
                                        <p:tgtEl>
                                          <p:spTgt spid="25"/>
                                        </p:tgtEl>
                                      </p:cBhvr>
                                    </p:animEffect>
                                  </p:childTnLst>
                                </p:cTn>
                              </p:par>
                              <p:par>
                                <p:cTn id="32" presetID="16" presetClass="entr" presetSubtype="21" fill="hold" grpId="0" nodeType="with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barn(inVertical)">
                                      <p:cBhvr>
                                        <p:cTn id="34" dur="500"/>
                                        <p:tgtEl>
                                          <p:spTgt spid="11"/>
                                        </p:tgtEl>
                                      </p:cBhvr>
                                    </p:animEffect>
                                  </p:childTnLst>
                                </p:cTn>
                              </p:par>
                            </p:childTnLst>
                          </p:cTn>
                        </p:par>
                      </p:childTnLst>
                    </p:cTn>
                  </p:par>
                  <p:par>
                    <p:cTn id="35" fill="hold">
                      <p:stCondLst>
                        <p:cond delay="indefinite"/>
                      </p:stCondLst>
                      <p:childTnLst>
                        <p:par>
                          <p:cTn id="36" fill="hold">
                            <p:stCondLst>
                              <p:cond delay="0"/>
                            </p:stCondLst>
                            <p:childTnLst>
                              <p:par>
                                <p:cTn id="37" presetID="16" presetClass="entr" presetSubtype="21" fill="hold" grpId="0" nodeType="clickEffect">
                                  <p:stCondLst>
                                    <p:cond delay="0"/>
                                  </p:stCondLst>
                                  <p:childTnLst>
                                    <p:set>
                                      <p:cBhvr>
                                        <p:cTn id="38" dur="1" fill="hold">
                                          <p:stCondLst>
                                            <p:cond delay="0"/>
                                          </p:stCondLst>
                                        </p:cTn>
                                        <p:tgtEl>
                                          <p:spTgt spid="26"/>
                                        </p:tgtEl>
                                        <p:attrNameLst>
                                          <p:attrName>style.visibility</p:attrName>
                                        </p:attrNameLst>
                                      </p:cBhvr>
                                      <p:to>
                                        <p:strVal val="visible"/>
                                      </p:to>
                                    </p:set>
                                    <p:animEffect transition="in" filter="barn(inVertical)">
                                      <p:cBhvr>
                                        <p:cTn id="39" dur="500"/>
                                        <p:tgtEl>
                                          <p:spTgt spid="26"/>
                                        </p:tgtEl>
                                      </p:cBhvr>
                                    </p:animEffect>
                                  </p:childTnLst>
                                </p:cTn>
                              </p:par>
                              <p:par>
                                <p:cTn id="40" presetID="16" presetClass="entr" presetSubtype="21" fill="hold" grpId="0" nodeType="with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barn(inVertical)">
                                      <p:cBhvr>
                                        <p:cTn id="4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P spid="13" grpId="0"/>
      <p:bldP spid="21" grpId="0" animBg="1"/>
      <p:bldP spid="22" grpId="0"/>
      <p:bldP spid="23" grpId="0"/>
      <p:bldP spid="24" grpId="0"/>
      <p:bldP spid="25" grpId="0"/>
      <p:bldP spid="2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직사각형 19">
            <a:extLst>
              <a:ext uri="{FF2B5EF4-FFF2-40B4-BE49-F238E27FC236}">
                <a16:creationId xmlns:a16="http://schemas.microsoft.com/office/drawing/2014/main" id="{5A6DDA64-158E-934E-B340-9233D3234E7F}"/>
              </a:ext>
            </a:extLst>
          </p:cNvPr>
          <p:cNvSpPr/>
          <p:nvPr/>
        </p:nvSpPr>
        <p:spPr>
          <a:xfrm>
            <a:off x="60961" y="171450"/>
            <a:ext cx="13008863" cy="681988"/>
          </a:xfrm>
          <a:prstGeom prst="rect">
            <a:avLst/>
          </a:prstGeom>
          <a:solidFill>
            <a:schemeClr val="accent5">
              <a:lumMod val="75000"/>
            </a:schemeClr>
          </a:solidFill>
        </p:spPr>
        <p:txBody>
          <a:bodyPr wrap="square" lIns="111511" tIns="55756" rIns="111511" bIns="55756"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95585">
              <a:defRPr/>
            </a:pPr>
            <a:endParaRPr lang="en-US" altLang="ko-KR" sz="3700" b="1" kern="0" dirty="0">
              <a:solidFill>
                <a:schemeClr val="bg1"/>
              </a:solidFill>
              <a:latin typeface="Arial" panose="020B0604020202020204" pitchFamily="34" charset="0"/>
              <a:ea typeface="맑은 고딕" panose="020B0503020000020004" pitchFamily="34" charset="-127"/>
              <a:cs typeface="Arial" panose="020B0604020202020204" pitchFamily="34" charset="0"/>
            </a:endParaRPr>
          </a:p>
        </p:txBody>
      </p:sp>
      <p:sp>
        <p:nvSpPr>
          <p:cNvPr id="4" name="Slide Number Placeholder 3">
            <a:extLst>
              <a:ext uri="{FF2B5EF4-FFF2-40B4-BE49-F238E27FC236}">
                <a16:creationId xmlns:a16="http://schemas.microsoft.com/office/drawing/2014/main" id="{EE39CD3E-7BDF-4AE0-93B3-C49CA8F0D23F}"/>
              </a:ext>
            </a:extLst>
          </p:cNvPr>
          <p:cNvSpPr>
            <a:spLocks noGrp="1"/>
          </p:cNvSpPr>
          <p:nvPr>
            <p:ph type="sldNum" sz="quarter" idx="12"/>
          </p:nvPr>
        </p:nvSpPr>
        <p:spPr/>
        <p:txBody>
          <a:bodyPr/>
          <a:lstStyle/>
          <a:p>
            <a:fld id="{9B08F086-0AA8-4846-9116-C6B69902F758}" type="slidenum">
              <a:rPr lang="en-US" smtClean="0"/>
              <a:t>10</a:t>
            </a:fld>
            <a:endParaRPr lang="en-US"/>
          </a:p>
        </p:txBody>
      </p:sp>
      <p:sp>
        <p:nvSpPr>
          <p:cNvPr id="7" name="Rectangle 6">
            <a:extLst>
              <a:ext uri="{FF2B5EF4-FFF2-40B4-BE49-F238E27FC236}">
                <a16:creationId xmlns:a16="http://schemas.microsoft.com/office/drawing/2014/main" id="{1AE0106C-3769-4A7F-AE44-CBB712372B22}"/>
              </a:ext>
            </a:extLst>
          </p:cNvPr>
          <p:cNvSpPr/>
          <p:nvPr/>
        </p:nvSpPr>
        <p:spPr>
          <a:xfrm>
            <a:off x="0" y="1363539"/>
            <a:ext cx="7146388" cy="658520"/>
          </a:xfrm>
          <a:prstGeom prst="rect">
            <a:avLst/>
          </a:prstGeom>
          <a:solidFill>
            <a:srgbClr val="00B0F0"/>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3240"/>
          </a:p>
        </p:txBody>
      </p:sp>
      <p:sp>
        <p:nvSpPr>
          <p:cNvPr id="3" name="Rectangle 2">
            <a:extLst>
              <a:ext uri="{FF2B5EF4-FFF2-40B4-BE49-F238E27FC236}">
                <a16:creationId xmlns:a16="http://schemas.microsoft.com/office/drawing/2014/main" id="{A0E6076D-1CC5-4CCB-9B76-55A8F3AA8DD4}"/>
              </a:ext>
            </a:extLst>
          </p:cNvPr>
          <p:cNvSpPr/>
          <p:nvPr/>
        </p:nvSpPr>
        <p:spPr>
          <a:xfrm>
            <a:off x="182880" y="1267092"/>
            <a:ext cx="6747360" cy="674993"/>
          </a:xfrm>
          <a:prstGeom prst="rect">
            <a:avLst/>
          </a:prstGeom>
          <a:effectLst>
            <a:outerShdw blurRad="50800" dist="38100" dir="8100000" algn="tr" rotWithShape="0">
              <a:prstClr val="black">
                <a:alpha val="40000"/>
              </a:prstClr>
            </a:outerShdw>
          </a:effectLst>
        </p:spPr>
        <p:txBody>
          <a:bodyPr wrap="none">
            <a:spAutoFit/>
          </a:bodyPr>
          <a:lstStyle/>
          <a:p>
            <a:pPr>
              <a:lnSpc>
                <a:spcPct val="150000"/>
              </a:lnSpc>
            </a:pPr>
            <a:r>
              <a:rPr lang="en-US" altLang="en-US" sz="2880" dirty="0">
                <a:solidFill>
                  <a:schemeClr val="bg1"/>
                </a:solidFill>
                <a:latin typeface="Arial" panose="020B0604020202020204" pitchFamily="34" charset="0"/>
                <a:cs typeface="Arial" panose="020B0604020202020204" pitchFamily="34" charset="0"/>
              </a:rPr>
              <a:t>Internal audit committee responsibilities:</a:t>
            </a:r>
          </a:p>
        </p:txBody>
      </p:sp>
      <p:sp>
        <p:nvSpPr>
          <p:cNvPr id="9" name="TextBox 8">
            <a:extLst>
              <a:ext uri="{FF2B5EF4-FFF2-40B4-BE49-F238E27FC236}">
                <a16:creationId xmlns:a16="http://schemas.microsoft.com/office/drawing/2014/main" id="{86799660-ED15-4BC6-95CC-D81AAFAE2A41}"/>
              </a:ext>
            </a:extLst>
          </p:cNvPr>
          <p:cNvSpPr txBox="1"/>
          <p:nvPr/>
        </p:nvSpPr>
        <p:spPr>
          <a:xfrm>
            <a:off x="663850" y="2171484"/>
            <a:ext cx="625685" cy="498598"/>
          </a:xfrm>
          <a:prstGeom prst="rect">
            <a:avLst/>
          </a:prstGeom>
          <a:noFill/>
        </p:spPr>
        <p:txBody>
          <a:bodyPr wrap="square" rtlCol="0" anchor="ctr">
            <a:spAutoFit/>
          </a:bodyPr>
          <a:lstStyle/>
          <a:p>
            <a:pPr algn="ctr" latinLnBrk="1"/>
            <a:r>
              <a:rPr lang="en-US" altLang="ko-KR" sz="2640" b="1" dirty="0">
                <a:solidFill>
                  <a:srgbClr val="00B0F0"/>
                </a:solidFill>
                <a:latin typeface="Arial"/>
                <a:cs typeface="Arial" pitchFamily="34" charset="0"/>
              </a:rPr>
              <a:t>01</a:t>
            </a:r>
            <a:endParaRPr lang="ko-KR" altLang="en-US" sz="2640" b="1" dirty="0">
              <a:solidFill>
                <a:srgbClr val="00B0F0"/>
              </a:solidFill>
              <a:latin typeface="Arial"/>
              <a:cs typeface="Arial" pitchFamily="34" charset="0"/>
            </a:endParaRPr>
          </a:p>
        </p:txBody>
      </p:sp>
      <p:sp>
        <p:nvSpPr>
          <p:cNvPr id="10" name="TextBox 9">
            <a:extLst>
              <a:ext uri="{FF2B5EF4-FFF2-40B4-BE49-F238E27FC236}">
                <a16:creationId xmlns:a16="http://schemas.microsoft.com/office/drawing/2014/main" id="{ABF995E5-DB7D-4151-A91E-60B4D4D6E1BC}"/>
              </a:ext>
            </a:extLst>
          </p:cNvPr>
          <p:cNvSpPr txBox="1"/>
          <p:nvPr/>
        </p:nvSpPr>
        <p:spPr>
          <a:xfrm>
            <a:off x="670021" y="2869145"/>
            <a:ext cx="625685" cy="498598"/>
          </a:xfrm>
          <a:prstGeom prst="rect">
            <a:avLst/>
          </a:prstGeom>
          <a:noFill/>
        </p:spPr>
        <p:txBody>
          <a:bodyPr wrap="square" rtlCol="0" anchor="ctr">
            <a:spAutoFit/>
          </a:bodyPr>
          <a:lstStyle/>
          <a:p>
            <a:pPr algn="ctr" latinLnBrk="1"/>
            <a:r>
              <a:rPr lang="en-US" altLang="ko-KR" sz="2640" b="1" dirty="0">
                <a:solidFill>
                  <a:srgbClr val="00B0F0"/>
                </a:solidFill>
                <a:latin typeface="Arial"/>
                <a:cs typeface="Arial" pitchFamily="34" charset="0"/>
              </a:rPr>
              <a:t>02</a:t>
            </a:r>
            <a:endParaRPr lang="ko-KR" altLang="en-US" sz="2640" b="1" dirty="0">
              <a:solidFill>
                <a:srgbClr val="00B0F0"/>
              </a:solidFill>
              <a:latin typeface="Arial"/>
              <a:cs typeface="Arial" pitchFamily="34" charset="0"/>
            </a:endParaRPr>
          </a:p>
        </p:txBody>
      </p:sp>
      <p:sp>
        <p:nvSpPr>
          <p:cNvPr id="11" name="TextBox 10">
            <a:extLst>
              <a:ext uri="{FF2B5EF4-FFF2-40B4-BE49-F238E27FC236}">
                <a16:creationId xmlns:a16="http://schemas.microsoft.com/office/drawing/2014/main" id="{8376548B-5E09-42EC-BD9B-465A58828A67}"/>
              </a:ext>
            </a:extLst>
          </p:cNvPr>
          <p:cNvSpPr txBox="1"/>
          <p:nvPr/>
        </p:nvSpPr>
        <p:spPr>
          <a:xfrm flipH="1">
            <a:off x="634564" y="3557535"/>
            <a:ext cx="680548" cy="498598"/>
          </a:xfrm>
          <a:prstGeom prst="rect">
            <a:avLst/>
          </a:prstGeom>
          <a:noFill/>
        </p:spPr>
        <p:txBody>
          <a:bodyPr wrap="square" rtlCol="0" anchor="ctr">
            <a:spAutoFit/>
          </a:bodyPr>
          <a:lstStyle/>
          <a:p>
            <a:pPr algn="ctr" latinLnBrk="1"/>
            <a:r>
              <a:rPr lang="en-US" altLang="ko-KR" sz="2640" b="1" dirty="0">
                <a:solidFill>
                  <a:srgbClr val="00B0F0"/>
                </a:solidFill>
                <a:latin typeface="Arial"/>
                <a:cs typeface="Arial" pitchFamily="34" charset="0"/>
              </a:rPr>
              <a:t>03</a:t>
            </a:r>
            <a:endParaRPr lang="ko-KR" altLang="en-US" sz="2640" b="1" dirty="0">
              <a:solidFill>
                <a:srgbClr val="00B0F0"/>
              </a:solidFill>
              <a:latin typeface="Arial"/>
              <a:cs typeface="Arial" pitchFamily="34" charset="0"/>
            </a:endParaRPr>
          </a:p>
        </p:txBody>
      </p:sp>
      <p:sp>
        <p:nvSpPr>
          <p:cNvPr id="13" name="TextBox 12">
            <a:extLst>
              <a:ext uri="{FF2B5EF4-FFF2-40B4-BE49-F238E27FC236}">
                <a16:creationId xmlns:a16="http://schemas.microsoft.com/office/drawing/2014/main" id="{79D50392-DA6B-4CDB-8B7D-B16945A673DE}"/>
              </a:ext>
            </a:extLst>
          </p:cNvPr>
          <p:cNvSpPr txBox="1"/>
          <p:nvPr/>
        </p:nvSpPr>
        <p:spPr>
          <a:xfrm>
            <a:off x="678751" y="4208117"/>
            <a:ext cx="625685" cy="498598"/>
          </a:xfrm>
          <a:prstGeom prst="rect">
            <a:avLst/>
          </a:prstGeom>
          <a:noFill/>
        </p:spPr>
        <p:txBody>
          <a:bodyPr wrap="square" rtlCol="0" anchor="ctr">
            <a:spAutoFit/>
          </a:bodyPr>
          <a:lstStyle/>
          <a:p>
            <a:pPr algn="ctr" latinLnBrk="1"/>
            <a:r>
              <a:rPr lang="en-US" altLang="ko-KR" sz="2640" b="1" dirty="0">
                <a:solidFill>
                  <a:srgbClr val="00B0F0"/>
                </a:solidFill>
                <a:latin typeface="Arial"/>
                <a:cs typeface="Arial" pitchFamily="34" charset="0"/>
              </a:rPr>
              <a:t>04</a:t>
            </a:r>
            <a:endParaRPr lang="ko-KR" altLang="en-US" sz="2640" b="1" dirty="0">
              <a:solidFill>
                <a:srgbClr val="00B0F0"/>
              </a:solidFill>
              <a:latin typeface="Arial"/>
              <a:cs typeface="Arial" pitchFamily="34" charset="0"/>
            </a:endParaRPr>
          </a:p>
        </p:txBody>
      </p:sp>
      <p:sp>
        <p:nvSpPr>
          <p:cNvPr id="14" name="TextBox 13">
            <a:extLst>
              <a:ext uri="{FF2B5EF4-FFF2-40B4-BE49-F238E27FC236}">
                <a16:creationId xmlns:a16="http://schemas.microsoft.com/office/drawing/2014/main" id="{F1857EBA-F709-461A-B6ED-09AA0D526A58}"/>
              </a:ext>
            </a:extLst>
          </p:cNvPr>
          <p:cNvSpPr txBox="1"/>
          <p:nvPr/>
        </p:nvSpPr>
        <p:spPr>
          <a:xfrm>
            <a:off x="661994" y="5135699"/>
            <a:ext cx="625685" cy="498598"/>
          </a:xfrm>
          <a:prstGeom prst="rect">
            <a:avLst/>
          </a:prstGeom>
          <a:noFill/>
        </p:spPr>
        <p:txBody>
          <a:bodyPr wrap="square" rtlCol="0" anchor="ctr">
            <a:spAutoFit/>
          </a:bodyPr>
          <a:lstStyle/>
          <a:p>
            <a:pPr algn="ctr" latinLnBrk="1"/>
            <a:r>
              <a:rPr lang="en-US" altLang="ko-KR" sz="2640" b="1" dirty="0">
                <a:solidFill>
                  <a:srgbClr val="00B0F0"/>
                </a:solidFill>
                <a:latin typeface="Arial"/>
                <a:cs typeface="Arial" pitchFamily="34" charset="0"/>
              </a:rPr>
              <a:t>05</a:t>
            </a:r>
            <a:endParaRPr lang="ko-KR" altLang="en-US" sz="2640" b="1" dirty="0">
              <a:solidFill>
                <a:srgbClr val="00B0F0"/>
              </a:solidFill>
              <a:latin typeface="Arial"/>
              <a:cs typeface="Arial" pitchFamily="34" charset="0"/>
            </a:endParaRPr>
          </a:p>
        </p:txBody>
      </p:sp>
      <p:sp>
        <p:nvSpPr>
          <p:cNvPr id="8" name="Rectangle 7">
            <a:extLst>
              <a:ext uri="{FF2B5EF4-FFF2-40B4-BE49-F238E27FC236}">
                <a16:creationId xmlns:a16="http://schemas.microsoft.com/office/drawing/2014/main" id="{32AF7DD0-AA2E-4B0C-A63B-1E890784D1B7}"/>
              </a:ext>
            </a:extLst>
          </p:cNvPr>
          <p:cNvSpPr/>
          <p:nvPr/>
        </p:nvSpPr>
        <p:spPr>
          <a:xfrm>
            <a:off x="735150" y="2193794"/>
            <a:ext cx="11081712" cy="461665"/>
          </a:xfrm>
          <a:prstGeom prst="rect">
            <a:avLst/>
          </a:prstGeom>
        </p:spPr>
        <p:txBody>
          <a:bodyPr wrap="square">
            <a:spAutoFit/>
          </a:bodyPr>
          <a:lstStyle/>
          <a:p>
            <a:pPr lvl="1" algn="just">
              <a:lnSpc>
                <a:spcPct val="100000"/>
              </a:lnSpc>
            </a:pPr>
            <a:r>
              <a:rPr lang="en-US" altLang="en-US" sz="2400" dirty="0">
                <a:latin typeface="Arial" panose="020B0604020202020204" pitchFamily="34" charset="0"/>
                <a:cs typeface="Arial" panose="020B0604020202020204" pitchFamily="34" charset="0"/>
              </a:rPr>
              <a:t>Determine that internal systems and controls are adequate and effective</a:t>
            </a:r>
          </a:p>
        </p:txBody>
      </p:sp>
      <p:sp>
        <p:nvSpPr>
          <p:cNvPr id="17" name="Rectangle 16">
            <a:extLst>
              <a:ext uri="{FF2B5EF4-FFF2-40B4-BE49-F238E27FC236}">
                <a16:creationId xmlns:a16="http://schemas.microsoft.com/office/drawing/2014/main" id="{92EC61AA-0D1C-43B0-B65E-072C46BFC692}"/>
              </a:ext>
            </a:extLst>
          </p:cNvPr>
          <p:cNvSpPr/>
          <p:nvPr/>
        </p:nvSpPr>
        <p:spPr>
          <a:xfrm>
            <a:off x="719251" y="2912526"/>
            <a:ext cx="12996750" cy="461665"/>
          </a:xfrm>
          <a:prstGeom prst="rect">
            <a:avLst/>
          </a:prstGeom>
        </p:spPr>
        <p:txBody>
          <a:bodyPr wrap="square">
            <a:spAutoFit/>
          </a:bodyPr>
          <a:lstStyle/>
          <a:p>
            <a:pPr lvl="1" algn="just">
              <a:lnSpc>
                <a:spcPct val="100000"/>
              </a:lnSpc>
            </a:pPr>
            <a:r>
              <a:rPr lang="en-US" altLang="en-US" sz="2400" dirty="0">
                <a:latin typeface="Arial" panose="020B0604020202020204" pitchFamily="34" charset="0"/>
                <a:cs typeface="Arial" panose="020B0604020202020204" pitchFamily="34" charset="0"/>
              </a:rPr>
              <a:t>Verify existence of company assets and maintain proper safeguards over their protection</a:t>
            </a:r>
          </a:p>
        </p:txBody>
      </p:sp>
      <p:sp>
        <p:nvSpPr>
          <p:cNvPr id="18" name="Rectangle 17">
            <a:extLst>
              <a:ext uri="{FF2B5EF4-FFF2-40B4-BE49-F238E27FC236}">
                <a16:creationId xmlns:a16="http://schemas.microsoft.com/office/drawing/2014/main" id="{E1C925ED-B2C5-4E6F-B45B-A147F3D99738}"/>
              </a:ext>
            </a:extLst>
          </p:cNvPr>
          <p:cNvSpPr/>
          <p:nvPr/>
        </p:nvSpPr>
        <p:spPr>
          <a:xfrm>
            <a:off x="711557" y="3563488"/>
            <a:ext cx="12061908" cy="461665"/>
          </a:xfrm>
          <a:prstGeom prst="rect">
            <a:avLst/>
          </a:prstGeom>
        </p:spPr>
        <p:txBody>
          <a:bodyPr wrap="square">
            <a:spAutoFit/>
          </a:bodyPr>
          <a:lstStyle/>
          <a:p>
            <a:pPr lvl="1" algn="just">
              <a:lnSpc>
                <a:spcPct val="100000"/>
              </a:lnSpc>
            </a:pPr>
            <a:r>
              <a:rPr lang="en-US" altLang="en-US" sz="2400" dirty="0">
                <a:latin typeface="Arial" panose="020B0604020202020204" pitchFamily="34" charset="0"/>
                <a:cs typeface="Arial" panose="020B0604020202020204" pitchFamily="34" charset="0"/>
              </a:rPr>
              <a:t>Measure the organization’s compliance with its own policies and procedures</a:t>
            </a:r>
          </a:p>
        </p:txBody>
      </p:sp>
      <p:sp>
        <p:nvSpPr>
          <p:cNvPr id="19" name="Rectangle 18">
            <a:extLst>
              <a:ext uri="{FF2B5EF4-FFF2-40B4-BE49-F238E27FC236}">
                <a16:creationId xmlns:a16="http://schemas.microsoft.com/office/drawing/2014/main" id="{8DFC3888-FB36-49BB-B461-9735CB0BB299}"/>
              </a:ext>
            </a:extLst>
          </p:cNvPr>
          <p:cNvSpPr/>
          <p:nvPr/>
        </p:nvSpPr>
        <p:spPr>
          <a:xfrm>
            <a:off x="717732" y="4229010"/>
            <a:ext cx="12787253" cy="830997"/>
          </a:xfrm>
          <a:prstGeom prst="rect">
            <a:avLst/>
          </a:prstGeom>
        </p:spPr>
        <p:txBody>
          <a:bodyPr wrap="square">
            <a:spAutoFit/>
          </a:bodyPr>
          <a:lstStyle/>
          <a:p>
            <a:pPr lvl="1" algn="just">
              <a:lnSpc>
                <a:spcPct val="100000"/>
              </a:lnSpc>
            </a:pPr>
            <a:r>
              <a:rPr lang="en-US" altLang="en-US" sz="2400" dirty="0">
                <a:latin typeface="Arial" panose="020B0604020202020204" pitchFamily="34" charset="0"/>
                <a:cs typeface="Arial" panose="020B0604020202020204" pitchFamily="34" charset="0"/>
              </a:rPr>
              <a:t>Insure that institutional policies and procedures, appropriate laws, and good practices are followed</a:t>
            </a:r>
          </a:p>
        </p:txBody>
      </p:sp>
      <p:sp>
        <p:nvSpPr>
          <p:cNvPr id="20" name="Rectangle 19">
            <a:extLst>
              <a:ext uri="{FF2B5EF4-FFF2-40B4-BE49-F238E27FC236}">
                <a16:creationId xmlns:a16="http://schemas.microsoft.com/office/drawing/2014/main" id="{F329B227-248B-4EDD-B819-954E0F79DBD6}"/>
              </a:ext>
            </a:extLst>
          </p:cNvPr>
          <p:cNvSpPr/>
          <p:nvPr/>
        </p:nvSpPr>
        <p:spPr>
          <a:xfrm>
            <a:off x="687433" y="5151841"/>
            <a:ext cx="12705010" cy="830997"/>
          </a:xfrm>
          <a:prstGeom prst="rect">
            <a:avLst/>
          </a:prstGeom>
        </p:spPr>
        <p:txBody>
          <a:bodyPr wrap="square">
            <a:spAutoFit/>
          </a:bodyPr>
          <a:lstStyle/>
          <a:p>
            <a:pPr lvl="1" algn="just">
              <a:lnSpc>
                <a:spcPct val="100000"/>
              </a:lnSpc>
            </a:pPr>
            <a:r>
              <a:rPr lang="en-US" altLang="en-US" sz="2400" dirty="0">
                <a:latin typeface="Arial" panose="020B0604020202020204" pitchFamily="34" charset="0"/>
                <a:cs typeface="Arial" panose="020B0604020202020204" pitchFamily="34" charset="0"/>
              </a:rPr>
              <a:t>Evaluate adequacy and reliability of information available for management decision making</a:t>
            </a:r>
          </a:p>
        </p:txBody>
      </p:sp>
      <p:pic>
        <p:nvPicPr>
          <p:cNvPr id="5" name="Picture 4">
            <a:extLst>
              <a:ext uri="{FF2B5EF4-FFF2-40B4-BE49-F238E27FC236}">
                <a16:creationId xmlns:a16="http://schemas.microsoft.com/office/drawing/2014/main" id="{1869528B-B0C6-4B72-8178-33F5338F3F0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17051" y="6042799"/>
            <a:ext cx="3198149" cy="1542210"/>
          </a:xfrm>
          <a:prstGeom prst="rect">
            <a:avLst/>
          </a:prstGeom>
          <a:ln>
            <a:noFill/>
          </a:ln>
          <a:effectLst>
            <a:outerShdw blurRad="292100" dist="139700" dir="2700000" algn="tl" rotWithShape="0">
              <a:srgbClr val="333333">
                <a:alpha val="65000"/>
              </a:srgbClr>
            </a:outerShdw>
          </a:effectLst>
        </p:spPr>
      </p:pic>
      <p:sp>
        <p:nvSpPr>
          <p:cNvPr id="2" name="TextBox 1">
            <a:extLst>
              <a:ext uri="{FF2B5EF4-FFF2-40B4-BE49-F238E27FC236}">
                <a16:creationId xmlns:a16="http://schemas.microsoft.com/office/drawing/2014/main" id="{F463E36A-D2C0-3443-885A-0754FAD37DAD}"/>
              </a:ext>
            </a:extLst>
          </p:cNvPr>
          <p:cNvSpPr txBox="1"/>
          <p:nvPr/>
        </p:nvSpPr>
        <p:spPr>
          <a:xfrm>
            <a:off x="76200" y="176480"/>
            <a:ext cx="5532120" cy="661720"/>
          </a:xfrm>
          <a:prstGeom prst="rect">
            <a:avLst/>
          </a:prstGeom>
          <a:noFill/>
        </p:spPr>
        <p:txBody>
          <a:bodyPr wrap="square" rtlCol="0">
            <a:spAutoFit/>
          </a:bodyPr>
          <a:lstStyle/>
          <a:p>
            <a:r>
              <a:rPr lang="en-US" altLang="en-US" sz="3700" b="1" dirty="0">
                <a:solidFill>
                  <a:schemeClr val="bg1"/>
                </a:solidFill>
                <a:cs typeface="Arial" panose="020B0604020202020204" pitchFamily="34" charset="0"/>
              </a:rPr>
              <a:t>Compliance </a:t>
            </a:r>
            <a:r>
              <a:rPr lang="en-US" altLang="en-US" sz="3700" b="1" dirty="0" smtClean="0">
                <a:solidFill>
                  <a:schemeClr val="bg1"/>
                </a:solidFill>
                <a:cs typeface="Arial" panose="020B0604020202020204" pitchFamily="34" charset="0"/>
              </a:rPr>
              <a:t>(Cont’d)</a:t>
            </a:r>
            <a:endParaRPr lang="en-GB" altLang="en-US" sz="3700" b="1" dirty="0">
              <a:solidFill>
                <a:schemeClr val="bg1"/>
              </a:solidFill>
              <a:cs typeface="Arial" panose="020B0604020202020204" pitchFamily="34" charset="0"/>
            </a:endParaRPr>
          </a:p>
        </p:txBody>
      </p:sp>
      <p:sp>
        <p:nvSpPr>
          <p:cNvPr id="6" name="Footer Placeholder 5">
            <a:extLst>
              <a:ext uri="{FF2B5EF4-FFF2-40B4-BE49-F238E27FC236}">
                <a16:creationId xmlns:a16="http://schemas.microsoft.com/office/drawing/2014/main" id="{25664DA1-C109-E04A-AF3F-63715DB68059}"/>
              </a:ext>
            </a:extLst>
          </p:cNvPr>
          <p:cNvSpPr>
            <a:spLocks noGrp="1"/>
          </p:cNvSpPr>
          <p:nvPr>
            <p:ph type="ftr" sz="quarter" idx="11"/>
          </p:nvPr>
        </p:nvSpPr>
        <p:spPr/>
        <p:txBody>
          <a:bodyPr/>
          <a:lstStyle/>
          <a:p>
            <a:r>
              <a:rPr lang="en-US" smtClean="0"/>
              <a:t>Myanmar Institute of Information Technology, MIIT</a:t>
            </a:r>
            <a:endParaRPr lang="en-US"/>
          </a:p>
        </p:txBody>
      </p:sp>
      <p:sp>
        <p:nvSpPr>
          <p:cNvPr id="12" name="Date Placeholder 11"/>
          <p:cNvSpPr>
            <a:spLocks noGrp="1"/>
          </p:cNvSpPr>
          <p:nvPr>
            <p:ph type="dt" sz="half" idx="10"/>
          </p:nvPr>
        </p:nvSpPr>
        <p:spPr/>
        <p:txBody>
          <a:bodyPr/>
          <a:lstStyle/>
          <a:p>
            <a:fld id="{DA149037-0EFB-4FF3-AD00-D6DF3258646E}" type="datetime1">
              <a:rPr lang="en-US" smtClean="0"/>
              <a:t>9/8/2025</a:t>
            </a:fld>
            <a:endParaRPr lang="en-US"/>
          </a:p>
        </p:txBody>
      </p:sp>
    </p:spTree>
    <p:extLst>
      <p:ext uri="{BB962C8B-B14F-4D97-AF65-F5344CB8AC3E}">
        <p14:creationId xmlns:p14="http://schemas.microsoft.com/office/powerpoint/2010/main" val="15768429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barn(inVertical)">
                                      <p:cBhvr>
                                        <p:cTn id="10" dur="500"/>
                                        <p:tgtEl>
                                          <p:spTgt spid="7"/>
                                        </p:tgtEl>
                                      </p:cBhvr>
                                    </p:animEffect>
                                  </p:childTnLst>
                                </p:cTn>
                              </p:par>
                              <p:par>
                                <p:cTn id="11" presetID="53" presetClass="entr" presetSubtype="16" fill="hold" nodeType="with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p:cTn id="13" dur="500" fill="hold"/>
                                        <p:tgtEl>
                                          <p:spTgt spid="5"/>
                                        </p:tgtEl>
                                        <p:attrNameLst>
                                          <p:attrName>ppt_w</p:attrName>
                                        </p:attrNameLst>
                                      </p:cBhvr>
                                      <p:tavLst>
                                        <p:tav tm="0">
                                          <p:val>
                                            <p:fltVal val="0"/>
                                          </p:val>
                                        </p:tav>
                                        <p:tav tm="100000">
                                          <p:val>
                                            <p:strVal val="#ppt_w"/>
                                          </p:val>
                                        </p:tav>
                                      </p:tavLst>
                                    </p:anim>
                                    <p:anim calcmode="lin" valueType="num">
                                      <p:cBhvr>
                                        <p:cTn id="14" dur="500" fill="hold"/>
                                        <p:tgtEl>
                                          <p:spTgt spid="5"/>
                                        </p:tgtEl>
                                        <p:attrNameLst>
                                          <p:attrName>ppt_h</p:attrName>
                                        </p:attrNameLst>
                                      </p:cBhvr>
                                      <p:tavLst>
                                        <p:tav tm="0">
                                          <p:val>
                                            <p:fltVal val="0"/>
                                          </p:val>
                                        </p:tav>
                                        <p:tav tm="100000">
                                          <p:val>
                                            <p:strVal val="#ppt_h"/>
                                          </p:val>
                                        </p:tav>
                                      </p:tavLst>
                                    </p:anim>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grpId="0" nodeType="click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barn(inVertical)">
                                      <p:cBhvr>
                                        <p:cTn id="20" dur="500"/>
                                        <p:tgtEl>
                                          <p:spTgt spid="8"/>
                                        </p:tgtEl>
                                      </p:cBhvr>
                                    </p:animEffect>
                                  </p:childTnLst>
                                </p:cTn>
                              </p:par>
                              <p:par>
                                <p:cTn id="21" presetID="16" presetClass="entr" presetSubtype="21"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barn(inVertical)">
                                      <p:cBhvr>
                                        <p:cTn id="23" dur="500"/>
                                        <p:tgtEl>
                                          <p:spTgt spid="9"/>
                                        </p:tgtEl>
                                      </p:cBhvr>
                                    </p:animEffect>
                                  </p:childTnLst>
                                </p:cTn>
                              </p:par>
                            </p:childTnLst>
                          </p:cTn>
                        </p:par>
                      </p:childTnLst>
                    </p:cTn>
                  </p:par>
                  <p:par>
                    <p:cTn id="24" fill="hold">
                      <p:stCondLst>
                        <p:cond delay="indefinite"/>
                      </p:stCondLst>
                      <p:childTnLst>
                        <p:par>
                          <p:cTn id="25" fill="hold">
                            <p:stCondLst>
                              <p:cond delay="0"/>
                            </p:stCondLst>
                            <p:childTnLst>
                              <p:par>
                                <p:cTn id="26" presetID="16" presetClass="entr" presetSubtype="21"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barn(inVertical)">
                                      <p:cBhvr>
                                        <p:cTn id="28" dur="500"/>
                                        <p:tgtEl>
                                          <p:spTgt spid="17"/>
                                        </p:tgtEl>
                                      </p:cBhvr>
                                    </p:animEffect>
                                  </p:childTnLst>
                                </p:cTn>
                              </p:par>
                              <p:par>
                                <p:cTn id="29" presetID="16" presetClass="entr" presetSubtype="21"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barn(inVertical)">
                                      <p:cBhvr>
                                        <p:cTn id="31" dur="500"/>
                                        <p:tgtEl>
                                          <p:spTgt spid="10"/>
                                        </p:tgtEl>
                                      </p:cBhvr>
                                    </p:animEffect>
                                  </p:childTnLst>
                                </p:cTn>
                              </p:par>
                            </p:childTnLst>
                          </p:cTn>
                        </p:par>
                      </p:childTnLst>
                    </p:cTn>
                  </p:par>
                  <p:par>
                    <p:cTn id="32" fill="hold">
                      <p:stCondLst>
                        <p:cond delay="indefinite"/>
                      </p:stCondLst>
                      <p:childTnLst>
                        <p:par>
                          <p:cTn id="33" fill="hold">
                            <p:stCondLst>
                              <p:cond delay="0"/>
                            </p:stCondLst>
                            <p:childTnLst>
                              <p:par>
                                <p:cTn id="34" presetID="16" presetClass="entr" presetSubtype="21" fill="hold" grpId="0" nodeType="clickEffect">
                                  <p:stCondLst>
                                    <p:cond delay="0"/>
                                  </p:stCondLst>
                                  <p:childTnLst>
                                    <p:set>
                                      <p:cBhvr>
                                        <p:cTn id="35" dur="1" fill="hold">
                                          <p:stCondLst>
                                            <p:cond delay="0"/>
                                          </p:stCondLst>
                                        </p:cTn>
                                        <p:tgtEl>
                                          <p:spTgt spid="18"/>
                                        </p:tgtEl>
                                        <p:attrNameLst>
                                          <p:attrName>style.visibility</p:attrName>
                                        </p:attrNameLst>
                                      </p:cBhvr>
                                      <p:to>
                                        <p:strVal val="visible"/>
                                      </p:to>
                                    </p:set>
                                    <p:animEffect transition="in" filter="barn(inVertical)">
                                      <p:cBhvr>
                                        <p:cTn id="36" dur="500"/>
                                        <p:tgtEl>
                                          <p:spTgt spid="18"/>
                                        </p:tgtEl>
                                      </p:cBhvr>
                                    </p:animEffect>
                                  </p:childTnLst>
                                </p:cTn>
                              </p:par>
                              <p:par>
                                <p:cTn id="37" presetID="16" presetClass="entr" presetSubtype="21" fill="hold" grpId="0" nodeType="with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barn(inVertical)">
                                      <p:cBhvr>
                                        <p:cTn id="39" dur="500"/>
                                        <p:tgtEl>
                                          <p:spTgt spid="11"/>
                                        </p:tgtEl>
                                      </p:cBhvr>
                                    </p:animEffect>
                                  </p:childTnLst>
                                </p:cTn>
                              </p:par>
                            </p:childTnLst>
                          </p:cTn>
                        </p:par>
                      </p:childTnLst>
                    </p:cTn>
                  </p:par>
                  <p:par>
                    <p:cTn id="40" fill="hold">
                      <p:stCondLst>
                        <p:cond delay="indefinite"/>
                      </p:stCondLst>
                      <p:childTnLst>
                        <p:par>
                          <p:cTn id="41" fill="hold">
                            <p:stCondLst>
                              <p:cond delay="0"/>
                            </p:stCondLst>
                            <p:childTnLst>
                              <p:par>
                                <p:cTn id="42" presetID="16" presetClass="entr" presetSubtype="21" fill="hold" grpId="0" nodeType="click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barn(inVertical)">
                                      <p:cBhvr>
                                        <p:cTn id="44" dur="500"/>
                                        <p:tgtEl>
                                          <p:spTgt spid="19"/>
                                        </p:tgtEl>
                                      </p:cBhvr>
                                    </p:animEffect>
                                  </p:childTnLst>
                                </p:cTn>
                              </p:par>
                              <p:par>
                                <p:cTn id="45" presetID="16" presetClass="entr" presetSubtype="21" fill="hold" grpId="0" nodeType="with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barn(inVertical)">
                                      <p:cBhvr>
                                        <p:cTn id="47" dur="500"/>
                                        <p:tgtEl>
                                          <p:spTgt spid="13"/>
                                        </p:tgtEl>
                                      </p:cBhvr>
                                    </p:animEffect>
                                  </p:childTnLst>
                                </p:cTn>
                              </p:par>
                            </p:childTnLst>
                          </p:cTn>
                        </p:par>
                      </p:childTnLst>
                    </p:cTn>
                  </p:par>
                  <p:par>
                    <p:cTn id="48" fill="hold">
                      <p:stCondLst>
                        <p:cond delay="indefinite"/>
                      </p:stCondLst>
                      <p:childTnLst>
                        <p:par>
                          <p:cTn id="49" fill="hold">
                            <p:stCondLst>
                              <p:cond delay="0"/>
                            </p:stCondLst>
                            <p:childTnLst>
                              <p:par>
                                <p:cTn id="50" presetID="16" presetClass="entr" presetSubtype="21" fill="hold" grpId="0"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barn(inVertical)">
                                      <p:cBhvr>
                                        <p:cTn id="52" dur="500"/>
                                        <p:tgtEl>
                                          <p:spTgt spid="20"/>
                                        </p:tgtEl>
                                      </p:cBhvr>
                                    </p:animEffect>
                                  </p:childTnLst>
                                </p:cTn>
                              </p:par>
                              <p:par>
                                <p:cTn id="53" presetID="16" presetClass="entr" presetSubtype="21" fill="hold" grpId="0" nodeType="withEffect">
                                  <p:stCondLst>
                                    <p:cond delay="0"/>
                                  </p:stCondLst>
                                  <p:childTnLst>
                                    <p:set>
                                      <p:cBhvr>
                                        <p:cTn id="54" dur="1" fill="hold">
                                          <p:stCondLst>
                                            <p:cond delay="0"/>
                                          </p:stCondLst>
                                        </p:cTn>
                                        <p:tgtEl>
                                          <p:spTgt spid="14"/>
                                        </p:tgtEl>
                                        <p:attrNameLst>
                                          <p:attrName>style.visibility</p:attrName>
                                        </p:attrNameLst>
                                      </p:cBhvr>
                                      <p:to>
                                        <p:strVal val="visible"/>
                                      </p:to>
                                    </p:set>
                                    <p:animEffect transition="in" filter="barn(inVertical)">
                                      <p:cBhvr>
                                        <p:cTn id="55"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3" grpId="0"/>
      <p:bldP spid="9" grpId="0"/>
      <p:bldP spid="10" grpId="0"/>
      <p:bldP spid="11" grpId="0"/>
      <p:bldP spid="13" grpId="0"/>
      <p:bldP spid="14" grpId="0"/>
      <p:bldP spid="8" grpId="0"/>
      <p:bldP spid="17" grpId="0"/>
      <p:bldP spid="18" grpId="0"/>
      <p:bldP spid="19" grpId="0"/>
      <p:bldP spid="2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직사각형 19">
            <a:extLst>
              <a:ext uri="{FF2B5EF4-FFF2-40B4-BE49-F238E27FC236}">
                <a16:creationId xmlns:a16="http://schemas.microsoft.com/office/drawing/2014/main" id="{5FC5E2DD-09AE-704E-AB79-545B35893E16}"/>
              </a:ext>
            </a:extLst>
          </p:cNvPr>
          <p:cNvSpPr/>
          <p:nvPr/>
        </p:nvSpPr>
        <p:spPr>
          <a:xfrm>
            <a:off x="60961" y="171450"/>
            <a:ext cx="13008863" cy="681988"/>
          </a:xfrm>
          <a:prstGeom prst="rect">
            <a:avLst/>
          </a:prstGeom>
          <a:solidFill>
            <a:schemeClr val="accent5">
              <a:lumMod val="75000"/>
            </a:schemeClr>
          </a:solidFill>
        </p:spPr>
        <p:txBody>
          <a:bodyPr wrap="square" lIns="111511" tIns="55756" rIns="111511" bIns="55756"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95585">
              <a:defRPr/>
            </a:pPr>
            <a:endParaRPr lang="en-US" altLang="ko-KR" sz="3700" b="1" kern="0" dirty="0">
              <a:solidFill>
                <a:schemeClr val="bg1"/>
              </a:solidFill>
              <a:latin typeface="Arial" panose="020B0604020202020204" pitchFamily="34" charset="0"/>
              <a:ea typeface="맑은 고딕" panose="020B0503020000020004" pitchFamily="34" charset="-127"/>
              <a:cs typeface="Arial" panose="020B0604020202020204" pitchFamily="34" charset="0"/>
            </a:endParaRPr>
          </a:p>
        </p:txBody>
      </p:sp>
      <p:sp>
        <p:nvSpPr>
          <p:cNvPr id="4" name="Slide Number Placeholder 3">
            <a:extLst>
              <a:ext uri="{FF2B5EF4-FFF2-40B4-BE49-F238E27FC236}">
                <a16:creationId xmlns:a16="http://schemas.microsoft.com/office/drawing/2014/main" id="{EE39CD3E-7BDF-4AE0-93B3-C49CA8F0D23F}"/>
              </a:ext>
            </a:extLst>
          </p:cNvPr>
          <p:cNvSpPr>
            <a:spLocks noGrp="1"/>
          </p:cNvSpPr>
          <p:nvPr>
            <p:ph type="sldNum" sz="quarter" idx="12"/>
          </p:nvPr>
        </p:nvSpPr>
        <p:spPr/>
        <p:txBody>
          <a:bodyPr/>
          <a:lstStyle/>
          <a:p>
            <a:fld id="{9B08F086-0AA8-4846-9116-C6B69902F758}" type="slidenum">
              <a:rPr lang="en-US" smtClean="0"/>
              <a:t>11</a:t>
            </a:fld>
            <a:endParaRPr lang="en-US"/>
          </a:p>
        </p:txBody>
      </p:sp>
      <p:sp>
        <p:nvSpPr>
          <p:cNvPr id="7" name="Rectangle 6">
            <a:extLst>
              <a:ext uri="{FF2B5EF4-FFF2-40B4-BE49-F238E27FC236}">
                <a16:creationId xmlns:a16="http://schemas.microsoft.com/office/drawing/2014/main" id="{7A315094-20DF-4647-9037-9D5172A17A2E}"/>
              </a:ext>
            </a:extLst>
          </p:cNvPr>
          <p:cNvSpPr/>
          <p:nvPr/>
        </p:nvSpPr>
        <p:spPr>
          <a:xfrm>
            <a:off x="1891306" y="1824945"/>
            <a:ext cx="8030788" cy="1488302"/>
          </a:xfrm>
          <a:prstGeom prst="rect">
            <a:avLst/>
          </a:prstGeom>
          <a:solidFill>
            <a:schemeClr val="tx2">
              <a:lumMod val="20000"/>
              <a:lumOff val="8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3240"/>
          </a:p>
        </p:txBody>
      </p:sp>
      <p:grpSp>
        <p:nvGrpSpPr>
          <p:cNvPr id="8" name="Group 7">
            <a:extLst>
              <a:ext uri="{FF2B5EF4-FFF2-40B4-BE49-F238E27FC236}">
                <a16:creationId xmlns:a16="http://schemas.microsoft.com/office/drawing/2014/main" id="{D73ED280-5512-4D61-8169-7CC1539AE2E3}"/>
              </a:ext>
            </a:extLst>
          </p:cNvPr>
          <p:cNvGrpSpPr/>
          <p:nvPr/>
        </p:nvGrpSpPr>
        <p:grpSpPr>
          <a:xfrm flipH="1">
            <a:off x="1705727" y="1361534"/>
            <a:ext cx="4576327" cy="571032"/>
            <a:chOff x="1487532" y="2017033"/>
            <a:chExt cx="2952328" cy="376914"/>
          </a:xfrm>
          <a:effectLst>
            <a:outerShdw blurRad="50800" dist="38100" dir="8100000" algn="tr" rotWithShape="0">
              <a:prstClr val="black">
                <a:alpha val="40000"/>
              </a:prstClr>
            </a:outerShdw>
          </a:effectLst>
        </p:grpSpPr>
        <p:sp>
          <p:nvSpPr>
            <p:cNvPr id="9" name="Rectangle 9">
              <a:extLst>
                <a:ext uri="{FF2B5EF4-FFF2-40B4-BE49-F238E27FC236}">
                  <a16:creationId xmlns:a16="http://schemas.microsoft.com/office/drawing/2014/main" id="{FA0489AA-925E-4469-82FA-86C06BE4E39A}"/>
                </a:ext>
              </a:extLst>
            </p:cNvPr>
            <p:cNvSpPr/>
            <p:nvPr/>
          </p:nvSpPr>
          <p:spPr>
            <a:xfrm>
              <a:off x="4319543" y="2027138"/>
              <a:ext cx="115353" cy="366809"/>
            </a:xfrm>
            <a:custGeom>
              <a:avLst/>
              <a:gdLst>
                <a:gd name="connsiteX0" fmla="*/ 0 w 914400"/>
                <a:gd name="connsiteY0" fmla="*/ 0 h 914400"/>
                <a:gd name="connsiteX1" fmla="*/ 914400 w 914400"/>
                <a:gd name="connsiteY1" fmla="*/ 0 h 914400"/>
                <a:gd name="connsiteX2" fmla="*/ 914400 w 914400"/>
                <a:gd name="connsiteY2" fmla="*/ 914400 h 914400"/>
                <a:gd name="connsiteX3" fmla="*/ 0 w 914400"/>
                <a:gd name="connsiteY3" fmla="*/ 914400 h 914400"/>
                <a:gd name="connsiteX4" fmla="*/ 0 w 914400"/>
                <a:gd name="connsiteY4" fmla="*/ 0 h 914400"/>
                <a:gd name="connsiteX0" fmla="*/ 0 w 914400"/>
                <a:gd name="connsiteY0" fmla="*/ 292963 h 1207363"/>
                <a:gd name="connsiteX1" fmla="*/ 914400 w 914400"/>
                <a:gd name="connsiteY1" fmla="*/ 0 h 1207363"/>
                <a:gd name="connsiteX2" fmla="*/ 914400 w 914400"/>
                <a:gd name="connsiteY2" fmla="*/ 1207363 h 1207363"/>
                <a:gd name="connsiteX3" fmla="*/ 0 w 914400"/>
                <a:gd name="connsiteY3" fmla="*/ 1207363 h 1207363"/>
                <a:gd name="connsiteX4" fmla="*/ 0 w 914400"/>
                <a:gd name="connsiteY4" fmla="*/ 292963 h 1207363"/>
                <a:gd name="connsiteX0" fmla="*/ 612559 w 914400"/>
                <a:gd name="connsiteY0" fmla="*/ 8877 h 1207363"/>
                <a:gd name="connsiteX1" fmla="*/ 914400 w 914400"/>
                <a:gd name="connsiteY1" fmla="*/ 0 h 1207363"/>
                <a:gd name="connsiteX2" fmla="*/ 914400 w 914400"/>
                <a:gd name="connsiteY2" fmla="*/ 1207363 h 1207363"/>
                <a:gd name="connsiteX3" fmla="*/ 0 w 914400"/>
                <a:gd name="connsiteY3" fmla="*/ 1207363 h 1207363"/>
                <a:gd name="connsiteX4" fmla="*/ 612559 w 914400"/>
                <a:gd name="connsiteY4" fmla="*/ 8877 h 1207363"/>
                <a:gd name="connsiteX0" fmla="*/ 0 w 301841"/>
                <a:gd name="connsiteY0" fmla="*/ 8877 h 1207363"/>
                <a:gd name="connsiteX1" fmla="*/ 301841 w 301841"/>
                <a:gd name="connsiteY1" fmla="*/ 0 h 1207363"/>
                <a:gd name="connsiteX2" fmla="*/ 301841 w 301841"/>
                <a:gd name="connsiteY2" fmla="*/ 1207363 h 1207363"/>
                <a:gd name="connsiteX3" fmla="*/ 186432 w 301841"/>
                <a:gd name="connsiteY3" fmla="*/ 408372 h 1207363"/>
                <a:gd name="connsiteX4" fmla="*/ 0 w 301841"/>
                <a:gd name="connsiteY4" fmla="*/ 8877 h 1207363"/>
                <a:gd name="connsiteX0" fmla="*/ 0 w 133166"/>
                <a:gd name="connsiteY0" fmla="*/ 0 h 1207364"/>
                <a:gd name="connsiteX1" fmla="*/ 133166 w 133166"/>
                <a:gd name="connsiteY1" fmla="*/ 1 h 1207364"/>
                <a:gd name="connsiteX2" fmla="*/ 133166 w 133166"/>
                <a:gd name="connsiteY2" fmla="*/ 1207364 h 1207364"/>
                <a:gd name="connsiteX3" fmla="*/ 17757 w 133166"/>
                <a:gd name="connsiteY3" fmla="*/ 408373 h 1207364"/>
                <a:gd name="connsiteX4" fmla="*/ 0 w 133166"/>
                <a:gd name="connsiteY4" fmla="*/ 0 h 1207364"/>
                <a:gd name="connsiteX0" fmla="*/ 0 w 142044"/>
                <a:gd name="connsiteY0" fmla="*/ 0 h 408373"/>
                <a:gd name="connsiteX1" fmla="*/ 133166 w 142044"/>
                <a:gd name="connsiteY1" fmla="*/ 1 h 408373"/>
                <a:gd name="connsiteX2" fmla="*/ 142044 w 142044"/>
                <a:gd name="connsiteY2" fmla="*/ 301842 h 408373"/>
                <a:gd name="connsiteX3" fmla="*/ 17757 w 142044"/>
                <a:gd name="connsiteY3" fmla="*/ 408373 h 408373"/>
                <a:gd name="connsiteX4" fmla="*/ 0 w 142044"/>
                <a:gd name="connsiteY4" fmla="*/ 0 h 408373"/>
                <a:gd name="connsiteX0" fmla="*/ 0 w 133166"/>
                <a:gd name="connsiteY0" fmla="*/ 0 h 408373"/>
                <a:gd name="connsiteX1" fmla="*/ 133166 w 133166"/>
                <a:gd name="connsiteY1" fmla="*/ 1 h 408373"/>
                <a:gd name="connsiteX2" fmla="*/ 118293 w 133166"/>
                <a:gd name="connsiteY2" fmla="*/ 313717 h 408373"/>
                <a:gd name="connsiteX3" fmla="*/ 17757 w 133166"/>
                <a:gd name="connsiteY3" fmla="*/ 408373 h 408373"/>
                <a:gd name="connsiteX4" fmla="*/ 0 w 133166"/>
                <a:gd name="connsiteY4" fmla="*/ 0 h 408373"/>
                <a:gd name="connsiteX0" fmla="*/ 0 w 118293"/>
                <a:gd name="connsiteY0" fmla="*/ 5937 h 414310"/>
                <a:gd name="connsiteX1" fmla="*/ 115353 w 118293"/>
                <a:gd name="connsiteY1" fmla="*/ 0 h 414310"/>
                <a:gd name="connsiteX2" fmla="*/ 118293 w 118293"/>
                <a:gd name="connsiteY2" fmla="*/ 319654 h 414310"/>
                <a:gd name="connsiteX3" fmla="*/ 17757 w 118293"/>
                <a:gd name="connsiteY3" fmla="*/ 414310 h 414310"/>
                <a:gd name="connsiteX4" fmla="*/ 0 w 118293"/>
                <a:gd name="connsiteY4" fmla="*/ 5937 h 414310"/>
                <a:gd name="connsiteX0" fmla="*/ 0 w 118293"/>
                <a:gd name="connsiteY0" fmla="*/ 5937 h 366809"/>
                <a:gd name="connsiteX1" fmla="*/ 115353 w 118293"/>
                <a:gd name="connsiteY1" fmla="*/ 0 h 366809"/>
                <a:gd name="connsiteX2" fmla="*/ 118293 w 118293"/>
                <a:gd name="connsiteY2" fmla="*/ 319654 h 366809"/>
                <a:gd name="connsiteX3" fmla="*/ 5882 w 118293"/>
                <a:gd name="connsiteY3" fmla="*/ 366809 h 366809"/>
                <a:gd name="connsiteX4" fmla="*/ 0 w 118293"/>
                <a:gd name="connsiteY4" fmla="*/ 5937 h 366809"/>
                <a:gd name="connsiteX0" fmla="*/ 0 w 115353"/>
                <a:gd name="connsiteY0" fmla="*/ 5937 h 366809"/>
                <a:gd name="connsiteX1" fmla="*/ 115353 w 115353"/>
                <a:gd name="connsiteY1" fmla="*/ 0 h 366809"/>
                <a:gd name="connsiteX2" fmla="*/ 112356 w 115353"/>
                <a:gd name="connsiteY2" fmla="*/ 278091 h 366809"/>
                <a:gd name="connsiteX3" fmla="*/ 5882 w 115353"/>
                <a:gd name="connsiteY3" fmla="*/ 366809 h 366809"/>
                <a:gd name="connsiteX4" fmla="*/ 0 w 115353"/>
                <a:gd name="connsiteY4" fmla="*/ 5937 h 3668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353" h="366809">
                  <a:moveTo>
                    <a:pt x="0" y="5937"/>
                  </a:moveTo>
                  <a:lnTo>
                    <a:pt x="115353" y="0"/>
                  </a:lnTo>
                  <a:lnTo>
                    <a:pt x="112356" y="278091"/>
                  </a:lnTo>
                  <a:lnTo>
                    <a:pt x="5882" y="366809"/>
                  </a:lnTo>
                  <a:cubicBezTo>
                    <a:pt x="3921" y="246518"/>
                    <a:pt x="1961" y="126228"/>
                    <a:pt x="0" y="5937"/>
                  </a:cubicBezTo>
                  <a:close/>
                </a:path>
              </a:pathLst>
            </a:custGeom>
            <a:solidFill>
              <a:srgbClr val="565874">
                <a:lumMod val="50000"/>
              </a:srgbClr>
            </a:solidFill>
            <a:ln w="12700" cap="flat" cmpd="sng" algn="ctr">
              <a:noFill/>
              <a:prstDash val="solid"/>
              <a:miter lim="800000"/>
            </a:ln>
            <a:effectLst/>
          </p:spPr>
          <p:txBody>
            <a:bodyPr rtlCol="0" anchor="ctr"/>
            <a:lstStyle/>
            <a:p>
              <a:pPr algn="ctr" defTabSz="1097143">
                <a:defRPr/>
              </a:pPr>
              <a:endParaRPr lang="ko-KR" altLang="en-US" sz="3240" kern="0" dirty="0">
                <a:solidFill>
                  <a:prstClr val="white"/>
                </a:solidFill>
                <a:latin typeface="Arial"/>
              </a:endParaRPr>
            </a:p>
          </p:txBody>
        </p:sp>
        <p:sp>
          <p:nvSpPr>
            <p:cNvPr id="10" name="Rectangle 6">
              <a:extLst>
                <a:ext uri="{FF2B5EF4-FFF2-40B4-BE49-F238E27FC236}">
                  <a16:creationId xmlns:a16="http://schemas.microsoft.com/office/drawing/2014/main" id="{1C56CACE-71C3-436C-85B6-58EE458F7C27}"/>
                </a:ext>
              </a:extLst>
            </p:cNvPr>
            <p:cNvSpPr/>
            <p:nvPr/>
          </p:nvSpPr>
          <p:spPr>
            <a:xfrm flipH="1">
              <a:off x="1487532" y="2017033"/>
              <a:ext cx="2952328" cy="288033"/>
            </a:xfrm>
            <a:custGeom>
              <a:avLst/>
              <a:gdLst>
                <a:gd name="connsiteX0" fmla="*/ 0 w 5285462"/>
                <a:gd name="connsiteY0" fmla="*/ 0 h 576064"/>
                <a:gd name="connsiteX1" fmla="*/ 4724629 w 5285462"/>
                <a:gd name="connsiteY1" fmla="*/ 0 h 576064"/>
                <a:gd name="connsiteX2" fmla="*/ 5285462 w 5285462"/>
                <a:gd name="connsiteY2" fmla="*/ 576064 h 576064"/>
                <a:gd name="connsiteX3" fmla="*/ 0 w 5285462"/>
                <a:gd name="connsiteY3" fmla="*/ 576064 h 576064"/>
                <a:gd name="connsiteX4" fmla="*/ 0 w 5285462"/>
                <a:gd name="connsiteY4" fmla="*/ 0 h 5760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85462" h="576064">
                  <a:moveTo>
                    <a:pt x="0" y="0"/>
                  </a:moveTo>
                  <a:lnTo>
                    <a:pt x="4724629" y="0"/>
                  </a:lnTo>
                  <a:lnTo>
                    <a:pt x="5285462" y="576064"/>
                  </a:lnTo>
                  <a:lnTo>
                    <a:pt x="0" y="576064"/>
                  </a:lnTo>
                  <a:lnTo>
                    <a:pt x="0" y="0"/>
                  </a:lnTo>
                  <a:close/>
                </a:path>
              </a:pathLst>
            </a:custGeom>
            <a:solidFill>
              <a:srgbClr val="565874"/>
            </a:solidFill>
            <a:ln w="12700" cap="flat" cmpd="sng" algn="ctr">
              <a:noFill/>
              <a:prstDash val="solid"/>
              <a:miter lim="800000"/>
            </a:ln>
            <a:effectLst/>
          </p:spPr>
          <p:txBody>
            <a:bodyPr rtlCol="0" anchor="ctr"/>
            <a:lstStyle/>
            <a:p>
              <a:pPr algn="ctr" defTabSz="1097143">
                <a:defRPr/>
              </a:pPr>
              <a:endParaRPr lang="ko-KR" altLang="en-US" sz="3240" kern="0">
                <a:solidFill>
                  <a:prstClr val="white"/>
                </a:solidFill>
                <a:latin typeface="Arial"/>
              </a:endParaRPr>
            </a:p>
          </p:txBody>
        </p:sp>
      </p:grpSp>
      <p:sp>
        <p:nvSpPr>
          <p:cNvPr id="3" name="Rectangle 2">
            <a:extLst>
              <a:ext uri="{FF2B5EF4-FFF2-40B4-BE49-F238E27FC236}">
                <a16:creationId xmlns:a16="http://schemas.microsoft.com/office/drawing/2014/main" id="{BDC5845B-7ABA-4D2D-AE0A-9F6308E30A6E}"/>
              </a:ext>
            </a:extLst>
          </p:cNvPr>
          <p:cNvSpPr/>
          <p:nvPr/>
        </p:nvSpPr>
        <p:spPr>
          <a:xfrm>
            <a:off x="1798010" y="1228627"/>
            <a:ext cx="2277332" cy="577850"/>
          </a:xfrm>
          <a:prstGeom prst="rect">
            <a:avLst/>
          </a:prstGeom>
          <a:effectLst>
            <a:outerShdw blurRad="50800" dist="38100" dir="8100000" algn="tr" rotWithShape="0">
              <a:prstClr val="black">
                <a:alpha val="40000"/>
              </a:prstClr>
            </a:outerShdw>
          </a:effectLst>
        </p:spPr>
        <p:txBody>
          <a:bodyPr wrap="square">
            <a:spAutoFit/>
          </a:bodyPr>
          <a:lstStyle/>
          <a:p>
            <a:pPr algn="just">
              <a:lnSpc>
                <a:spcPct val="150000"/>
              </a:lnSpc>
            </a:pPr>
            <a:r>
              <a:rPr lang="en-US" altLang="en-US" sz="2400" dirty="0">
                <a:solidFill>
                  <a:schemeClr val="bg1"/>
                </a:solidFill>
                <a:latin typeface="Arial" panose="020B0604020202020204" pitchFamily="34" charset="0"/>
                <a:cs typeface="Arial" panose="020B0604020202020204" pitchFamily="34" charset="0"/>
              </a:rPr>
              <a:t>Professionals</a:t>
            </a:r>
          </a:p>
        </p:txBody>
      </p:sp>
      <p:sp>
        <p:nvSpPr>
          <p:cNvPr id="11" name="Rectangle 10">
            <a:extLst>
              <a:ext uri="{FF2B5EF4-FFF2-40B4-BE49-F238E27FC236}">
                <a16:creationId xmlns:a16="http://schemas.microsoft.com/office/drawing/2014/main" id="{5D7ACF31-13CD-4A98-BF8F-E59110CFF3E9}"/>
              </a:ext>
            </a:extLst>
          </p:cNvPr>
          <p:cNvSpPr/>
          <p:nvPr/>
        </p:nvSpPr>
        <p:spPr>
          <a:xfrm>
            <a:off x="1348613" y="1889211"/>
            <a:ext cx="8358090" cy="1279581"/>
          </a:xfrm>
          <a:prstGeom prst="rect">
            <a:avLst/>
          </a:prstGeom>
        </p:spPr>
        <p:txBody>
          <a:bodyPr wrap="square">
            <a:spAutoFit/>
          </a:bodyPr>
          <a:lstStyle/>
          <a:p>
            <a:pPr marL="891540" lvl="1" indent="-342900" algn="just">
              <a:lnSpc>
                <a:spcPct val="110000"/>
              </a:lnSpc>
              <a:buClr>
                <a:schemeClr val="tx2">
                  <a:lumMod val="75000"/>
                </a:schemeClr>
              </a:buClr>
              <a:buSzPct val="90000"/>
              <a:buFont typeface="Wingdings" panose="05000000000000000000" pitchFamily="2" charset="2"/>
              <a:buChar char="v"/>
            </a:pPr>
            <a:r>
              <a:rPr lang="en-US" altLang="en-US" sz="2400" dirty="0">
                <a:latin typeface="Arial" panose="020B0604020202020204" pitchFamily="34" charset="0"/>
                <a:cs typeface="Arial" panose="020B0604020202020204" pitchFamily="34" charset="0"/>
              </a:rPr>
              <a:t>Require advanced training and experience </a:t>
            </a:r>
          </a:p>
          <a:p>
            <a:pPr marL="891540" lvl="1" indent="-342900" algn="just">
              <a:lnSpc>
                <a:spcPct val="110000"/>
              </a:lnSpc>
              <a:buClr>
                <a:schemeClr val="tx2">
                  <a:lumMod val="75000"/>
                </a:schemeClr>
              </a:buClr>
              <a:buSzPct val="90000"/>
              <a:buFont typeface="Wingdings" panose="05000000000000000000" pitchFamily="2" charset="2"/>
              <a:buChar char="v"/>
            </a:pPr>
            <a:r>
              <a:rPr lang="en-US" altLang="en-US" sz="2400" dirty="0">
                <a:latin typeface="Arial" panose="020B0604020202020204" pitchFamily="34" charset="0"/>
                <a:cs typeface="Arial" panose="020B0604020202020204" pitchFamily="34" charset="0"/>
              </a:rPr>
              <a:t>Must exercise discretion and judgment in their work</a:t>
            </a:r>
          </a:p>
          <a:p>
            <a:pPr marL="891540" lvl="1" indent="-342900" algn="just">
              <a:lnSpc>
                <a:spcPct val="110000"/>
              </a:lnSpc>
              <a:buClr>
                <a:schemeClr val="tx2">
                  <a:lumMod val="75000"/>
                </a:schemeClr>
              </a:buClr>
              <a:buSzPct val="90000"/>
              <a:buFont typeface="Wingdings" panose="05000000000000000000" pitchFamily="2" charset="2"/>
              <a:buChar char="v"/>
            </a:pPr>
            <a:r>
              <a:rPr lang="en-US" altLang="en-US" sz="2400" dirty="0">
                <a:latin typeface="Arial" panose="020B0604020202020204" pitchFamily="34" charset="0"/>
                <a:cs typeface="Arial" panose="020B0604020202020204" pitchFamily="34" charset="0"/>
              </a:rPr>
              <a:t>Their work cannot be standardized</a:t>
            </a:r>
          </a:p>
        </p:txBody>
      </p:sp>
      <p:sp>
        <p:nvSpPr>
          <p:cNvPr id="13" name="Rectangle 12">
            <a:extLst>
              <a:ext uri="{FF2B5EF4-FFF2-40B4-BE49-F238E27FC236}">
                <a16:creationId xmlns:a16="http://schemas.microsoft.com/office/drawing/2014/main" id="{69F9B8A0-7E84-4575-8B9E-E3190C87DCC4}"/>
              </a:ext>
            </a:extLst>
          </p:cNvPr>
          <p:cNvSpPr/>
          <p:nvPr/>
        </p:nvSpPr>
        <p:spPr>
          <a:xfrm>
            <a:off x="1891306" y="3673592"/>
            <a:ext cx="8047187" cy="1132282"/>
          </a:xfrm>
          <a:prstGeom prst="rect">
            <a:avLst/>
          </a:prstGeom>
          <a:solidFill>
            <a:schemeClr val="accent5">
              <a:lumMod val="40000"/>
              <a:lumOff val="6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3240"/>
          </a:p>
        </p:txBody>
      </p:sp>
      <p:grpSp>
        <p:nvGrpSpPr>
          <p:cNvPr id="18" name="Group 17">
            <a:extLst>
              <a:ext uri="{FF2B5EF4-FFF2-40B4-BE49-F238E27FC236}">
                <a16:creationId xmlns:a16="http://schemas.microsoft.com/office/drawing/2014/main" id="{C78FCC02-57E5-4EE6-9048-1AF410256A1E}"/>
              </a:ext>
            </a:extLst>
          </p:cNvPr>
          <p:cNvGrpSpPr/>
          <p:nvPr/>
        </p:nvGrpSpPr>
        <p:grpSpPr>
          <a:xfrm flipH="1">
            <a:off x="1678766" y="3201059"/>
            <a:ext cx="6382021" cy="556970"/>
            <a:chOff x="1487532" y="2026317"/>
            <a:chExt cx="2952328" cy="367630"/>
          </a:xfrm>
          <a:effectLst>
            <a:outerShdw blurRad="50800" dist="38100" dir="8100000" algn="tr" rotWithShape="0">
              <a:prstClr val="black">
                <a:alpha val="40000"/>
              </a:prstClr>
            </a:outerShdw>
          </a:effectLst>
        </p:grpSpPr>
        <p:sp>
          <p:nvSpPr>
            <p:cNvPr id="19" name="Rectangle 9">
              <a:extLst>
                <a:ext uri="{FF2B5EF4-FFF2-40B4-BE49-F238E27FC236}">
                  <a16:creationId xmlns:a16="http://schemas.microsoft.com/office/drawing/2014/main" id="{65F3A059-9B88-4996-BA8A-E19D84111566}"/>
                </a:ext>
              </a:extLst>
            </p:cNvPr>
            <p:cNvSpPr/>
            <p:nvPr/>
          </p:nvSpPr>
          <p:spPr>
            <a:xfrm>
              <a:off x="4319543" y="2027138"/>
              <a:ext cx="115353" cy="366809"/>
            </a:xfrm>
            <a:custGeom>
              <a:avLst/>
              <a:gdLst>
                <a:gd name="connsiteX0" fmla="*/ 0 w 914400"/>
                <a:gd name="connsiteY0" fmla="*/ 0 h 914400"/>
                <a:gd name="connsiteX1" fmla="*/ 914400 w 914400"/>
                <a:gd name="connsiteY1" fmla="*/ 0 h 914400"/>
                <a:gd name="connsiteX2" fmla="*/ 914400 w 914400"/>
                <a:gd name="connsiteY2" fmla="*/ 914400 h 914400"/>
                <a:gd name="connsiteX3" fmla="*/ 0 w 914400"/>
                <a:gd name="connsiteY3" fmla="*/ 914400 h 914400"/>
                <a:gd name="connsiteX4" fmla="*/ 0 w 914400"/>
                <a:gd name="connsiteY4" fmla="*/ 0 h 914400"/>
                <a:gd name="connsiteX0" fmla="*/ 0 w 914400"/>
                <a:gd name="connsiteY0" fmla="*/ 292963 h 1207363"/>
                <a:gd name="connsiteX1" fmla="*/ 914400 w 914400"/>
                <a:gd name="connsiteY1" fmla="*/ 0 h 1207363"/>
                <a:gd name="connsiteX2" fmla="*/ 914400 w 914400"/>
                <a:gd name="connsiteY2" fmla="*/ 1207363 h 1207363"/>
                <a:gd name="connsiteX3" fmla="*/ 0 w 914400"/>
                <a:gd name="connsiteY3" fmla="*/ 1207363 h 1207363"/>
                <a:gd name="connsiteX4" fmla="*/ 0 w 914400"/>
                <a:gd name="connsiteY4" fmla="*/ 292963 h 1207363"/>
                <a:gd name="connsiteX0" fmla="*/ 612559 w 914400"/>
                <a:gd name="connsiteY0" fmla="*/ 8877 h 1207363"/>
                <a:gd name="connsiteX1" fmla="*/ 914400 w 914400"/>
                <a:gd name="connsiteY1" fmla="*/ 0 h 1207363"/>
                <a:gd name="connsiteX2" fmla="*/ 914400 w 914400"/>
                <a:gd name="connsiteY2" fmla="*/ 1207363 h 1207363"/>
                <a:gd name="connsiteX3" fmla="*/ 0 w 914400"/>
                <a:gd name="connsiteY3" fmla="*/ 1207363 h 1207363"/>
                <a:gd name="connsiteX4" fmla="*/ 612559 w 914400"/>
                <a:gd name="connsiteY4" fmla="*/ 8877 h 1207363"/>
                <a:gd name="connsiteX0" fmla="*/ 0 w 301841"/>
                <a:gd name="connsiteY0" fmla="*/ 8877 h 1207363"/>
                <a:gd name="connsiteX1" fmla="*/ 301841 w 301841"/>
                <a:gd name="connsiteY1" fmla="*/ 0 h 1207363"/>
                <a:gd name="connsiteX2" fmla="*/ 301841 w 301841"/>
                <a:gd name="connsiteY2" fmla="*/ 1207363 h 1207363"/>
                <a:gd name="connsiteX3" fmla="*/ 186432 w 301841"/>
                <a:gd name="connsiteY3" fmla="*/ 408372 h 1207363"/>
                <a:gd name="connsiteX4" fmla="*/ 0 w 301841"/>
                <a:gd name="connsiteY4" fmla="*/ 8877 h 1207363"/>
                <a:gd name="connsiteX0" fmla="*/ 0 w 133166"/>
                <a:gd name="connsiteY0" fmla="*/ 0 h 1207364"/>
                <a:gd name="connsiteX1" fmla="*/ 133166 w 133166"/>
                <a:gd name="connsiteY1" fmla="*/ 1 h 1207364"/>
                <a:gd name="connsiteX2" fmla="*/ 133166 w 133166"/>
                <a:gd name="connsiteY2" fmla="*/ 1207364 h 1207364"/>
                <a:gd name="connsiteX3" fmla="*/ 17757 w 133166"/>
                <a:gd name="connsiteY3" fmla="*/ 408373 h 1207364"/>
                <a:gd name="connsiteX4" fmla="*/ 0 w 133166"/>
                <a:gd name="connsiteY4" fmla="*/ 0 h 1207364"/>
                <a:gd name="connsiteX0" fmla="*/ 0 w 142044"/>
                <a:gd name="connsiteY0" fmla="*/ 0 h 408373"/>
                <a:gd name="connsiteX1" fmla="*/ 133166 w 142044"/>
                <a:gd name="connsiteY1" fmla="*/ 1 h 408373"/>
                <a:gd name="connsiteX2" fmla="*/ 142044 w 142044"/>
                <a:gd name="connsiteY2" fmla="*/ 301842 h 408373"/>
                <a:gd name="connsiteX3" fmla="*/ 17757 w 142044"/>
                <a:gd name="connsiteY3" fmla="*/ 408373 h 408373"/>
                <a:gd name="connsiteX4" fmla="*/ 0 w 142044"/>
                <a:gd name="connsiteY4" fmla="*/ 0 h 408373"/>
                <a:gd name="connsiteX0" fmla="*/ 0 w 133166"/>
                <a:gd name="connsiteY0" fmla="*/ 0 h 408373"/>
                <a:gd name="connsiteX1" fmla="*/ 133166 w 133166"/>
                <a:gd name="connsiteY1" fmla="*/ 1 h 408373"/>
                <a:gd name="connsiteX2" fmla="*/ 118293 w 133166"/>
                <a:gd name="connsiteY2" fmla="*/ 313717 h 408373"/>
                <a:gd name="connsiteX3" fmla="*/ 17757 w 133166"/>
                <a:gd name="connsiteY3" fmla="*/ 408373 h 408373"/>
                <a:gd name="connsiteX4" fmla="*/ 0 w 133166"/>
                <a:gd name="connsiteY4" fmla="*/ 0 h 408373"/>
                <a:gd name="connsiteX0" fmla="*/ 0 w 118293"/>
                <a:gd name="connsiteY0" fmla="*/ 5937 h 414310"/>
                <a:gd name="connsiteX1" fmla="*/ 115353 w 118293"/>
                <a:gd name="connsiteY1" fmla="*/ 0 h 414310"/>
                <a:gd name="connsiteX2" fmla="*/ 118293 w 118293"/>
                <a:gd name="connsiteY2" fmla="*/ 319654 h 414310"/>
                <a:gd name="connsiteX3" fmla="*/ 17757 w 118293"/>
                <a:gd name="connsiteY3" fmla="*/ 414310 h 414310"/>
                <a:gd name="connsiteX4" fmla="*/ 0 w 118293"/>
                <a:gd name="connsiteY4" fmla="*/ 5937 h 414310"/>
                <a:gd name="connsiteX0" fmla="*/ 0 w 118293"/>
                <a:gd name="connsiteY0" fmla="*/ 5937 h 366809"/>
                <a:gd name="connsiteX1" fmla="*/ 115353 w 118293"/>
                <a:gd name="connsiteY1" fmla="*/ 0 h 366809"/>
                <a:gd name="connsiteX2" fmla="*/ 118293 w 118293"/>
                <a:gd name="connsiteY2" fmla="*/ 319654 h 366809"/>
                <a:gd name="connsiteX3" fmla="*/ 5882 w 118293"/>
                <a:gd name="connsiteY3" fmla="*/ 366809 h 366809"/>
                <a:gd name="connsiteX4" fmla="*/ 0 w 118293"/>
                <a:gd name="connsiteY4" fmla="*/ 5937 h 366809"/>
                <a:gd name="connsiteX0" fmla="*/ 0 w 115353"/>
                <a:gd name="connsiteY0" fmla="*/ 5937 h 366809"/>
                <a:gd name="connsiteX1" fmla="*/ 115353 w 115353"/>
                <a:gd name="connsiteY1" fmla="*/ 0 h 366809"/>
                <a:gd name="connsiteX2" fmla="*/ 112356 w 115353"/>
                <a:gd name="connsiteY2" fmla="*/ 278091 h 366809"/>
                <a:gd name="connsiteX3" fmla="*/ 5882 w 115353"/>
                <a:gd name="connsiteY3" fmla="*/ 366809 h 366809"/>
                <a:gd name="connsiteX4" fmla="*/ 0 w 115353"/>
                <a:gd name="connsiteY4" fmla="*/ 5937 h 3668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353" h="366809">
                  <a:moveTo>
                    <a:pt x="0" y="5937"/>
                  </a:moveTo>
                  <a:lnTo>
                    <a:pt x="115353" y="0"/>
                  </a:lnTo>
                  <a:lnTo>
                    <a:pt x="112356" y="278091"/>
                  </a:lnTo>
                  <a:lnTo>
                    <a:pt x="5882" y="366809"/>
                  </a:lnTo>
                  <a:cubicBezTo>
                    <a:pt x="3921" y="246518"/>
                    <a:pt x="1961" y="126228"/>
                    <a:pt x="0" y="5937"/>
                  </a:cubicBezTo>
                  <a:close/>
                </a:path>
              </a:pathLst>
            </a:custGeom>
            <a:solidFill>
              <a:srgbClr val="1C82FF">
                <a:lumMod val="50000"/>
              </a:srgbClr>
            </a:solidFill>
            <a:ln w="12700" cap="flat" cmpd="sng" algn="ctr">
              <a:noFill/>
              <a:prstDash val="solid"/>
              <a:miter lim="800000"/>
            </a:ln>
            <a:effectLst/>
          </p:spPr>
          <p:txBody>
            <a:bodyPr rtlCol="0" anchor="ctr"/>
            <a:lstStyle/>
            <a:p>
              <a:pPr algn="ctr" defTabSz="1097143">
                <a:defRPr/>
              </a:pPr>
              <a:endParaRPr lang="ko-KR" altLang="en-US" sz="3240" kern="0">
                <a:solidFill>
                  <a:prstClr val="white"/>
                </a:solidFill>
                <a:latin typeface="Arial"/>
              </a:endParaRPr>
            </a:p>
          </p:txBody>
        </p:sp>
        <p:sp>
          <p:nvSpPr>
            <p:cNvPr id="20" name="Rectangle 6">
              <a:extLst>
                <a:ext uri="{FF2B5EF4-FFF2-40B4-BE49-F238E27FC236}">
                  <a16:creationId xmlns:a16="http://schemas.microsoft.com/office/drawing/2014/main" id="{22A85995-C189-404F-8DCA-B1D55595A2B9}"/>
                </a:ext>
              </a:extLst>
            </p:cNvPr>
            <p:cNvSpPr/>
            <p:nvPr/>
          </p:nvSpPr>
          <p:spPr>
            <a:xfrm flipH="1">
              <a:off x="1487532" y="2026317"/>
              <a:ext cx="2952328" cy="288033"/>
            </a:xfrm>
            <a:custGeom>
              <a:avLst/>
              <a:gdLst>
                <a:gd name="connsiteX0" fmla="*/ 0 w 5285462"/>
                <a:gd name="connsiteY0" fmla="*/ 0 h 576064"/>
                <a:gd name="connsiteX1" fmla="*/ 4724629 w 5285462"/>
                <a:gd name="connsiteY1" fmla="*/ 0 h 576064"/>
                <a:gd name="connsiteX2" fmla="*/ 5285462 w 5285462"/>
                <a:gd name="connsiteY2" fmla="*/ 576064 h 576064"/>
                <a:gd name="connsiteX3" fmla="*/ 0 w 5285462"/>
                <a:gd name="connsiteY3" fmla="*/ 576064 h 576064"/>
                <a:gd name="connsiteX4" fmla="*/ 0 w 5285462"/>
                <a:gd name="connsiteY4" fmla="*/ 0 h 5760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85462" h="576064">
                  <a:moveTo>
                    <a:pt x="0" y="0"/>
                  </a:moveTo>
                  <a:lnTo>
                    <a:pt x="4724629" y="0"/>
                  </a:lnTo>
                  <a:lnTo>
                    <a:pt x="5285462" y="576064"/>
                  </a:lnTo>
                  <a:lnTo>
                    <a:pt x="0" y="576064"/>
                  </a:lnTo>
                  <a:lnTo>
                    <a:pt x="0" y="0"/>
                  </a:lnTo>
                  <a:close/>
                </a:path>
              </a:pathLst>
            </a:custGeom>
            <a:solidFill>
              <a:srgbClr val="1C82FF"/>
            </a:solidFill>
            <a:ln w="12700" cap="flat" cmpd="sng" algn="ctr">
              <a:noFill/>
              <a:prstDash val="solid"/>
              <a:miter lim="800000"/>
            </a:ln>
            <a:effectLst/>
          </p:spPr>
          <p:txBody>
            <a:bodyPr rtlCol="0" anchor="ctr"/>
            <a:lstStyle/>
            <a:p>
              <a:pPr algn="ctr" defTabSz="1097143">
                <a:defRPr/>
              </a:pPr>
              <a:endParaRPr lang="ko-KR" altLang="en-US" sz="3240" kern="0" dirty="0">
                <a:solidFill>
                  <a:prstClr val="white"/>
                </a:solidFill>
                <a:latin typeface="Arial"/>
              </a:endParaRPr>
            </a:p>
          </p:txBody>
        </p:sp>
      </p:grpSp>
      <p:sp>
        <p:nvSpPr>
          <p:cNvPr id="21" name="Rectangle 20">
            <a:extLst>
              <a:ext uri="{FF2B5EF4-FFF2-40B4-BE49-F238E27FC236}">
                <a16:creationId xmlns:a16="http://schemas.microsoft.com/office/drawing/2014/main" id="{E28A8843-297A-4E96-AB5D-109F6C066FB6}"/>
              </a:ext>
            </a:extLst>
          </p:cNvPr>
          <p:cNvSpPr/>
          <p:nvPr/>
        </p:nvSpPr>
        <p:spPr>
          <a:xfrm>
            <a:off x="1609674" y="3173470"/>
            <a:ext cx="6451114" cy="467051"/>
          </a:xfrm>
          <a:prstGeom prst="rect">
            <a:avLst/>
          </a:prstGeom>
          <a:effectLst>
            <a:outerShdw blurRad="50800" dist="38100" dir="8100000" algn="tr" rotWithShape="0">
              <a:prstClr val="black">
                <a:alpha val="40000"/>
              </a:prstClr>
            </a:outerShdw>
          </a:effectLst>
        </p:spPr>
        <p:txBody>
          <a:bodyPr wrap="square">
            <a:spAutoFit/>
          </a:bodyPr>
          <a:lstStyle/>
          <a:p>
            <a:pPr algn="just">
              <a:lnSpc>
                <a:spcPct val="110000"/>
              </a:lnSpc>
            </a:pPr>
            <a:r>
              <a:rPr lang="en-US" altLang="en-US" sz="2400" dirty="0">
                <a:solidFill>
                  <a:schemeClr val="bg1"/>
                </a:solidFill>
                <a:latin typeface="Arial" panose="020B0604020202020204" pitchFamily="34" charset="0"/>
                <a:cs typeface="Arial" panose="020B0604020202020204" pitchFamily="34" charset="0"/>
              </a:rPr>
              <a:t>From a legal standpoint, a professional:</a:t>
            </a:r>
          </a:p>
        </p:txBody>
      </p:sp>
      <p:sp>
        <p:nvSpPr>
          <p:cNvPr id="22" name="Rectangle 21">
            <a:extLst>
              <a:ext uri="{FF2B5EF4-FFF2-40B4-BE49-F238E27FC236}">
                <a16:creationId xmlns:a16="http://schemas.microsoft.com/office/drawing/2014/main" id="{EB929D2B-4B02-4DA6-8CE1-945B4DBE452F}"/>
              </a:ext>
            </a:extLst>
          </p:cNvPr>
          <p:cNvSpPr/>
          <p:nvPr/>
        </p:nvSpPr>
        <p:spPr>
          <a:xfrm>
            <a:off x="1381234" y="3789107"/>
            <a:ext cx="8047187" cy="873316"/>
          </a:xfrm>
          <a:prstGeom prst="rect">
            <a:avLst/>
          </a:prstGeom>
        </p:spPr>
        <p:txBody>
          <a:bodyPr wrap="square">
            <a:spAutoFit/>
          </a:bodyPr>
          <a:lstStyle/>
          <a:p>
            <a:pPr marL="891540" lvl="1" indent="-342900" algn="just">
              <a:lnSpc>
                <a:spcPct val="110000"/>
              </a:lnSpc>
              <a:buClr>
                <a:srgbClr val="0070C0"/>
              </a:buClr>
              <a:buSzPct val="90000"/>
              <a:buFont typeface="Wingdings" panose="05000000000000000000" pitchFamily="2" charset="2"/>
              <a:buChar char="v"/>
            </a:pPr>
            <a:r>
              <a:rPr lang="en-US" altLang="en-US" sz="2400" dirty="0">
                <a:latin typeface="Arial" panose="020B0604020202020204" pitchFamily="34" charset="0"/>
                <a:cs typeface="Arial" panose="020B0604020202020204" pitchFamily="34" charset="0"/>
              </a:rPr>
              <a:t>Has passed the state licensing requirements </a:t>
            </a:r>
          </a:p>
          <a:p>
            <a:pPr marL="891540" lvl="1" indent="-342900" algn="just">
              <a:lnSpc>
                <a:spcPct val="110000"/>
              </a:lnSpc>
              <a:buClr>
                <a:srgbClr val="0070C0"/>
              </a:buClr>
              <a:buSzPct val="90000"/>
              <a:buFont typeface="Wingdings" panose="05000000000000000000" pitchFamily="2" charset="2"/>
              <a:buChar char="v"/>
            </a:pPr>
            <a:r>
              <a:rPr lang="en-US" altLang="en-US" sz="2400" dirty="0">
                <a:latin typeface="Arial" panose="020B0604020202020204" pitchFamily="34" charset="0"/>
                <a:cs typeface="Arial" panose="020B0604020202020204" pitchFamily="34" charset="0"/>
              </a:rPr>
              <a:t>Has earned the right to practice in a state(s)</a:t>
            </a:r>
          </a:p>
        </p:txBody>
      </p:sp>
      <p:sp>
        <p:nvSpPr>
          <p:cNvPr id="23" name="Rectangle 22">
            <a:extLst>
              <a:ext uri="{FF2B5EF4-FFF2-40B4-BE49-F238E27FC236}">
                <a16:creationId xmlns:a16="http://schemas.microsoft.com/office/drawing/2014/main" id="{24920F6C-B168-45A9-8FDD-793C849B698E}"/>
              </a:ext>
            </a:extLst>
          </p:cNvPr>
          <p:cNvSpPr/>
          <p:nvPr/>
        </p:nvSpPr>
        <p:spPr>
          <a:xfrm>
            <a:off x="1874907" y="5134880"/>
            <a:ext cx="8047187" cy="851058"/>
          </a:xfrm>
          <a:prstGeom prst="rect">
            <a:avLst/>
          </a:prstGeom>
          <a:solidFill>
            <a:srgbClr val="AFF3E3"/>
          </a:solidFill>
          <a:ln w="12700" cap="flat" cmpd="sng" algn="ctr">
            <a:noFill/>
            <a:prstDash val="solid"/>
            <a:miter lim="800000"/>
          </a:ln>
          <a:effectLst>
            <a:outerShdw blurRad="50800" dist="38100" dir="5400000" algn="t" rotWithShape="0">
              <a:prstClr val="black">
                <a:alpha val="40000"/>
              </a:prstClr>
            </a:outerShdw>
          </a:effectLst>
        </p:spPr>
        <p:txBody>
          <a:bodyPr rtlCol="0" anchor="ctr"/>
          <a:lstStyle/>
          <a:p>
            <a:pPr algn="ctr" defTabSz="1097143">
              <a:defRPr/>
            </a:pPr>
            <a:endParaRPr lang="ko-KR" altLang="en-US" sz="3240" kern="0">
              <a:solidFill>
                <a:prstClr val="white"/>
              </a:solidFill>
              <a:latin typeface="Arial"/>
            </a:endParaRPr>
          </a:p>
        </p:txBody>
      </p:sp>
      <p:grpSp>
        <p:nvGrpSpPr>
          <p:cNvPr id="27" name="Group 26">
            <a:extLst>
              <a:ext uri="{FF2B5EF4-FFF2-40B4-BE49-F238E27FC236}">
                <a16:creationId xmlns:a16="http://schemas.microsoft.com/office/drawing/2014/main" id="{2F6A9E94-44B8-477E-9CE9-740946E89171}"/>
              </a:ext>
            </a:extLst>
          </p:cNvPr>
          <p:cNvGrpSpPr/>
          <p:nvPr/>
        </p:nvGrpSpPr>
        <p:grpSpPr>
          <a:xfrm flipH="1">
            <a:off x="1605917" y="4788892"/>
            <a:ext cx="7597823" cy="571032"/>
            <a:chOff x="1487532" y="2017033"/>
            <a:chExt cx="2952328" cy="376914"/>
          </a:xfrm>
          <a:effectLst>
            <a:outerShdw blurRad="50800" dist="38100" dir="8100000" algn="tr" rotWithShape="0">
              <a:prstClr val="black">
                <a:alpha val="40000"/>
              </a:prstClr>
            </a:outerShdw>
          </a:effectLst>
        </p:grpSpPr>
        <p:sp>
          <p:nvSpPr>
            <p:cNvPr id="28" name="Rectangle 9">
              <a:extLst>
                <a:ext uri="{FF2B5EF4-FFF2-40B4-BE49-F238E27FC236}">
                  <a16:creationId xmlns:a16="http://schemas.microsoft.com/office/drawing/2014/main" id="{8393D1AF-A58B-4A78-894E-4278BF7AAFB3}"/>
                </a:ext>
              </a:extLst>
            </p:cNvPr>
            <p:cNvSpPr/>
            <p:nvPr/>
          </p:nvSpPr>
          <p:spPr>
            <a:xfrm>
              <a:off x="4319543" y="2027138"/>
              <a:ext cx="115353" cy="366809"/>
            </a:xfrm>
            <a:custGeom>
              <a:avLst/>
              <a:gdLst>
                <a:gd name="connsiteX0" fmla="*/ 0 w 914400"/>
                <a:gd name="connsiteY0" fmla="*/ 0 h 914400"/>
                <a:gd name="connsiteX1" fmla="*/ 914400 w 914400"/>
                <a:gd name="connsiteY1" fmla="*/ 0 h 914400"/>
                <a:gd name="connsiteX2" fmla="*/ 914400 w 914400"/>
                <a:gd name="connsiteY2" fmla="*/ 914400 h 914400"/>
                <a:gd name="connsiteX3" fmla="*/ 0 w 914400"/>
                <a:gd name="connsiteY3" fmla="*/ 914400 h 914400"/>
                <a:gd name="connsiteX4" fmla="*/ 0 w 914400"/>
                <a:gd name="connsiteY4" fmla="*/ 0 h 914400"/>
                <a:gd name="connsiteX0" fmla="*/ 0 w 914400"/>
                <a:gd name="connsiteY0" fmla="*/ 292963 h 1207363"/>
                <a:gd name="connsiteX1" fmla="*/ 914400 w 914400"/>
                <a:gd name="connsiteY1" fmla="*/ 0 h 1207363"/>
                <a:gd name="connsiteX2" fmla="*/ 914400 w 914400"/>
                <a:gd name="connsiteY2" fmla="*/ 1207363 h 1207363"/>
                <a:gd name="connsiteX3" fmla="*/ 0 w 914400"/>
                <a:gd name="connsiteY3" fmla="*/ 1207363 h 1207363"/>
                <a:gd name="connsiteX4" fmla="*/ 0 w 914400"/>
                <a:gd name="connsiteY4" fmla="*/ 292963 h 1207363"/>
                <a:gd name="connsiteX0" fmla="*/ 612559 w 914400"/>
                <a:gd name="connsiteY0" fmla="*/ 8877 h 1207363"/>
                <a:gd name="connsiteX1" fmla="*/ 914400 w 914400"/>
                <a:gd name="connsiteY1" fmla="*/ 0 h 1207363"/>
                <a:gd name="connsiteX2" fmla="*/ 914400 w 914400"/>
                <a:gd name="connsiteY2" fmla="*/ 1207363 h 1207363"/>
                <a:gd name="connsiteX3" fmla="*/ 0 w 914400"/>
                <a:gd name="connsiteY3" fmla="*/ 1207363 h 1207363"/>
                <a:gd name="connsiteX4" fmla="*/ 612559 w 914400"/>
                <a:gd name="connsiteY4" fmla="*/ 8877 h 1207363"/>
                <a:gd name="connsiteX0" fmla="*/ 0 w 301841"/>
                <a:gd name="connsiteY0" fmla="*/ 8877 h 1207363"/>
                <a:gd name="connsiteX1" fmla="*/ 301841 w 301841"/>
                <a:gd name="connsiteY1" fmla="*/ 0 h 1207363"/>
                <a:gd name="connsiteX2" fmla="*/ 301841 w 301841"/>
                <a:gd name="connsiteY2" fmla="*/ 1207363 h 1207363"/>
                <a:gd name="connsiteX3" fmla="*/ 186432 w 301841"/>
                <a:gd name="connsiteY3" fmla="*/ 408372 h 1207363"/>
                <a:gd name="connsiteX4" fmla="*/ 0 w 301841"/>
                <a:gd name="connsiteY4" fmla="*/ 8877 h 1207363"/>
                <a:gd name="connsiteX0" fmla="*/ 0 w 133166"/>
                <a:gd name="connsiteY0" fmla="*/ 0 h 1207364"/>
                <a:gd name="connsiteX1" fmla="*/ 133166 w 133166"/>
                <a:gd name="connsiteY1" fmla="*/ 1 h 1207364"/>
                <a:gd name="connsiteX2" fmla="*/ 133166 w 133166"/>
                <a:gd name="connsiteY2" fmla="*/ 1207364 h 1207364"/>
                <a:gd name="connsiteX3" fmla="*/ 17757 w 133166"/>
                <a:gd name="connsiteY3" fmla="*/ 408373 h 1207364"/>
                <a:gd name="connsiteX4" fmla="*/ 0 w 133166"/>
                <a:gd name="connsiteY4" fmla="*/ 0 h 1207364"/>
                <a:gd name="connsiteX0" fmla="*/ 0 w 142044"/>
                <a:gd name="connsiteY0" fmla="*/ 0 h 408373"/>
                <a:gd name="connsiteX1" fmla="*/ 133166 w 142044"/>
                <a:gd name="connsiteY1" fmla="*/ 1 h 408373"/>
                <a:gd name="connsiteX2" fmla="*/ 142044 w 142044"/>
                <a:gd name="connsiteY2" fmla="*/ 301842 h 408373"/>
                <a:gd name="connsiteX3" fmla="*/ 17757 w 142044"/>
                <a:gd name="connsiteY3" fmla="*/ 408373 h 408373"/>
                <a:gd name="connsiteX4" fmla="*/ 0 w 142044"/>
                <a:gd name="connsiteY4" fmla="*/ 0 h 408373"/>
                <a:gd name="connsiteX0" fmla="*/ 0 w 133166"/>
                <a:gd name="connsiteY0" fmla="*/ 0 h 408373"/>
                <a:gd name="connsiteX1" fmla="*/ 133166 w 133166"/>
                <a:gd name="connsiteY1" fmla="*/ 1 h 408373"/>
                <a:gd name="connsiteX2" fmla="*/ 118293 w 133166"/>
                <a:gd name="connsiteY2" fmla="*/ 313717 h 408373"/>
                <a:gd name="connsiteX3" fmla="*/ 17757 w 133166"/>
                <a:gd name="connsiteY3" fmla="*/ 408373 h 408373"/>
                <a:gd name="connsiteX4" fmla="*/ 0 w 133166"/>
                <a:gd name="connsiteY4" fmla="*/ 0 h 408373"/>
                <a:gd name="connsiteX0" fmla="*/ 0 w 118293"/>
                <a:gd name="connsiteY0" fmla="*/ 5937 h 414310"/>
                <a:gd name="connsiteX1" fmla="*/ 115353 w 118293"/>
                <a:gd name="connsiteY1" fmla="*/ 0 h 414310"/>
                <a:gd name="connsiteX2" fmla="*/ 118293 w 118293"/>
                <a:gd name="connsiteY2" fmla="*/ 319654 h 414310"/>
                <a:gd name="connsiteX3" fmla="*/ 17757 w 118293"/>
                <a:gd name="connsiteY3" fmla="*/ 414310 h 414310"/>
                <a:gd name="connsiteX4" fmla="*/ 0 w 118293"/>
                <a:gd name="connsiteY4" fmla="*/ 5937 h 414310"/>
                <a:gd name="connsiteX0" fmla="*/ 0 w 118293"/>
                <a:gd name="connsiteY0" fmla="*/ 5937 h 366809"/>
                <a:gd name="connsiteX1" fmla="*/ 115353 w 118293"/>
                <a:gd name="connsiteY1" fmla="*/ 0 h 366809"/>
                <a:gd name="connsiteX2" fmla="*/ 118293 w 118293"/>
                <a:gd name="connsiteY2" fmla="*/ 319654 h 366809"/>
                <a:gd name="connsiteX3" fmla="*/ 5882 w 118293"/>
                <a:gd name="connsiteY3" fmla="*/ 366809 h 366809"/>
                <a:gd name="connsiteX4" fmla="*/ 0 w 118293"/>
                <a:gd name="connsiteY4" fmla="*/ 5937 h 366809"/>
                <a:gd name="connsiteX0" fmla="*/ 0 w 115353"/>
                <a:gd name="connsiteY0" fmla="*/ 5937 h 366809"/>
                <a:gd name="connsiteX1" fmla="*/ 115353 w 115353"/>
                <a:gd name="connsiteY1" fmla="*/ 0 h 366809"/>
                <a:gd name="connsiteX2" fmla="*/ 112356 w 115353"/>
                <a:gd name="connsiteY2" fmla="*/ 278091 h 366809"/>
                <a:gd name="connsiteX3" fmla="*/ 5882 w 115353"/>
                <a:gd name="connsiteY3" fmla="*/ 366809 h 366809"/>
                <a:gd name="connsiteX4" fmla="*/ 0 w 115353"/>
                <a:gd name="connsiteY4" fmla="*/ 5937 h 3668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353" h="366809">
                  <a:moveTo>
                    <a:pt x="0" y="5937"/>
                  </a:moveTo>
                  <a:lnTo>
                    <a:pt x="115353" y="0"/>
                  </a:lnTo>
                  <a:lnTo>
                    <a:pt x="112356" y="278091"/>
                  </a:lnTo>
                  <a:lnTo>
                    <a:pt x="5882" y="366809"/>
                  </a:lnTo>
                  <a:cubicBezTo>
                    <a:pt x="3921" y="246518"/>
                    <a:pt x="1961" y="126228"/>
                    <a:pt x="0" y="5937"/>
                  </a:cubicBezTo>
                  <a:close/>
                </a:path>
              </a:pathLst>
            </a:custGeom>
            <a:solidFill>
              <a:srgbClr val="1ED0A6">
                <a:lumMod val="50000"/>
              </a:srgbClr>
            </a:solidFill>
            <a:ln w="12700" cap="flat" cmpd="sng" algn="ctr">
              <a:noFill/>
              <a:prstDash val="solid"/>
              <a:miter lim="800000"/>
            </a:ln>
            <a:effectLst/>
          </p:spPr>
          <p:txBody>
            <a:bodyPr rtlCol="0" anchor="ctr"/>
            <a:lstStyle/>
            <a:p>
              <a:pPr algn="ctr" defTabSz="1097143">
                <a:defRPr/>
              </a:pPr>
              <a:endParaRPr lang="ko-KR" altLang="en-US" sz="3240" kern="0">
                <a:solidFill>
                  <a:prstClr val="white"/>
                </a:solidFill>
                <a:latin typeface="Arial"/>
              </a:endParaRPr>
            </a:p>
          </p:txBody>
        </p:sp>
        <p:sp>
          <p:nvSpPr>
            <p:cNvPr id="29" name="Rectangle 6">
              <a:extLst>
                <a:ext uri="{FF2B5EF4-FFF2-40B4-BE49-F238E27FC236}">
                  <a16:creationId xmlns:a16="http://schemas.microsoft.com/office/drawing/2014/main" id="{AD89A9FD-741D-43A7-A667-8DD66F1F7987}"/>
                </a:ext>
              </a:extLst>
            </p:cNvPr>
            <p:cNvSpPr/>
            <p:nvPr/>
          </p:nvSpPr>
          <p:spPr>
            <a:xfrm flipH="1">
              <a:off x="1487532" y="2017033"/>
              <a:ext cx="2952328" cy="288033"/>
            </a:xfrm>
            <a:custGeom>
              <a:avLst/>
              <a:gdLst>
                <a:gd name="connsiteX0" fmla="*/ 0 w 5285462"/>
                <a:gd name="connsiteY0" fmla="*/ 0 h 576064"/>
                <a:gd name="connsiteX1" fmla="*/ 4724629 w 5285462"/>
                <a:gd name="connsiteY1" fmla="*/ 0 h 576064"/>
                <a:gd name="connsiteX2" fmla="*/ 5285462 w 5285462"/>
                <a:gd name="connsiteY2" fmla="*/ 576064 h 576064"/>
                <a:gd name="connsiteX3" fmla="*/ 0 w 5285462"/>
                <a:gd name="connsiteY3" fmla="*/ 576064 h 576064"/>
                <a:gd name="connsiteX4" fmla="*/ 0 w 5285462"/>
                <a:gd name="connsiteY4" fmla="*/ 0 h 5760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85462" h="576064">
                  <a:moveTo>
                    <a:pt x="0" y="0"/>
                  </a:moveTo>
                  <a:lnTo>
                    <a:pt x="4724629" y="0"/>
                  </a:lnTo>
                  <a:lnTo>
                    <a:pt x="5285462" y="576064"/>
                  </a:lnTo>
                  <a:lnTo>
                    <a:pt x="0" y="576064"/>
                  </a:lnTo>
                  <a:lnTo>
                    <a:pt x="0" y="0"/>
                  </a:lnTo>
                  <a:close/>
                </a:path>
              </a:pathLst>
            </a:custGeom>
            <a:solidFill>
              <a:srgbClr val="1ED0A6"/>
            </a:solidFill>
            <a:ln w="12700" cap="flat" cmpd="sng" algn="ctr">
              <a:noFill/>
              <a:prstDash val="solid"/>
              <a:miter lim="800000"/>
            </a:ln>
            <a:effectLst/>
          </p:spPr>
          <p:txBody>
            <a:bodyPr rtlCol="0" anchor="ctr"/>
            <a:lstStyle/>
            <a:p>
              <a:pPr algn="ctr" defTabSz="1097143">
                <a:defRPr/>
              </a:pPr>
              <a:endParaRPr lang="ko-KR" altLang="en-US" sz="3240" kern="0">
                <a:solidFill>
                  <a:prstClr val="white"/>
                </a:solidFill>
                <a:latin typeface="Arial"/>
              </a:endParaRPr>
            </a:p>
          </p:txBody>
        </p:sp>
      </p:grpSp>
      <p:sp>
        <p:nvSpPr>
          <p:cNvPr id="30" name="Rectangle 29">
            <a:extLst>
              <a:ext uri="{FF2B5EF4-FFF2-40B4-BE49-F238E27FC236}">
                <a16:creationId xmlns:a16="http://schemas.microsoft.com/office/drawing/2014/main" id="{8C744916-50D6-4CEB-973C-F5D9A98BAAEE}"/>
              </a:ext>
            </a:extLst>
          </p:cNvPr>
          <p:cNvSpPr/>
          <p:nvPr/>
        </p:nvSpPr>
        <p:spPr>
          <a:xfrm>
            <a:off x="1605919" y="4796202"/>
            <a:ext cx="7678093" cy="467051"/>
          </a:xfrm>
          <a:prstGeom prst="rect">
            <a:avLst/>
          </a:prstGeom>
          <a:effectLst>
            <a:outerShdw blurRad="50800" dist="38100" dir="8100000" algn="tr" rotWithShape="0">
              <a:prstClr val="black">
                <a:alpha val="40000"/>
              </a:prstClr>
            </a:outerShdw>
          </a:effectLst>
        </p:spPr>
        <p:txBody>
          <a:bodyPr wrap="square">
            <a:spAutoFit/>
          </a:bodyPr>
          <a:lstStyle/>
          <a:p>
            <a:pPr algn="just">
              <a:lnSpc>
                <a:spcPct val="110000"/>
              </a:lnSpc>
            </a:pPr>
            <a:r>
              <a:rPr lang="en-US" altLang="en-US" sz="2400" dirty="0">
                <a:solidFill>
                  <a:schemeClr val="bg1"/>
                </a:solidFill>
                <a:latin typeface="Arial" panose="020B0604020202020204" pitchFamily="34" charset="0"/>
                <a:cs typeface="Arial" panose="020B0604020202020204" pitchFamily="34" charset="0"/>
              </a:rPr>
              <a:t>IT professionals have many different relationships</a:t>
            </a:r>
          </a:p>
        </p:txBody>
      </p:sp>
      <p:sp>
        <p:nvSpPr>
          <p:cNvPr id="31" name="Rectangle 30">
            <a:extLst>
              <a:ext uri="{FF2B5EF4-FFF2-40B4-BE49-F238E27FC236}">
                <a16:creationId xmlns:a16="http://schemas.microsoft.com/office/drawing/2014/main" id="{E67373E2-F098-40B4-B098-72E446554B5F}"/>
              </a:ext>
            </a:extLst>
          </p:cNvPr>
          <p:cNvSpPr/>
          <p:nvPr/>
        </p:nvSpPr>
        <p:spPr>
          <a:xfrm>
            <a:off x="1348613" y="5403161"/>
            <a:ext cx="8822306" cy="467051"/>
          </a:xfrm>
          <a:prstGeom prst="rect">
            <a:avLst/>
          </a:prstGeom>
        </p:spPr>
        <p:txBody>
          <a:bodyPr wrap="square">
            <a:spAutoFit/>
          </a:bodyPr>
          <a:lstStyle/>
          <a:p>
            <a:pPr marL="891540" lvl="1" indent="-342900">
              <a:lnSpc>
                <a:spcPct val="110000"/>
              </a:lnSpc>
              <a:buClr>
                <a:srgbClr val="128066"/>
              </a:buClr>
              <a:buSzPct val="90000"/>
              <a:buFont typeface="Wingdings" panose="05000000000000000000" pitchFamily="2" charset="2"/>
              <a:buChar char="v"/>
            </a:pPr>
            <a:r>
              <a:rPr lang="en-US" altLang="en-US" sz="2400" dirty="0">
                <a:latin typeface="Arial" panose="020B0604020202020204" pitchFamily="34" charset="0"/>
                <a:cs typeface="Arial" panose="020B0604020202020204" pitchFamily="34" charset="0"/>
              </a:rPr>
              <a:t>Each with its own ethical issues and potential problems</a:t>
            </a:r>
          </a:p>
        </p:txBody>
      </p:sp>
      <p:sp>
        <p:nvSpPr>
          <p:cNvPr id="32" name="Rectangle 31">
            <a:extLst>
              <a:ext uri="{FF2B5EF4-FFF2-40B4-BE49-F238E27FC236}">
                <a16:creationId xmlns:a16="http://schemas.microsoft.com/office/drawing/2014/main" id="{8B45ED49-093F-4F90-AE2A-85CD8D3E440F}"/>
              </a:ext>
            </a:extLst>
          </p:cNvPr>
          <p:cNvSpPr/>
          <p:nvPr/>
        </p:nvSpPr>
        <p:spPr>
          <a:xfrm>
            <a:off x="1891305" y="6117793"/>
            <a:ext cx="8047187" cy="508206"/>
          </a:xfrm>
          <a:prstGeom prst="rect">
            <a:avLst/>
          </a:prstGeom>
          <a:solidFill>
            <a:srgbClr val="AFF3E3"/>
          </a:solidFill>
          <a:ln w="12700" cap="flat" cmpd="sng" algn="ctr">
            <a:noFill/>
            <a:prstDash val="solid"/>
            <a:miter lim="800000"/>
          </a:ln>
          <a:effectLst>
            <a:outerShdw blurRad="50800" dist="38100" dir="5400000" algn="t" rotWithShape="0">
              <a:prstClr val="black">
                <a:alpha val="40000"/>
              </a:prstClr>
            </a:outerShdw>
          </a:effectLst>
        </p:spPr>
        <p:txBody>
          <a:bodyPr rtlCol="0" anchor="ctr"/>
          <a:lstStyle/>
          <a:p>
            <a:pPr algn="ctr" defTabSz="1097143">
              <a:defRPr/>
            </a:pPr>
            <a:endParaRPr lang="ko-KR" altLang="en-US" sz="3240" kern="0">
              <a:solidFill>
                <a:prstClr val="white"/>
              </a:solidFill>
              <a:latin typeface="Arial"/>
            </a:endParaRPr>
          </a:p>
        </p:txBody>
      </p:sp>
      <p:sp>
        <p:nvSpPr>
          <p:cNvPr id="33" name="Rectangle 32">
            <a:extLst>
              <a:ext uri="{FF2B5EF4-FFF2-40B4-BE49-F238E27FC236}">
                <a16:creationId xmlns:a16="http://schemas.microsoft.com/office/drawing/2014/main" id="{6812C878-50B0-4723-BF3A-77418C95D77F}"/>
              </a:ext>
            </a:extLst>
          </p:cNvPr>
          <p:cNvSpPr/>
          <p:nvPr/>
        </p:nvSpPr>
        <p:spPr>
          <a:xfrm>
            <a:off x="1400951" y="6121765"/>
            <a:ext cx="4897049" cy="467051"/>
          </a:xfrm>
          <a:prstGeom prst="rect">
            <a:avLst/>
          </a:prstGeom>
          <a:effectLst>
            <a:outerShdw blurRad="50800" dist="38100" dir="8100000" algn="tr" rotWithShape="0">
              <a:prstClr val="black">
                <a:alpha val="40000"/>
              </a:prstClr>
            </a:outerShdw>
          </a:effectLst>
        </p:spPr>
        <p:txBody>
          <a:bodyPr wrap="square">
            <a:spAutoFit/>
          </a:bodyPr>
          <a:lstStyle/>
          <a:p>
            <a:pPr lvl="1">
              <a:lnSpc>
                <a:spcPct val="110000"/>
              </a:lnSpc>
            </a:pPr>
            <a:r>
              <a:rPr lang="en-US" altLang="en-US" sz="2400" dirty="0">
                <a:latin typeface="Arial" panose="020B0604020202020204" pitchFamily="34" charset="0"/>
                <a:cs typeface="Arial" panose="020B0604020202020204" pitchFamily="34" charset="0"/>
              </a:rPr>
              <a:t>Professional code of ethics</a:t>
            </a:r>
          </a:p>
        </p:txBody>
      </p:sp>
      <p:sp>
        <p:nvSpPr>
          <p:cNvPr id="34" name="Rectangle 33">
            <a:extLst>
              <a:ext uri="{FF2B5EF4-FFF2-40B4-BE49-F238E27FC236}">
                <a16:creationId xmlns:a16="http://schemas.microsoft.com/office/drawing/2014/main" id="{08E63D59-A58C-4616-9E99-3C1C8040D8F7}"/>
              </a:ext>
            </a:extLst>
          </p:cNvPr>
          <p:cNvSpPr/>
          <p:nvPr/>
        </p:nvSpPr>
        <p:spPr>
          <a:xfrm>
            <a:off x="1872737" y="6732305"/>
            <a:ext cx="8065754" cy="508206"/>
          </a:xfrm>
          <a:prstGeom prst="rect">
            <a:avLst/>
          </a:prstGeom>
          <a:solidFill>
            <a:srgbClr val="AFF3E3"/>
          </a:solidFill>
          <a:ln w="12700" cap="flat" cmpd="sng" algn="ctr">
            <a:noFill/>
            <a:prstDash val="solid"/>
            <a:miter lim="800000"/>
          </a:ln>
          <a:effectLst>
            <a:outerShdw blurRad="50800" dist="38100" dir="5400000" algn="t" rotWithShape="0">
              <a:prstClr val="black">
                <a:alpha val="40000"/>
              </a:prstClr>
            </a:outerShdw>
          </a:effectLst>
        </p:spPr>
        <p:txBody>
          <a:bodyPr rtlCol="0" anchor="ctr"/>
          <a:lstStyle/>
          <a:p>
            <a:pPr algn="ctr" defTabSz="1097143">
              <a:defRPr/>
            </a:pPr>
            <a:endParaRPr lang="ko-KR" altLang="en-US" sz="3240" kern="0">
              <a:solidFill>
                <a:prstClr val="white"/>
              </a:solidFill>
              <a:latin typeface="Arial"/>
            </a:endParaRPr>
          </a:p>
        </p:txBody>
      </p:sp>
      <p:sp>
        <p:nvSpPr>
          <p:cNvPr id="36" name="Rectangle 35">
            <a:extLst>
              <a:ext uri="{FF2B5EF4-FFF2-40B4-BE49-F238E27FC236}">
                <a16:creationId xmlns:a16="http://schemas.microsoft.com/office/drawing/2014/main" id="{E7999B28-E55F-4003-8EAD-67B6470DE5E8}"/>
              </a:ext>
            </a:extLst>
          </p:cNvPr>
          <p:cNvSpPr/>
          <p:nvPr/>
        </p:nvSpPr>
        <p:spPr>
          <a:xfrm>
            <a:off x="1414511" y="6740893"/>
            <a:ext cx="7085489" cy="467051"/>
          </a:xfrm>
          <a:prstGeom prst="rect">
            <a:avLst/>
          </a:prstGeom>
          <a:effectLst>
            <a:outerShdw blurRad="50800" dist="38100" dir="8100000" algn="tr" rotWithShape="0">
              <a:prstClr val="black">
                <a:alpha val="40000"/>
              </a:prstClr>
            </a:outerShdw>
          </a:effectLst>
        </p:spPr>
        <p:txBody>
          <a:bodyPr wrap="square">
            <a:spAutoFit/>
          </a:bodyPr>
          <a:lstStyle/>
          <a:p>
            <a:pPr lvl="1">
              <a:lnSpc>
                <a:spcPct val="110000"/>
              </a:lnSpc>
            </a:pPr>
            <a:r>
              <a:rPr lang="en-US" altLang="en-US" sz="2400" dirty="0">
                <a:latin typeface="Arial" panose="020B0604020202020204" pitchFamily="34" charset="0"/>
                <a:cs typeface="Arial" panose="020B0604020202020204" pitchFamily="34" charset="0"/>
              </a:rPr>
              <a:t>Licensing and certification of IT professionals</a:t>
            </a:r>
          </a:p>
        </p:txBody>
      </p:sp>
      <p:sp>
        <p:nvSpPr>
          <p:cNvPr id="2" name="TextBox 1">
            <a:extLst>
              <a:ext uri="{FF2B5EF4-FFF2-40B4-BE49-F238E27FC236}">
                <a16:creationId xmlns:a16="http://schemas.microsoft.com/office/drawing/2014/main" id="{6AAFCB1B-BCA8-5943-9E34-89BB64BBBAB7}"/>
              </a:ext>
            </a:extLst>
          </p:cNvPr>
          <p:cNvSpPr txBox="1"/>
          <p:nvPr/>
        </p:nvSpPr>
        <p:spPr>
          <a:xfrm>
            <a:off x="76200" y="140494"/>
            <a:ext cx="4075342" cy="1231106"/>
          </a:xfrm>
          <a:prstGeom prst="rect">
            <a:avLst/>
          </a:prstGeom>
          <a:noFill/>
        </p:spPr>
        <p:txBody>
          <a:bodyPr wrap="square" rtlCol="0">
            <a:spAutoFit/>
          </a:bodyPr>
          <a:lstStyle/>
          <a:p>
            <a:r>
              <a:rPr lang="en-GB" altLang="en-US" sz="3700" b="1" dirty="0">
                <a:solidFill>
                  <a:schemeClr val="bg1"/>
                </a:solidFill>
                <a:cs typeface="Arial" panose="020B0604020202020204" pitchFamily="34" charset="0"/>
              </a:rPr>
              <a:t>Summary</a:t>
            </a:r>
          </a:p>
          <a:p>
            <a:endParaRPr lang="en-MM" sz="3700" dirty="0"/>
          </a:p>
        </p:txBody>
      </p:sp>
      <p:sp>
        <p:nvSpPr>
          <p:cNvPr id="5" name="Footer Placeholder 4">
            <a:extLst>
              <a:ext uri="{FF2B5EF4-FFF2-40B4-BE49-F238E27FC236}">
                <a16:creationId xmlns:a16="http://schemas.microsoft.com/office/drawing/2014/main" id="{1728F78C-F160-D04E-B15F-877A68E4405F}"/>
              </a:ext>
            </a:extLst>
          </p:cNvPr>
          <p:cNvSpPr>
            <a:spLocks noGrp="1"/>
          </p:cNvSpPr>
          <p:nvPr>
            <p:ph type="ftr" sz="quarter" idx="11"/>
          </p:nvPr>
        </p:nvSpPr>
        <p:spPr/>
        <p:txBody>
          <a:bodyPr/>
          <a:lstStyle/>
          <a:p>
            <a:r>
              <a:rPr lang="en-US" smtClean="0"/>
              <a:t>Myanmar Institute of Information Technology, MIIT</a:t>
            </a:r>
            <a:endParaRPr lang="en-US"/>
          </a:p>
        </p:txBody>
      </p:sp>
      <p:sp>
        <p:nvSpPr>
          <p:cNvPr id="6" name="Date Placeholder 5"/>
          <p:cNvSpPr>
            <a:spLocks noGrp="1"/>
          </p:cNvSpPr>
          <p:nvPr>
            <p:ph type="dt" sz="half" idx="10"/>
          </p:nvPr>
        </p:nvSpPr>
        <p:spPr/>
        <p:txBody>
          <a:bodyPr/>
          <a:lstStyle/>
          <a:p>
            <a:fld id="{0C19050B-83E9-46C7-977C-2964CFCEF2FF}" type="datetime1">
              <a:rPr lang="en-US" smtClean="0"/>
              <a:t>9/8/2025</a:t>
            </a:fld>
            <a:endParaRPr lang="en-US"/>
          </a:p>
        </p:txBody>
      </p:sp>
    </p:spTree>
    <p:extLst>
      <p:ext uri="{BB962C8B-B14F-4D97-AF65-F5344CB8AC3E}">
        <p14:creationId xmlns:p14="http://schemas.microsoft.com/office/powerpoint/2010/main" val="29924138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inVertical)">
                                      <p:cBhvr>
                                        <p:cTn id="7" dur="500"/>
                                        <p:tgtEl>
                                          <p:spTgt spid="8"/>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barn(inVertical)">
                                      <p:cBhvr>
                                        <p:cTn id="10" dur="5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randombar(horizontal)">
                                      <p:cBhvr>
                                        <p:cTn id="15" dur="500"/>
                                        <p:tgtEl>
                                          <p:spTgt spid="7"/>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nodeType="clickEffect">
                                  <p:stCondLst>
                                    <p:cond delay="0"/>
                                  </p:stCondLst>
                                  <p:childTnLst>
                                    <p:set>
                                      <p:cBhvr>
                                        <p:cTn id="19" dur="1" fill="hold">
                                          <p:stCondLst>
                                            <p:cond delay="0"/>
                                          </p:stCondLst>
                                        </p:cTn>
                                        <p:tgtEl>
                                          <p:spTgt spid="11">
                                            <p:txEl>
                                              <p:pRg st="0" end="0"/>
                                            </p:txEl>
                                          </p:spTgt>
                                        </p:tgtEl>
                                        <p:attrNameLst>
                                          <p:attrName>style.visibility</p:attrName>
                                        </p:attrNameLst>
                                      </p:cBhvr>
                                      <p:to>
                                        <p:strVal val="visible"/>
                                      </p:to>
                                    </p:set>
                                    <p:animEffect transition="in" filter="barn(inVertical)">
                                      <p:cBhvr>
                                        <p:cTn id="20" dur="500"/>
                                        <p:tgtEl>
                                          <p:spTgt spid="11">
                                            <p:txEl>
                                              <p:pRg st="0" end="0"/>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6" presetClass="entr" presetSubtype="21" fill="hold" nodeType="clickEffect">
                                  <p:stCondLst>
                                    <p:cond delay="0"/>
                                  </p:stCondLst>
                                  <p:childTnLst>
                                    <p:set>
                                      <p:cBhvr>
                                        <p:cTn id="24" dur="1" fill="hold">
                                          <p:stCondLst>
                                            <p:cond delay="0"/>
                                          </p:stCondLst>
                                        </p:cTn>
                                        <p:tgtEl>
                                          <p:spTgt spid="11">
                                            <p:txEl>
                                              <p:pRg st="1" end="1"/>
                                            </p:txEl>
                                          </p:spTgt>
                                        </p:tgtEl>
                                        <p:attrNameLst>
                                          <p:attrName>style.visibility</p:attrName>
                                        </p:attrNameLst>
                                      </p:cBhvr>
                                      <p:to>
                                        <p:strVal val="visible"/>
                                      </p:to>
                                    </p:set>
                                    <p:animEffect transition="in" filter="barn(inVertical)">
                                      <p:cBhvr>
                                        <p:cTn id="25" dur="500"/>
                                        <p:tgtEl>
                                          <p:spTgt spid="11">
                                            <p:txEl>
                                              <p:pRg st="1" end="1"/>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6" presetClass="entr" presetSubtype="21" fill="hold" nodeType="clickEffect">
                                  <p:stCondLst>
                                    <p:cond delay="0"/>
                                  </p:stCondLst>
                                  <p:childTnLst>
                                    <p:set>
                                      <p:cBhvr>
                                        <p:cTn id="29" dur="1" fill="hold">
                                          <p:stCondLst>
                                            <p:cond delay="0"/>
                                          </p:stCondLst>
                                        </p:cTn>
                                        <p:tgtEl>
                                          <p:spTgt spid="11">
                                            <p:txEl>
                                              <p:pRg st="2" end="2"/>
                                            </p:txEl>
                                          </p:spTgt>
                                        </p:tgtEl>
                                        <p:attrNameLst>
                                          <p:attrName>style.visibility</p:attrName>
                                        </p:attrNameLst>
                                      </p:cBhvr>
                                      <p:to>
                                        <p:strVal val="visible"/>
                                      </p:to>
                                    </p:set>
                                    <p:animEffect transition="in" filter="barn(inVertical)">
                                      <p:cBhvr>
                                        <p:cTn id="30" dur="500"/>
                                        <p:tgtEl>
                                          <p:spTgt spid="11">
                                            <p:txEl>
                                              <p:pRg st="2" end="2"/>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6" presetClass="entr" presetSubtype="21" fill="hold" grpId="0" nodeType="clickEffect">
                                  <p:stCondLst>
                                    <p:cond delay="0"/>
                                  </p:stCondLst>
                                  <p:childTnLst>
                                    <p:set>
                                      <p:cBhvr>
                                        <p:cTn id="34" dur="1" fill="hold">
                                          <p:stCondLst>
                                            <p:cond delay="0"/>
                                          </p:stCondLst>
                                        </p:cTn>
                                        <p:tgtEl>
                                          <p:spTgt spid="21"/>
                                        </p:tgtEl>
                                        <p:attrNameLst>
                                          <p:attrName>style.visibility</p:attrName>
                                        </p:attrNameLst>
                                      </p:cBhvr>
                                      <p:to>
                                        <p:strVal val="visible"/>
                                      </p:to>
                                    </p:set>
                                    <p:animEffect transition="in" filter="barn(inVertical)">
                                      <p:cBhvr>
                                        <p:cTn id="35" dur="500"/>
                                        <p:tgtEl>
                                          <p:spTgt spid="21"/>
                                        </p:tgtEl>
                                      </p:cBhvr>
                                    </p:animEffect>
                                  </p:childTnLst>
                                </p:cTn>
                              </p:par>
                              <p:par>
                                <p:cTn id="36" presetID="16" presetClass="entr" presetSubtype="21" fill="hold" nodeType="withEffect">
                                  <p:stCondLst>
                                    <p:cond delay="0"/>
                                  </p:stCondLst>
                                  <p:childTnLst>
                                    <p:set>
                                      <p:cBhvr>
                                        <p:cTn id="37" dur="1" fill="hold">
                                          <p:stCondLst>
                                            <p:cond delay="0"/>
                                          </p:stCondLst>
                                        </p:cTn>
                                        <p:tgtEl>
                                          <p:spTgt spid="18"/>
                                        </p:tgtEl>
                                        <p:attrNameLst>
                                          <p:attrName>style.visibility</p:attrName>
                                        </p:attrNameLst>
                                      </p:cBhvr>
                                      <p:to>
                                        <p:strVal val="visible"/>
                                      </p:to>
                                    </p:set>
                                    <p:animEffect transition="in" filter="barn(inVertical)">
                                      <p:cBhvr>
                                        <p:cTn id="38" dur="500"/>
                                        <p:tgtEl>
                                          <p:spTgt spid="18"/>
                                        </p:tgtEl>
                                      </p:cBhvr>
                                    </p:animEffect>
                                  </p:childTnLst>
                                </p:cTn>
                              </p:par>
                            </p:childTnLst>
                          </p:cTn>
                        </p:par>
                      </p:childTnLst>
                    </p:cTn>
                  </p:par>
                  <p:par>
                    <p:cTn id="39" fill="hold">
                      <p:stCondLst>
                        <p:cond delay="indefinite"/>
                      </p:stCondLst>
                      <p:childTnLst>
                        <p:par>
                          <p:cTn id="40" fill="hold">
                            <p:stCondLst>
                              <p:cond delay="0"/>
                            </p:stCondLst>
                            <p:childTnLst>
                              <p:par>
                                <p:cTn id="41" presetID="14" presetClass="entr" presetSubtype="10" fill="hold" grpId="0" nodeType="clickEffect">
                                  <p:stCondLst>
                                    <p:cond delay="0"/>
                                  </p:stCondLst>
                                  <p:childTnLst>
                                    <p:set>
                                      <p:cBhvr>
                                        <p:cTn id="42" dur="1" fill="hold">
                                          <p:stCondLst>
                                            <p:cond delay="0"/>
                                          </p:stCondLst>
                                        </p:cTn>
                                        <p:tgtEl>
                                          <p:spTgt spid="13"/>
                                        </p:tgtEl>
                                        <p:attrNameLst>
                                          <p:attrName>style.visibility</p:attrName>
                                        </p:attrNameLst>
                                      </p:cBhvr>
                                      <p:to>
                                        <p:strVal val="visible"/>
                                      </p:to>
                                    </p:set>
                                    <p:animEffect transition="in" filter="randombar(horizontal)">
                                      <p:cBhvr>
                                        <p:cTn id="43" dur="500"/>
                                        <p:tgtEl>
                                          <p:spTgt spid="13"/>
                                        </p:tgtEl>
                                      </p:cBhvr>
                                    </p:animEffect>
                                  </p:childTnLst>
                                </p:cTn>
                              </p:par>
                            </p:childTnLst>
                          </p:cTn>
                        </p:par>
                      </p:childTnLst>
                    </p:cTn>
                  </p:par>
                  <p:par>
                    <p:cTn id="44" fill="hold">
                      <p:stCondLst>
                        <p:cond delay="indefinite"/>
                      </p:stCondLst>
                      <p:childTnLst>
                        <p:par>
                          <p:cTn id="45" fill="hold">
                            <p:stCondLst>
                              <p:cond delay="0"/>
                            </p:stCondLst>
                            <p:childTnLst>
                              <p:par>
                                <p:cTn id="46" presetID="16" presetClass="entr" presetSubtype="21" fill="hold" nodeType="clickEffect">
                                  <p:stCondLst>
                                    <p:cond delay="0"/>
                                  </p:stCondLst>
                                  <p:childTnLst>
                                    <p:set>
                                      <p:cBhvr>
                                        <p:cTn id="47" dur="1" fill="hold">
                                          <p:stCondLst>
                                            <p:cond delay="0"/>
                                          </p:stCondLst>
                                        </p:cTn>
                                        <p:tgtEl>
                                          <p:spTgt spid="22">
                                            <p:txEl>
                                              <p:pRg st="0" end="0"/>
                                            </p:txEl>
                                          </p:spTgt>
                                        </p:tgtEl>
                                        <p:attrNameLst>
                                          <p:attrName>style.visibility</p:attrName>
                                        </p:attrNameLst>
                                      </p:cBhvr>
                                      <p:to>
                                        <p:strVal val="visible"/>
                                      </p:to>
                                    </p:set>
                                    <p:animEffect transition="in" filter="barn(inVertical)">
                                      <p:cBhvr>
                                        <p:cTn id="48" dur="500"/>
                                        <p:tgtEl>
                                          <p:spTgt spid="22">
                                            <p:txEl>
                                              <p:pRg st="0" end="0"/>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16" presetClass="entr" presetSubtype="21" fill="hold" nodeType="clickEffect">
                                  <p:stCondLst>
                                    <p:cond delay="0"/>
                                  </p:stCondLst>
                                  <p:childTnLst>
                                    <p:set>
                                      <p:cBhvr>
                                        <p:cTn id="52" dur="1" fill="hold">
                                          <p:stCondLst>
                                            <p:cond delay="0"/>
                                          </p:stCondLst>
                                        </p:cTn>
                                        <p:tgtEl>
                                          <p:spTgt spid="22">
                                            <p:txEl>
                                              <p:pRg st="1" end="1"/>
                                            </p:txEl>
                                          </p:spTgt>
                                        </p:tgtEl>
                                        <p:attrNameLst>
                                          <p:attrName>style.visibility</p:attrName>
                                        </p:attrNameLst>
                                      </p:cBhvr>
                                      <p:to>
                                        <p:strVal val="visible"/>
                                      </p:to>
                                    </p:set>
                                    <p:animEffect transition="in" filter="barn(inVertical)">
                                      <p:cBhvr>
                                        <p:cTn id="53" dur="500"/>
                                        <p:tgtEl>
                                          <p:spTgt spid="22">
                                            <p:txEl>
                                              <p:pRg st="1" end="1"/>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16" presetClass="entr" presetSubtype="21" fill="hold" grpId="0" nodeType="clickEffect">
                                  <p:stCondLst>
                                    <p:cond delay="0"/>
                                  </p:stCondLst>
                                  <p:childTnLst>
                                    <p:set>
                                      <p:cBhvr>
                                        <p:cTn id="57" dur="1" fill="hold">
                                          <p:stCondLst>
                                            <p:cond delay="0"/>
                                          </p:stCondLst>
                                        </p:cTn>
                                        <p:tgtEl>
                                          <p:spTgt spid="30"/>
                                        </p:tgtEl>
                                        <p:attrNameLst>
                                          <p:attrName>style.visibility</p:attrName>
                                        </p:attrNameLst>
                                      </p:cBhvr>
                                      <p:to>
                                        <p:strVal val="visible"/>
                                      </p:to>
                                    </p:set>
                                    <p:animEffect transition="in" filter="barn(inVertical)">
                                      <p:cBhvr>
                                        <p:cTn id="58" dur="500"/>
                                        <p:tgtEl>
                                          <p:spTgt spid="30"/>
                                        </p:tgtEl>
                                      </p:cBhvr>
                                    </p:animEffect>
                                  </p:childTnLst>
                                </p:cTn>
                              </p:par>
                              <p:par>
                                <p:cTn id="59" presetID="16" presetClass="entr" presetSubtype="21" fill="hold" nodeType="withEffect">
                                  <p:stCondLst>
                                    <p:cond delay="0"/>
                                  </p:stCondLst>
                                  <p:childTnLst>
                                    <p:set>
                                      <p:cBhvr>
                                        <p:cTn id="60" dur="1" fill="hold">
                                          <p:stCondLst>
                                            <p:cond delay="0"/>
                                          </p:stCondLst>
                                        </p:cTn>
                                        <p:tgtEl>
                                          <p:spTgt spid="27"/>
                                        </p:tgtEl>
                                        <p:attrNameLst>
                                          <p:attrName>style.visibility</p:attrName>
                                        </p:attrNameLst>
                                      </p:cBhvr>
                                      <p:to>
                                        <p:strVal val="visible"/>
                                      </p:to>
                                    </p:set>
                                    <p:animEffect transition="in" filter="barn(inVertical)">
                                      <p:cBhvr>
                                        <p:cTn id="61" dur="500"/>
                                        <p:tgtEl>
                                          <p:spTgt spid="27"/>
                                        </p:tgtEl>
                                      </p:cBhvr>
                                    </p:animEffect>
                                  </p:childTnLst>
                                </p:cTn>
                              </p:par>
                            </p:childTnLst>
                          </p:cTn>
                        </p:par>
                      </p:childTnLst>
                    </p:cTn>
                  </p:par>
                  <p:par>
                    <p:cTn id="62" fill="hold">
                      <p:stCondLst>
                        <p:cond delay="indefinite"/>
                      </p:stCondLst>
                      <p:childTnLst>
                        <p:par>
                          <p:cTn id="63" fill="hold">
                            <p:stCondLst>
                              <p:cond delay="0"/>
                            </p:stCondLst>
                            <p:childTnLst>
                              <p:par>
                                <p:cTn id="64" presetID="14" presetClass="entr" presetSubtype="10" fill="hold" grpId="0" nodeType="click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randombar(horizontal)">
                                      <p:cBhvr>
                                        <p:cTn id="66" dur="500"/>
                                        <p:tgtEl>
                                          <p:spTgt spid="23"/>
                                        </p:tgtEl>
                                      </p:cBhvr>
                                    </p:animEffect>
                                  </p:childTnLst>
                                </p:cTn>
                              </p:par>
                              <p:par>
                                <p:cTn id="67" presetID="16" presetClass="entr" presetSubtype="21" fill="hold" grpId="0" nodeType="withEffect">
                                  <p:stCondLst>
                                    <p:cond delay="0"/>
                                  </p:stCondLst>
                                  <p:childTnLst>
                                    <p:set>
                                      <p:cBhvr>
                                        <p:cTn id="68" dur="1" fill="hold">
                                          <p:stCondLst>
                                            <p:cond delay="0"/>
                                          </p:stCondLst>
                                        </p:cTn>
                                        <p:tgtEl>
                                          <p:spTgt spid="31"/>
                                        </p:tgtEl>
                                        <p:attrNameLst>
                                          <p:attrName>style.visibility</p:attrName>
                                        </p:attrNameLst>
                                      </p:cBhvr>
                                      <p:to>
                                        <p:strVal val="visible"/>
                                      </p:to>
                                    </p:set>
                                    <p:animEffect transition="in" filter="barn(inVertical)">
                                      <p:cBhvr>
                                        <p:cTn id="69" dur="500"/>
                                        <p:tgtEl>
                                          <p:spTgt spid="31"/>
                                        </p:tgtEl>
                                      </p:cBhvr>
                                    </p:animEffect>
                                  </p:childTnLst>
                                </p:cTn>
                              </p:par>
                            </p:childTnLst>
                          </p:cTn>
                        </p:par>
                      </p:childTnLst>
                    </p:cTn>
                  </p:par>
                  <p:par>
                    <p:cTn id="70" fill="hold">
                      <p:stCondLst>
                        <p:cond delay="indefinite"/>
                      </p:stCondLst>
                      <p:childTnLst>
                        <p:par>
                          <p:cTn id="71" fill="hold">
                            <p:stCondLst>
                              <p:cond delay="0"/>
                            </p:stCondLst>
                            <p:childTnLst>
                              <p:par>
                                <p:cTn id="72" presetID="16" presetClass="entr" presetSubtype="21" fill="hold" grpId="0" nodeType="clickEffect">
                                  <p:stCondLst>
                                    <p:cond delay="0"/>
                                  </p:stCondLst>
                                  <p:childTnLst>
                                    <p:set>
                                      <p:cBhvr>
                                        <p:cTn id="73" dur="1" fill="hold">
                                          <p:stCondLst>
                                            <p:cond delay="0"/>
                                          </p:stCondLst>
                                        </p:cTn>
                                        <p:tgtEl>
                                          <p:spTgt spid="33"/>
                                        </p:tgtEl>
                                        <p:attrNameLst>
                                          <p:attrName>style.visibility</p:attrName>
                                        </p:attrNameLst>
                                      </p:cBhvr>
                                      <p:to>
                                        <p:strVal val="visible"/>
                                      </p:to>
                                    </p:set>
                                    <p:animEffect transition="in" filter="barn(inVertical)">
                                      <p:cBhvr>
                                        <p:cTn id="74" dur="500"/>
                                        <p:tgtEl>
                                          <p:spTgt spid="33"/>
                                        </p:tgtEl>
                                      </p:cBhvr>
                                    </p:animEffect>
                                  </p:childTnLst>
                                </p:cTn>
                              </p:par>
                              <p:par>
                                <p:cTn id="75" presetID="14" presetClass="entr" presetSubtype="10" fill="hold" grpId="0" nodeType="withEffect">
                                  <p:stCondLst>
                                    <p:cond delay="0"/>
                                  </p:stCondLst>
                                  <p:childTnLst>
                                    <p:set>
                                      <p:cBhvr>
                                        <p:cTn id="76" dur="1" fill="hold">
                                          <p:stCondLst>
                                            <p:cond delay="0"/>
                                          </p:stCondLst>
                                        </p:cTn>
                                        <p:tgtEl>
                                          <p:spTgt spid="32"/>
                                        </p:tgtEl>
                                        <p:attrNameLst>
                                          <p:attrName>style.visibility</p:attrName>
                                        </p:attrNameLst>
                                      </p:cBhvr>
                                      <p:to>
                                        <p:strVal val="visible"/>
                                      </p:to>
                                    </p:set>
                                    <p:animEffect transition="in" filter="randombar(horizontal)">
                                      <p:cBhvr>
                                        <p:cTn id="77" dur="500"/>
                                        <p:tgtEl>
                                          <p:spTgt spid="32"/>
                                        </p:tgtEl>
                                      </p:cBhvr>
                                    </p:animEffect>
                                  </p:childTnLst>
                                </p:cTn>
                              </p:par>
                            </p:childTnLst>
                          </p:cTn>
                        </p:par>
                      </p:childTnLst>
                    </p:cTn>
                  </p:par>
                  <p:par>
                    <p:cTn id="78" fill="hold">
                      <p:stCondLst>
                        <p:cond delay="indefinite"/>
                      </p:stCondLst>
                      <p:childTnLst>
                        <p:par>
                          <p:cTn id="79" fill="hold">
                            <p:stCondLst>
                              <p:cond delay="0"/>
                            </p:stCondLst>
                            <p:childTnLst>
                              <p:par>
                                <p:cTn id="80" presetID="16" presetClass="entr" presetSubtype="21" fill="hold" grpId="0" nodeType="clickEffect">
                                  <p:stCondLst>
                                    <p:cond delay="0"/>
                                  </p:stCondLst>
                                  <p:childTnLst>
                                    <p:set>
                                      <p:cBhvr>
                                        <p:cTn id="81" dur="1" fill="hold">
                                          <p:stCondLst>
                                            <p:cond delay="0"/>
                                          </p:stCondLst>
                                        </p:cTn>
                                        <p:tgtEl>
                                          <p:spTgt spid="36"/>
                                        </p:tgtEl>
                                        <p:attrNameLst>
                                          <p:attrName>style.visibility</p:attrName>
                                        </p:attrNameLst>
                                      </p:cBhvr>
                                      <p:to>
                                        <p:strVal val="visible"/>
                                      </p:to>
                                    </p:set>
                                    <p:animEffect transition="in" filter="barn(inVertical)">
                                      <p:cBhvr>
                                        <p:cTn id="82" dur="500"/>
                                        <p:tgtEl>
                                          <p:spTgt spid="36"/>
                                        </p:tgtEl>
                                      </p:cBhvr>
                                    </p:animEffect>
                                  </p:childTnLst>
                                </p:cTn>
                              </p:par>
                              <p:par>
                                <p:cTn id="83" presetID="14" presetClass="entr" presetSubtype="10" fill="hold" grpId="0" nodeType="withEffect">
                                  <p:stCondLst>
                                    <p:cond delay="0"/>
                                  </p:stCondLst>
                                  <p:childTnLst>
                                    <p:set>
                                      <p:cBhvr>
                                        <p:cTn id="84" dur="1" fill="hold">
                                          <p:stCondLst>
                                            <p:cond delay="0"/>
                                          </p:stCondLst>
                                        </p:cTn>
                                        <p:tgtEl>
                                          <p:spTgt spid="34"/>
                                        </p:tgtEl>
                                        <p:attrNameLst>
                                          <p:attrName>style.visibility</p:attrName>
                                        </p:attrNameLst>
                                      </p:cBhvr>
                                      <p:to>
                                        <p:strVal val="visible"/>
                                      </p:to>
                                    </p:set>
                                    <p:animEffect transition="in" filter="randombar(horizontal)">
                                      <p:cBhvr>
                                        <p:cTn id="85"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3" grpId="0"/>
      <p:bldP spid="13" grpId="0" animBg="1"/>
      <p:bldP spid="21" grpId="0"/>
      <p:bldP spid="23" grpId="0" animBg="1"/>
      <p:bldP spid="30" grpId="0"/>
      <p:bldP spid="31" grpId="0"/>
      <p:bldP spid="32" grpId="0" animBg="1"/>
      <p:bldP spid="33" grpId="0"/>
      <p:bldP spid="34" grpId="0" animBg="1"/>
      <p:bldP spid="36" grpId="0"/>
    </p:bldLst>
  </p:timing>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2" name="직사각형 19">
            <a:extLst>
              <a:ext uri="{FF2B5EF4-FFF2-40B4-BE49-F238E27FC236}">
                <a16:creationId xmlns:a16="http://schemas.microsoft.com/office/drawing/2014/main" id="{F5933B9A-4FB9-A848-BC7B-38346DE5C860}"/>
              </a:ext>
            </a:extLst>
          </p:cNvPr>
          <p:cNvSpPr/>
          <p:nvPr/>
        </p:nvSpPr>
        <p:spPr>
          <a:xfrm>
            <a:off x="60961" y="171450"/>
            <a:ext cx="13008863" cy="681988"/>
          </a:xfrm>
          <a:prstGeom prst="rect">
            <a:avLst/>
          </a:prstGeom>
          <a:solidFill>
            <a:schemeClr val="accent5">
              <a:lumMod val="75000"/>
            </a:schemeClr>
          </a:solidFill>
        </p:spPr>
        <p:txBody>
          <a:bodyPr wrap="square" lIns="111511" tIns="55756" rIns="111511" bIns="55756"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95585">
              <a:defRPr/>
            </a:pPr>
            <a:endParaRPr lang="en-US" altLang="ko-KR" sz="3700" b="1" kern="0" dirty="0">
              <a:solidFill>
                <a:schemeClr val="bg1"/>
              </a:solidFill>
              <a:latin typeface="Arial" panose="020B0604020202020204" pitchFamily="34" charset="0"/>
              <a:ea typeface="맑은 고딕" panose="020B0503020000020004" pitchFamily="34" charset="-127"/>
              <a:cs typeface="Arial" panose="020B0604020202020204" pitchFamily="34" charset="0"/>
            </a:endParaRPr>
          </a:p>
        </p:txBody>
      </p:sp>
      <p:sp>
        <p:nvSpPr>
          <p:cNvPr id="4" name="Slide Number Placeholder 3">
            <a:extLst>
              <a:ext uri="{FF2B5EF4-FFF2-40B4-BE49-F238E27FC236}">
                <a16:creationId xmlns:a16="http://schemas.microsoft.com/office/drawing/2014/main" id="{EE39CD3E-7BDF-4AE0-93B3-C49CA8F0D23F}"/>
              </a:ext>
            </a:extLst>
          </p:cNvPr>
          <p:cNvSpPr>
            <a:spLocks noGrp="1"/>
          </p:cNvSpPr>
          <p:nvPr>
            <p:ph type="sldNum" sz="quarter" idx="12"/>
          </p:nvPr>
        </p:nvSpPr>
        <p:spPr/>
        <p:txBody>
          <a:bodyPr/>
          <a:lstStyle/>
          <a:p>
            <a:fld id="{9B08F086-0AA8-4846-9116-C6B69902F758}" type="slidenum">
              <a:rPr lang="en-US" smtClean="0"/>
              <a:t>12</a:t>
            </a:fld>
            <a:endParaRPr lang="en-US"/>
          </a:p>
        </p:txBody>
      </p:sp>
      <p:sp>
        <p:nvSpPr>
          <p:cNvPr id="8" name="Oval 7">
            <a:extLst>
              <a:ext uri="{FF2B5EF4-FFF2-40B4-BE49-F238E27FC236}">
                <a16:creationId xmlns:a16="http://schemas.microsoft.com/office/drawing/2014/main" id="{14077246-771A-4D9B-B66C-C2776BA00927}"/>
              </a:ext>
            </a:extLst>
          </p:cNvPr>
          <p:cNvSpPr/>
          <p:nvPr/>
        </p:nvSpPr>
        <p:spPr>
          <a:xfrm>
            <a:off x="2490328" y="4288172"/>
            <a:ext cx="521160" cy="501658"/>
          </a:xfrm>
          <a:prstGeom prst="ellipse">
            <a:avLst/>
          </a:prstGeom>
          <a:solidFill>
            <a:sysClr val="window" lastClr="FFFFFF"/>
          </a:solidFill>
          <a:ln w="12700" cap="flat" cmpd="sng" algn="ctr">
            <a:solidFill>
              <a:schemeClr val="accent2">
                <a:lumMod val="50000"/>
              </a:schemeClr>
            </a:solidFill>
            <a:prstDash val="solid"/>
          </a:ln>
          <a:effectLst>
            <a:outerShdw blurRad="63500" sx="102000" sy="102000" algn="ctr" rotWithShape="0">
              <a:prstClr val="black">
                <a:alpha val="40000"/>
              </a:prstClr>
            </a:outerShdw>
          </a:effectLst>
        </p:spPr>
        <p:txBody>
          <a:bodyPr rtlCol="0" anchor="ctr"/>
          <a:lstStyle/>
          <a:p>
            <a:pPr algn="ctr" defTabSz="1097280" latinLnBrk="1">
              <a:defRPr/>
            </a:pPr>
            <a:endParaRPr lang="ko-KR" altLang="en-US" sz="2160" kern="0">
              <a:solidFill>
                <a:prstClr val="white"/>
              </a:solidFill>
              <a:latin typeface="Arial"/>
            </a:endParaRPr>
          </a:p>
        </p:txBody>
      </p:sp>
      <p:sp>
        <p:nvSpPr>
          <p:cNvPr id="17" name="Oval 16">
            <a:extLst>
              <a:ext uri="{FF2B5EF4-FFF2-40B4-BE49-F238E27FC236}">
                <a16:creationId xmlns:a16="http://schemas.microsoft.com/office/drawing/2014/main" id="{85205EC7-73B0-4F27-ACA9-BC36F49A19CA}"/>
              </a:ext>
            </a:extLst>
          </p:cNvPr>
          <p:cNvSpPr/>
          <p:nvPr/>
        </p:nvSpPr>
        <p:spPr>
          <a:xfrm>
            <a:off x="2481263" y="3630590"/>
            <a:ext cx="521160" cy="501658"/>
          </a:xfrm>
          <a:prstGeom prst="ellipse">
            <a:avLst/>
          </a:prstGeom>
          <a:solidFill>
            <a:sysClr val="window" lastClr="FFFFFF"/>
          </a:solidFill>
          <a:ln w="12700" cap="flat" cmpd="sng" algn="ctr">
            <a:solidFill>
              <a:srgbClr val="00B050"/>
            </a:solidFill>
            <a:prstDash val="solid"/>
          </a:ln>
          <a:effectLst>
            <a:outerShdw blurRad="63500" sx="102000" sy="102000" algn="ctr" rotWithShape="0">
              <a:prstClr val="black">
                <a:alpha val="40000"/>
              </a:prstClr>
            </a:outerShdw>
          </a:effectLst>
        </p:spPr>
        <p:txBody>
          <a:bodyPr rtlCol="0" anchor="ctr"/>
          <a:lstStyle/>
          <a:p>
            <a:pPr algn="ctr" defTabSz="1097280" latinLnBrk="1">
              <a:defRPr/>
            </a:pPr>
            <a:endParaRPr lang="ko-KR" altLang="en-US" sz="2160" kern="0">
              <a:solidFill>
                <a:prstClr val="white"/>
              </a:solidFill>
              <a:latin typeface="Arial"/>
            </a:endParaRPr>
          </a:p>
        </p:txBody>
      </p:sp>
      <p:sp>
        <p:nvSpPr>
          <p:cNvPr id="18" name="Oval 17">
            <a:extLst>
              <a:ext uri="{FF2B5EF4-FFF2-40B4-BE49-F238E27FC236}">
                <a16:creationId xmlns:a16="http://schemas.microsoft.com/office/drawing/2014/main" id="{F71CE478-E754-4EFB-AEC7-9A53D87E64B4}"/>
              </a:ext>
            </a:extLst>
          </p:cNvPr>
          <p:cNvSpPr/>
          <p:nvPr/>
        </p:nvSpPr>
        <p:spPr>
          <a:xfrm>
            <a:off x="2481263" y="2962452"/>
            <a:ext cx="521160" cy="501658"/>
          </a:xfrm>
          <a:prstGeom prst="ellipse">
            <a:avLst/>
          </a:prstGeom>
          <a:solidFill>
            <a:sysClr val="window" lastClr="FFFFFF"/>
          </a:solidFill>
          <a:ln w="12700" cap="flat" cmpd="sng" algn="ctr">
            <a:solidFill>
              <a:srgbClr val="FFC000"/>
            </a:solidFill>
            <a:prstDash val="solid"/>
          </a:ln>
          <a:effectLst>
            <a:outerShdw blurRad="63500" sx="102000" sy="102000" algn="ctr" rotWithShape="0">
              <a:prstClr val="black">
                <a:alpha val="40000"/>
              </a:prstClr>
            </a:outerShdw>
          </a:effectLst>
        </p:spPr>
        <p:txBody>
          <a:bodyPr rtlCol="0" anchor="ctr"/>
          <a:lstStyle/>
          <a:p>
            <a:pPr algn="ctr" defTabSz="1097280" latinLnBrk="1">
              <a:defRPr/>
            </a:pPr>
            <a:endParaRPr lang="ko-KR" altLang="en-US" sz="2160" kern="0">
              <a:solidFill>
                <a:prstClr val="white"/>
              </a:solidFill>
              <a:latin typeface="Arial"/>
            </a:endParaRPr>
          </a:p>
        </p:txBody>
      </p:sp>
      <p:sp>
        <p:nvSpPr>
          <p:cNvPr id="19" name="Oval 18">
            <a:extLst>
              <a:ext uri="{FF2B5EF4-FFF2-40B4-BE49-F238E27FC236}">
                <a16:creationId xmlns:a16="http://schemas.microsoft.com/office/drawing/2014/main" id="{482B387D-898D-4B73-B5D2-D230E5214813}"/>
              </a:ext>
            </a:extLst>
          </p:cNvPr>
          <p:cNvSpPr/>
          <p:nvPr/>
        </p:nvSpPr>
        <p:spPr>
          <a:xfrm>
            <a:off x="2481263" y="2294310"/>
            <a:ext cx="521160" cy="501658"/>
          </a:xfrm>
          <a:prstGeom prst="ellipse">
            <a:avLst/>
          </a:prstGeom>
          <a:solidFill>
            <a:sysClr val="window" lastClr="FFFFFF"/>
          </a:solidFill>
          <a:ln w="12700" cap="flat" cmpd="sng" algn="ctr">
            <a:solidFill>
              <a:srgbClr val="00B0F0"/>
            </a:solidFill>
            <a:prstDash val="solid"/>
          </a:ln>
          <a:effectLst>
            <a:outerShdw blurRad="63500" sx="102000" sy="102000" algn="ctr" rotWithShape="0">
              <a:prstClr val="black">
                <a:alpha val="40000"/>
              </a:prstClr>
            </a:outerShdw>
          </a:effectLst>
        </p:spPr>
        <p:txBody>
          <a:bodyPr rtlCol="0" anchor="ctr"/>
          <a:lstStyle/>
          <a:p>
            <a:pPr algn="ctr" defTabSz="1097280" latinLnBrk="1">
              <a:defRPr/>
            </a:pPr>
            <a:endParaRPr lang="ko-KR" altLang="en-US" sz="2160" kern="0">
              <a:solidFill>
                <a:prstClr val="white"/>
              </a:solidFill>
              <a:latin typeface="Arial"/>
            </a:endParaRPr>
          </a:p>
        </p:txBody>
      </p:sp>
      <p:sp>
        <p:nvSpPr>
          <p:cNvPr id="20" name="Oval 19">
            <a:extLst>
              <a:ext uri="{FF2B5EF4-FFF2-40B4-BE49-F238E27FC236}">
                <a16:creationId xmlns:a16="http://schemas.microsoft.com/office/drawing/2014/main" id="{9D6DEEF1-83CA-43AD-8CBF-1D5AE8052DE0}"/>
              </a:ext>
            </a:extLst>
          </p:cNvPr>
          <p:cNvSpPr/>
          <p:nvPr/>
        </p:nvSpPr>
        <p:spPr>
          <a:xfrm>
            <a:off x="2488100" y="1639495"/>
            <a:ext cx="521160" cy="501658"/>
          </a:xfrm>
          <a:prstGeom prst="ellipse">
            <a:avLst/>
          </a:prstGeom>
          <a:solidFill>
            <a:sysClr val="window" lastClr="FFFFFF"/>
          </a:solidFill>
          <a:ln w="12700" cap="flat" cmpd="sng" algn="ctr">
            <a:solidFill>
              <a:srgbClr val="A72A8E"/>
            </a:solidFill>
            <a:prstDash val="solid"/>
          </a:ln>
          <a:effectLst>
            <a:outerShdw blurRad="63500" sx="102000" sy="102000" algn="ctr" rotWithShape="0">
              <a:prstClr val="black">
                <a:alpha val="40000"/>
              </a:prstClr>
            </a:outerShdw>
          </a:effectLst>
        </p:spPr>
        <p:txBody>
          <a:bodyPr rtlCol="0" anchor="ctr"/>
          <a:lstStyle/>
          <a:p>
            <a:pPr algn="ctr" defTabSz="1097280" latinLnBrk="1">
              <a:defRPr/>
            </a:pPr>
            <a:endParaRPr lang="ko-KR" altLang="en-US" sz="2160" kern="0">
              <a:solidFill>
                <a:prstClr val="white"/>
              </a:solidFill>
              <a:latin typeface="Arial"/>
            </a:endParaRPr>
          </a:p>
        </p:txBody>
      </p:sp>
      <p:sp>
        <p:nvSpPr>
          <p:cNvPr id="21" name="TextBox 20">
            <a:extLst>
              <a:ext uri="{FF2B5EF4-FFF2-40B4-BE49-F238E27FC236}">
                <a16:creationId xmlns:a16="http://schemas.microsoft.com/office/drawing/2014/main" id="{F842F9DD-C285-46CB-86C6-BD7A67D3BA03}"/>
              </a:ext>
            </a:extLst>
          </p:cNvPr>
          <p:cNvSpPr txBox="1"/>
          <p:nvPr/>
        </p:nvSpPr>
        <p:spPr>
          <a:xfrm>
            <a:off x="2474033" y="1624412"/>
            <a:ext cx="514322" cy="498598"/>
          </a:xfrm>
          <a:prstGeom prst="rect">
            <a:avLst/>
          </a:prstGeom>
          <a:noFill/>
        </p:spPr>
        <p:txBody>
          <a:bodyPr wrap="square" rtlCol="0" anchor="ctr">
            <a:spAutoFit/>
          </a:bodyPr>
          <a:lstStyle/>
          <a:p>
            <a:pPr algn="ctr" latinLnBrk="1"/>
            <a:r>
              <a:rPr lang="en-US" altLang="ko-KR" sz="2640" b="1" dirty="0">
                <a:solidFill>
                  <a:srgbClr val="A72A8E"/>
                </a:solidFill>
                <a:latin typeface="Arial"/>
                <a:cs typeface="Arial" pitchFamily="34" charset="0"/>
              </a:rPr>
              <a:t>1</a:t>
            </a:r>
            <a:endParaRPr lang="ko-KR" altLang="en-US" sz="2640" b="1" dirty="0">
              <a:solidFill>
                <a:srgbClr val="A72A8E"/>
              </a:solidFill>
              <a:latin typeface="Arial"/>
              <a:cs typeface="Arial" pitchFamily="34" charset="0"/>
            </a:endParaRPr>
          </a:p>
        </p:txBody>
      </p:sp>
      <p:sp>
        <p:nvSpPr>
          <p:cNvPr id="2" name="Rectangle 1">
            <a:extLst>
              <a:ext uri="{FF2B5EF4-FFF2-40B4-BE49-F238E27FC236}">
                <a16:creationId xmlns:a16="http://schemas.microsoft.com/office/drawing/2014/main" id="{DABC0CD8-7E7C-40CC-9A77-434BD3F34AB7}"/>
              </a:ext>
            </a:extLst>
          </p:cNvPr>
          <p:cNvSpPr/>
          <p:nvPr/>
        </p:nvSpPr>
        <p:spPr>
          <a:xfrm>
            <a:off x="3094565" y="1648652"/>
            <a:ext cx="7762483" cy="461665"/>
          </a:xfrm>
          <a:prstGeom prst="rect">
            <a:avLst/>
          </a:prstGeom>
        </p:spPr>
        <p:txBody>
          <a:bodyPr wrap="square">
            <a:spAutoFit/>
          </a:bodyPr>
          <a:lstStyle/>
          <a:p>
            <a:r>
              <a:rPr lang="en-US" sz="2400" dirty="0">
                <a:solidFill>
                  <a:srgbClr val="552579"/>
                </a:solidFill>
                <a:latin typeface="Arial" panose="020B0604020202020204" pitchFamily="34" charset="0"/>
                <a:cs typeface="Arial" panose="020B0604020202020204" pitchFamily="34" charset="0"/>
              </a:rPr>
              <a:t>Ethical decisions impact on the quality of our lives </a:t>
            </a:r>
          </a:p>
        </p:txBody>
      </p:sp>
      <p:sp>
        <p:nvSpPr>
          <p:cNvPr id="23" name="TextBox 22">
            <a:extLst>
              <a:ext uri="{FF2B5EF4-FFF2-40B4-BE49-F238E27FC236}">
                <a16:creationId xmlns:a16="http://schemas.microsoft.com/office/drawing/2014/main" id="{9ACBC595-28BB-472C-B48F-945970FB7BA9}"/>
              </a:ext>
            </a:extLst>
          </p:cNvPr>
          <p:cNvSpPr txBox="1"/>
          <p:nvPr/>
        </p:nvSpPr>
        <p:spPr>
          <a:xfrm>
            <a:off x="2467195" y="2281772"/>
            <a:ext cx="514322" cy="498598"/>
          </a:xfrm>
          <a:prstGeom prst="rect">
            <a:avLst/>
          </a:prstGeom>
          <a:noFill/>
        </p:spPr>
        <p:txBody>
          <a:bodyPr wrap="square" rtlCol="0" anchor="ctr">
            <a:spAutoFit/>
          </a:bodyPr>
          <a:lstStyle/>
          <a:p>
            <a:pPr algn="ctr" latinLnBrk="1"/>
            <a:r>
              <a:rPr lang="en-US" altLang="ko-KR" sz="2640" b="1" dirty="0">
                <a:solidFill>
                  <a:srgbClr val="00B0F0"/>
                </a:solidFill>
                <a:latin typeface="Arial"/>
                <a:cs typeface="Arial" pitchFamily="34" charset="0"/>
              </a:rPr>
              <a:t>2</a:t>
            </a:r>
            <a:endParaRPr lang="ko-KR" altLang="en-US" sz="2640" b="1" dirty="0">
              <a:solidFill>
                <a:srgbClr val="00B0F0"/>
              </a:solidFill>
              <a:latin typeface="Arial"/>
              <a:cs typeface="Arial" pitchFamily="34" charset="0"/>
            </a:endParaRPr>
          </a:p>
        </p:txBody>
      </p:sp>
      <p:sp>
        <p:nvSpPr>
          <p:cNvPr id="3" name="Rectangle 2">
            <a:extLst>
              <a:ext uri="{FF2B5EF4-FFF2-40B4-BE49-F238E27FC236}">
                <a16:creationId xmlns:a16="http://schemas.microsoft.com/office/drawing/2014/main" id="{25E4B4D2-9EFA-469F-B1F2-6C8AD8DE9B57}"/>
              </a:ext>
            </a:extLst>
          </p:cNvPr>
          <p:cNvSpPr/>
          <p:nvPr/>
        </p:nvSpPr>
        <p:spPr>
          <a:xfrm>
            <a:off x="3094565" y="2310742"/>
            <a:ext cx="9073896" cy="461665"/>
          </a:xfrm>
          <a:prstGeom prst="rect">
            <a:avLst/>
          </a:prstGeom>
        </p:spPr>
        <p:txBody>
          <a:bodyPr wrap="square">
            <a:spAutoFit/>
          </a:bodyPr>
          <a:lstStyle/>
          <a:p>
            <a:r>
              <a:rPr lang="en-US" sz="2400" dirty="0">
                <a:solidFill>
                  <a:srgbClr val="006F96"/>
                </a:solidFill>
                <a:latin typeface="Arial" panose="020B0604020202020204" pitchFamily="34" charset="0"/>
                <a:cs typeface="Arial" panose="020B0604020202020204" pitchFamily="34" charset="0"/>
              </a:rPr>
              <a:t>Ethical expectations are all around us and influence our behavior</a:t>
            </a:r>
            <a:endParaRPr lang="en-US" sz="2400" dirty="0">
              <a:solidFill>
                <a:srgbClr val="006F96"/>
              </a:solidFill>
            </a:endParaRPr>
          </a:p>
        </p:txBody>
      </p:sp>
      <p:sp>
        <p:nvSpPr>
          <p:cNvPr id="24" name="TextBox 23">
            <a:extLst>
              <a:ext uri="{FF2B5EF4-FFF2-40B4-BE49-F238E27FC236}">
                <a16:creationId xmlns:a16="http://schemas.microsoft.com/office/drawing/2014/main" id="{16C4433D-E366-44BB-9045-7CC9F921B479}"/>
              </a:ext>
            </a:extLst>
          </p:cNvPr>
          <p:cNvSpPr txBox="1"/>
          <p:nvPr/>
        </p:nvSpPr>
        <p:spPr>
          <a:xfrm>
            <a:off x="2467195" y="3604729"/>
            <a:ext cx="514322" cy="498598"/>
          </a:xfrm>
          <a:prstGeom prst="rect">
            <a:avLst/>
          </a:prstGeom>
          <a:noFill/>
        </p:spPr>
        <p:txBody>
          <a:bodyPr wrap="square" rtlCol="0" anchor="ctr">
            <a:spAutoFit/>
          </a:bodyPr>
          <a:lstStyle/>
          <a:p>
            <a:pPr algn="ctr" latinLnBrk="1"/>
            <a:r>
              <a:rPr lang="en-US" altLang="ko-KR" sz="2640" b="1" dirty="0">
                <a:solidFill>
                  <a:srgbClr val="1ED0A6"/>
                </a:solidFill>
                <a:latin typeface="Arial"/>
                <a:cs typeface="Arial" pitchFamily="34" charset="0"/>
              </a:rPr>
              <a:t>4</a:t>
            </a:r>
            <a:endParaRPr lang="ko-KR" altLang="en-US" sz="2640" b="1" dirty="0">
              <a:solidFill>
                <a:srgbClr val="1ED0A6"/>
              </a:solidFill>
              <a:latin typeface="Arial"/>
              <a:cs typeface="Arial" pitchFamily="34" charset="0"/>
            </a:endParaRPr>
          </a:p>
        </p:txBody>
      </p:sp>
      <p:sp>
        <p:nvSpPr>
          <p:cNvPr id="25" name="TextBox 24">
            <a:extLst>
              <a:ext uri="{FF2B5EF4-FFF2-40B4-BE49-F238E27FC236}">
                <a16:creationId xmlns:a16="http://schemas.microsoft.com/office/drawing/2014/main" id="{9D69D8AF-6012-464A-9842-DF69D721449D}"/>
              </a:ext>
            </a:extLst>
          </p:cNvPr>
          <p:cNvSpPr txBox="1"/>
          <p:nvPr/>
        </p:nvSpPr>
        <p:spPr>
          <a:xfrm>
            <a:off x="2483098" y="4275635"/>
            <a:ext cx="514322" cy="498598"/>
          </a:xfrm>
          <a:prstGeom prst="rect">
            <a:avLst/>
          </a:prstGeom>
          <a:noFill/>
        </p:spPr>
        <p:txBody>
          <a:bodyPr wrap="square" rtlCol="0" anchor="ctr">
            <a:spAutoFit/>
          </a:bodyPr>
          <a:lstStyle/>
          <a:p>
            <a:pPr algn="ctr" latinLnBrk="1"/>
            <a:r>
              <a:rPr lang="en-US" altLang="ko-KR" sz="2640" b="1" dirty="0">
                <a:solidFill>
                  <a:schemeClr val="accent2">
                    <a:lumMod val="50000"/>
                  </a:schemeClr>
                </a:solidFill>
                <a:latin typeface="Arial"/>
                <a:cs typeface="Arial" pitchFamily="34" charset="0"/>
              </a:rPr>
              <a:t>5</a:t>
            </a:r>
            <a:endParaRPr lang="ko-KR" altLang="en-US" sz="2640" b="1" dirty="0">
              <a:solidFill>
                <a:schemeClr val="accent2">
                  <a:lumMod val="50000"/>
                </a:schemeClr>
              </a:solidFill>
              <a:latin typeface="Arial"/>
              <a:cs typeface="Arial" pitchFamily="34" charset="0"/>
            </a:endParaRPr>
          </a:p>
        </p:txBody>
      </p:sp>
      <p:sp>
        <p:nvSpPr>
          <p:cNvPr id="26" name="TextBox 25">
            <a:extLst>
              <a:ext uri="{FF2B5EF4-FFF2-40B4-BE49-F238E27FC236}">
                <a16:creationId xmlns:a16="http://schemas.microsoft.com/office/drawing/2014/main" id="{07CA2B65-9DF6-41EC-BBDB-D4861751293B}"/>
              </a:ext>
            </a:extLst>
          </p:cNvPr>
          <p:cNvSpPr txBox="1"/>
          <p:nvPr/>
        </p:nvSpPr>
        <p:spPr>
          <a:xfrm>
            <a:off x="2483098" y="2949914"/>
            <a:ext cx="514322" cy="498598"/>
          </a:xfrm>
          <a:prstGeom prst="rect">
            <a:avLst/>
          </a:prstGeom>
          <a:noFill/>
        </p:spPr>
        <p:txBody>
          <a:bodyPr wrap="square" rtlCol="0" anchor="ctr">
            <a:spAutoFit/>
          </a:bodyPr>
          <a:lstStyle/>
          <a:p>
            <a:pPr algn="ctr" latinLnBrk="1"/>
            <a:r>
              <a:rPr lang="en-US" altLang="ko-KR" sz="2640" b="1" dirty="0">
                <a:solidFill>
                  <a:srgbClr val="FEB71F"/>
                </a:solidFill>
                <a:latin typeface="Arial"/>
                <a:cs typeface="Arial" pitchFamily="34" charset="0"/>
              </a:rPr>
              <a:t>3</a:t>
            </a:r>
            <a:endParaRPr lang="ko-KR" altLang="en-US" sz="2640" b="1" dirty="0">
              <a:solidFill>
                <a:srgbClr val="FEB71F"/>
              </a:solidFill>
              <a:latin typeface="Arial"/>
              <a:cs typeface="Arial" pitchFamily="34" charset="0"/>
            </a:endParaRPr>
          </a:p>
        </p:txBody>
      </p:sp>
      <p:sp>
        <p:nvSpPr>
          <p:cNvPr id="5" name="Rectangle 4">
            <a:extLst>
              <a:ext uri="{FF2B5EF4-FFF2-40B4-BE49-F238E27FC236}">
                <a16:creationId xmlns:a16="http://schemas.microsoft.com/office/drawing/2014/main" id="{2A1C15BA-52C8-462E-BC85-272838ED82DC}"/>
              </a:ext>
            </a:extLst>
          </p:cNvPr>
          <p:cNvSpPr/>
          <p:nvPr/>
        </p:nvSpPr>
        <p:spPr>
          <a:xfrm>
            <a:off x="3094565" y="2964288"/>
            <a:ext cx="8476888" cy="461665"/>
          </a:xfrm>
          <a:prstGeom prst="rect">
            <a:avLst/>
          </a:prstGeom>
        </p:spPr>
        <p:txBody>
          <a:bodyPr wrap="square">
            <a:spAutoFit/>
          </a:bodyPr>
          <a:lstStyle/>
          <a:p>
            <a:r>
              <a:rPr lang="en-US" sz="2400" dirty="0">
                <a:solidFill>
                  <a:srgbClr val="EEB500"/>
                </a:solidFill>
                <a:latin typeface="Arial" panose="020B0604020202020204" pitchFamily="34" charset="0"/>
                <a:cs typeface="Arial" panose="020B0604020202020204" pitchFamily="34" charset="0"/>
              </a:rPr>
              <a:t>Ethical decisions are complex and may well differ over time </a:t>
            </a:r>
            <a:endParaRPr lang="en-US" sz="2400" dirty="0">
              <a:solidFill>
                <a:srgbClr val="EEB500"/>
              </a:solidFill>
            </a:endParaRPr>
          </a:p>
        </p:txBody>
      </p:sp>
      <p:pic>
        <p:nvPicPr>
          <p:cNvPr id="7" name="Picture 6">
            <a:extLst>
              <a:ext uri="{FF2B5EF4-FFF2-40B4-BE49-F238E27FC236}">
                <a16:creationId xmlns:a16="http://schemas.microsoft.com/office/drawing/2014/main" id="{C22F2213-1450-4717-AF5D-8BF2E4D2C1F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21778" y="5304713"/>
            <a:ext cx="5248676" cy="2142317"/>
          </a:xfrm>
          <a:prstGeom prst="rect">
            <a:avLst/>
          </a:prstGeom>
          <a:ln>
            <a:noFill/>
          </a:ln>
          <a:effectLst>
            <a:outerShdw blurRad="292100" dist="139700" dir="2700000" algn="tl" rotWithShape="0">
              <a:srgbClr val="333333">
                <a:alpha val="65000"/>
              </a:srgbClr>
            </a:outerShdw>
          </a:effectLst>
        </p:spPr>
      </p:pic>
      <p:sp>
        <p:nvSpPr>
          <p:cNvPr id="9" name="Rectangle 8">
            <a:extLst>
              <a:ext uri="{FF2B5EF4-FFF2-40B4-BE49-F238E27FC236}">
                <a16:creationId xmlns:a16="http://schemas.microsoft.com/office/drawing/2014/main" id="{F3A5EA56-F5B0-4E09-A438-5E819487924A}"/>
              </a:ext>
            </a:extLst>
          </p:cNvPr>
          <p:cNvSpPr/>
          <p:nvPr/>
        </p:nvSpPr>
        <p:spPr>
          <a:xfrm>
            <a:off x="3126365" y="3629109"/>
            <a:ext cx="8475606" cy="461665"/>
          </a:xfrm>
          <a:prstGeom prst="rect">
            <a:avLst/>
          </a:prstGeom>
        </p:spPr>
        <p:txBody>
          <a:bodyPr wrap="square">
            <a:spAutoFit/>
          </a:bodyPr>
          <a:lstStyle/>
          <a:p>
            <a:r>
              <a:rPr lang="en-US" sz="2400" dirty="0">
                <a:solidFill>
                  <a:srgbClr val="128066"/>
                </a:solidFill>
                <a:latin typeface="Arial" panose="020B0604020202020204" pitchFamily="34" charset="0"/>
                <a:cs typeface="Arial" panose="020B0604020202020204" pitchFamily="34" charset="0"/>
              </a:rPr>
              <a:t>Ethical decision making has been studied for centuries </a:t>
            </a:r>
            <a:endParaRPr lang="en-US" sz="2400" dirty="0">
              <a:solidFill>
                <a:srgbClr val="128066"/>
              </a:solidFill>
            </a:endParaRPr>
          </a:p>
        </p:txBody>
      </p:sp>
      <p:sp>
        <p:nvSpPr>
          <p:cNvPr id="10" name="Rectangle 9">
            <a:extLst>
              <a:ext uri="{FF2B5EF4-FFF2-40B4-BE49-F238E27FC236}">
                <a16:creationId xmlns:a16="http://schemas.microsoft.com/office/drawing/2014/main" id="{9B942371-81CC-4494-B6C9-F4FAF2F9A21A}"/>
              </a:ext>
            </a:extLst>
          </p:cNvPr>
          <p:cNvSpPr/>
          <p:nvPr/>
        </p:nvSpPr>
        <p:spPr>
          <a:xfrm>
            <a:off x="3126365" y="4303335"/>
            <a:ext cx="7161182" cy="461665"/>
          </a:xfrm>
          <a:prstGeom prst="rect">
            <a:avLst/>
          </a:prstGeom>
        </p:spPr>
        <p:txBody>
          <a:bodyPr wrap="square">
            <a:spAutoFit/>
          </a:bodyPr>
          <a:lstStyle/>
          <a:p>
            <a:r>
              <a:rPr lang="en-US" sz="2400" dirty="0">
                <a:solidFill>
                  <a:schemeClr val="accent2">
                    <a:lumMod val="50000"/>
                  </a:schemeClr>
                </a:solidFill>
                <a:latin typeface="Arial" panose="020B0604020202020204" pitchFamily="34" charset="0"/>
                <a:cs typeface="Arial" panose="020B0604020202020204" pitchFamily="34" charset="0"/>
              </a:rPr>
              <a:t>Computing provides a space for poor behavior</a:t>
            </a:r>
            <a:endParaRPr lang="en-US" sz="2400" dirty="0">
              <a:solidFill>
                <a:schemeClr val="accent2">
                  <a:lumMod val="50000"/>
                </a:schemeClr>
              </a:solidFill>
            </a:endParaRPr>
          </a:p>
        </p:txBody>
      </p:sp>
      <p:sp>
        <p:nvSpPr>
          <p:cNvPr id="6" name="TextBox 5">
            <a:extLst>
              <a:ext uri="{FF2B5EF4-FFF2-40B4-BE49-F238E27FC236}">
                <a16:creationId xmlns:a16="http://schemas.microsoft.com/office/drawing/2014/main" id="{4547C075-96CA-FB49-BF99-B7E3BF318B54}"/>
              </a:ext>
            </a:extLst>
          </p:cNvPr>
          <p:cNvSpPr txBox="1"/>
          <p:nvPr/>
        </p:nvSpPr>
        <p:spPr>
          <a:xfrm>
            <a:off x="152400" y="176480"/>
            <a:ext cx="3962400" cy="661720"/>
          </a:xfrm>
          <a:prstGeom prst="rect">
            <a:avLst/>
          </a:prstGeom>
          <a:noFill/>
        </p:spPr>
        <p:txBody>
          <a:bodyPr wrap="square" rtlCol="0">
            <a:spAutoFit/>
          </a:bodyPr>
          <a:lstStyle/>
          <a:p>
            <a:r>
              <a:rPr lang="en-US" sz="3700" b="1" dirty="0">
                <a:solidFill>
                  <a:schemeClr val="bg1"/>
                </a:solidFill>
                <a:cs typeface="Arial" panose="020B0604020202020204" pitchFamily="34" charset="0"/>
              </a:rPr>
              <a:t>Discussion</a:t>
            </a:r>
          </a:p>
        </p:txBody>
      </p:sp>
      <p:sp>
        <p:nvSpPr>
          <p:cNvPr id="11" name="Footer Placeholder 10">
            <a:extLst>
              <a:ext uri="{FF2B5EF4-FFF2-40B4-BE49-F238E27FC236}">
                <a16:creationId xmlns:a16="http://schemas.microsoft.com/office/drawing/2014/main" id="{50360163-D13C-EC48-AD25-CA1A2A7AB98B}"/>
              </a:ext>
            </a:extLst>
          </p:cNvPr>
          <p:cNvSpPr>
            <a:spLocks noGrp="1"/>
          </p:cNvSpPr>
          <p:nvPr>
            <p:ph type="ftr" sz="quarter" idx="11"/>
          </p:nvPr>
        </p:nvSpPr>
        <p:spPr/>
        <p:txBody>
          <a:bodyPr/>
          <a:lstStyle/>
          <a:p>
            <a:r>
              <a:rPr lang="en-US" smtClean="0"/>
              <a:t>Myanmar Institute of Information Technology, MIIT</a:t>
            </a:r>
            <a:endParaRPr lang="en-US"/>
          </a:p>
        </p:txBody>
      </p:sp>
      <p:sp>
        <p:nvSpPr>
          <p:cNvPr id="12" name="Date Placeholder 11"/>
          <p:cNvSpPr>
            <a:spLocks noGrp="1"/>
          </p:cNvSpPr>
          <p:nvPr>
            <p:ph type="dt" sz="half" idx="10"/>
          </p:nvPr>
        </p:nvSpPr>
        <p:spPr/>
        <p:txBody>
          <a:bodyPr/>
          <a:lstStyle/>
          <a:p>
            <a:fld id="{ACB4D109-63EC-4540-8F12-B1F51C2AD268}" type="datetime1">
              <a:rPr lang="en-US" smtClean="0"/>
              <a:t>9/8/2025</a:t>
            </a:fld>
            <a:endParaRPr lang="en-US"/>
          </a:p>
        </p:txBody>
      </p:sp>
    </p:spTree>
    <p:extLst>
      <p:ext uri="{BB962C8B-B14F-4D97-AF65-F5344CB8AC3E}">
        <p14:creationId xmlns:p14="http://schemas.microsoft.com/office/powerpoint/2010/main" val="93561517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290">
                                          <p:stCondLst>
                                            <p:cond delay="0"/>
                                          </p:stCondLst>
                                        </p:cTn>
                                        <p:tgtEl>
                                          <p:spTgt spid="7"/>
                                        </p:tgtEl>
                                      </p:cBhvr>
                                    </p:animEffect>
                                    <p:anim calcmode="lin" valueType="num">
                                      <p:cBhvr>
                                        <p:cTn id="8" dur="911" tmFilter="0,0; 0.14,0.36; 0.43,0.73; 0.71,0.91; 1.0,1.0">
                                          <p:stCondLst>
                                            <p:cond delay="0"/>
                                          </p:stCondLst>
                                        </p:cTn>
                                        <p:tgtEl>
                                          <p:spTgt spid="7"/>
                                        </p:tgtEl>
                                        <p:attrNameLst>
                                          <p:attrName>ppt_x</p:attrName>
                                        </p:attrNameLst>
                                      </p:cBhvr>
                                      <p:tavLst>
                                        <p:tav tm="0">
                                          <p:val>
                                            <p:strVal val="#ppt_x-0.25"/>
                                          </p:val>
                                        </p:tav>
                                        <p:tav tm="100000">
                                          <p:val>
                                            <p:strVal val="#ppt_x"/>
                                          </p:val>
                                        </p:tav>
                                      </p:tavLst>
                                    </p:anim>
                                    <p:anim calcmode="lin" valueType="num">
                                      <p:cBhvr>
                                        <p:cTn id="9" dur="332" tmFilter="0.0,0.0; 0.25,0.07; 0.50,0.2; 0.75,0.467; 1.0,1.0">
                                          <p:stCondLst>
                                            <p:cond delay="0"/>
                                          </p:stCondLst>
                                        </p:cTn>
                                        <p:tgtEl>
                                          <p:spTgt spid="7"/>
                                        </p:tgtEl>
                                        <p:attrNameLst>
                                          <p:attrName>ppt_y</p:attrName>
                                        </p:attrNameLst>
                                      </p:cBhvr>
                                      <p:tavLst>
                                        <p:tav tm="0" fmla="#ppt_y-sin(pi*$)/3">
                                          <p:val>
                                            <p:fltVal val="0.5"/>
                                          </p:val>
                                        </p:tav>
                                        <p:tav tm="100000">
                                          <p:val>
                                            <p:fltVal val="1"/>
                                          </p:val>
                                        </p:tav>
                                      </p:tavLst>
                                    </p:anim>
                                    <p:anim calcmode="lin" valueType="num">
                                      <p:cBhvr>
                                        <p:cTn id="10" dur="332" tmFilter="0, 0; 0.125,0.2665; 0.25,0.4; 0.375,0.465; 0.5,0.5;  0.625,0.535; 0.75,0.6; 0.875,0.7335; 1,1">
                                          <p:stCondLst>
                                            <p:cond delay="332"/>
                                          </p:stCondLst>
                                        </p:cTn>
                                        <p:tgtEl>
                                          <p:spTgt spid="7"/>
                                        </p:tgtEl>
                                        <p:attrNameLst>
                                          <p:attrName>ppt_y</p:attrName>
                                        </p:attrNameLst>
                                      </p:cBhvr>
                                      <p:tavLst>
                                        <p:tav tm="0" fmla="#ppt_y-sin(pi*$)/9">
                                          <p:val>
                                            <p:fltVal val="0"/>
                                          </p:val>
                                        </p:tav>
                                        <p:tav tm="100000">
                                          <p:val>
                                            <p:fltVal val="1"/>
                                          </p:val>
                                        </p:tav>
                                      </p:tavLst>
                                    </p:anim>
                                    <p:anim calcmode="lin" valueType="num">
                                      <p:cBhvr>
                                        <p:cTn id="11" dur="166" tmFilter="0, 0; 0.125,0.2665; 0.25,0.4; 0.375,0.465; 0.5,0.5;  0.625,0.535; 0.75,0.6; 0.875,0.7335; 1,1">
                                          <p:stCondLst>
                                            <p:cond delay="662"/>
                                          </p:stCondLst>
                                        </p:cTn>
                                        <p:tgtEl>
                                          <p:spTgt spid="7"/>
                                        </p:tgtEl>
                                        <p:attrNameLst>
                                          <p:attrName>ppt_y</p:attrName>
                                        </p:attrNameLst>
                                      </p:cBhvr>
                                      <p:tavLst>
                                        <p:tav tm="0" fmla="#ppt_y-sin(pi*$)/27">
                                          <p:val>
                                            <p:fltVal val="0"/>
                                          </p:val>
                                        </p:tav>
                                        <p:tav tm="100000">
                                          <p:val>
                                            <p:fltVal val="1"/>
                                          </p:val>
                                        </p:tav>
                                      </p:tavLst>
                                    </p:anim>
                                    <p:anim calcmode="lin" valueType="num">
                                      <p:cBhvr>
                                        <p:cTn id="12" dur="82" tmFilter="0, 0; 0.125,0.2665; 0.25,0.4; 0.375,0.465; 0.5,0.5;  0.625,0.535; 0.75,0.6; 0.875,0.7335; 1,1">
                                          <p:stCondLst>
                                            <p:cond delay="828"/>
                                          </p:stCondLst>
                                        </p:cTn>
                                        <p:tgtEl>
                                          <p:spTgt spid="7"/>
                                        </p:tgtEl>
                                        <p:attrNameLst>
                                          <p:attrName>ppt_y</p:attrName>
                                        </p:attrNameLst>
                                      </p:cBhvr>
                                      <p:tavLst>
                                        <p:tav tm="0" fmla="#ppt_y-sin(pi*$)/81">
                                          <p:val>
                                            <p:fltVal val="0"/>
                                          </p:val>
                                        </p:tav>
                                        <p:tav tm="100000">
                                          <p:val>
                                            <p:fltVal val="1"/>
                                          </p:val>
                                        </p:tav>
                                      </p:tavLst>
                                    </p:anim>
                                    <p:animScale>
                                      <p:cBhvr>
                                        <p:cTn id="13" dur="13">
                                          <p:stCondLst>
                                            <p:cond delay="325"/>
                                          </p:stCondLst>
                                        </p:cTn>
                                        <p:tgtEl>
                                          <p:spTgt spid="7"/>
                                        </p:tgtEl>
                                      </p:cBhvr>
                                      <p:to x="100000" y="60000"/>
                                    </p:animScale>
                                    <p:animScale>
                                      <p:cBhvr>
                                        <p:cTn id="14" dur="83" decel="50000">
                                          <p:stCondLst>
                                            <p:cond delay="338"/>
                                          </p:stCondLst>
                                        </p:cTn>
                                        <p:tgtEl>
                                          <p:spTgt spid="7"/>
                                        </p:tgtEl>
                                      </p:cBhvr>
                                      <p:to x="100000" y="100000"/>
                                    </p:animScale>
                                    <p:animScale>
                                      <p:cBhvr>
                                        <p:cTn id="15" dur="13">
                                          <p:stCondLst>
                                            <p:cond delay="656"/>
                                          </p:stCondLst>
                                        </p:cTn>
                                        <p:tgtEl>
                                          <p:spTgt spid="7"/>
                                        </p:tgtEl>
                                      </p:cBhvr>
                                      <p:to x="100000" y="80000"/>
                                    </p:animScale>
                                    <p:animScale>
                                      <p:cBhvr>
                                        <p:cTn id="16" dur="83" decel="50000">
                                          <p:stCondLst>
                                            <p:cond delay="669"/>
                                          </p:stCondLst>
                                        </p:cTn>
                                        <p:tgtEl>
                                          <p:spTgt spid="7"/>
                                        </p:tgtEl>
                                      </p:cBhvr>
                                      <p:to x="100000" y="100000"/>
                                    </p:animScale>
                                    <p:animScale>
                                      <p:cBhvr>
                                        <p:cTn id="17" dur="13">
                                          <p:stCondLst>
                                            <p:cond delay="821"/>
                                          </p:stCondLst>
                                        </p:cTn>
                                        <p:tgtEl>
                                          <p:spTgt spid="7"/>
                                        </p:tgtEl>
                                      </p:cBhvr>
                                      <p:to x="100000" y="90000"/>
                                    </p:animScale>
                                    <p:animScale>
                                      <p:cBhvr>
                                        <p:cTn id="18" dur="83" decel="50000">
                                          <p:stCondLst>
                                            <p:cond delay="834"/>
                                          </p:stCondLst>
                                        </p:cTn>
                                        <p:tgtEl>
                                          <p:spTgt spid="7"/>
                                        </p:tgtEl>
                                      </p:cBhvr>
                                      <p:to x="100000" y="100000"/>
                                    </p:animScale>
                                    <p:animScale>
                                      <p:cBhvr>
                                        <p:cTn id="19" dur="13">
                                          <p:stCondLst>
                                            <p:cond delay="904"/>
                                          </p:stCondLst>
                                        </p:cTn>
                                        <p:tgtEl>
                                          <p:spTgt spid="7"/>
                                        </p:tgtEl>
                                      </p:cBhvr>
                                      <p:to x="100000" y="95000"/>
                                    </p:animScale>
                                    <p:animScale>
                                      <p:cBhvr>
                                        <p:cTn id="20" dur="83" decel="50000">
                                          <p:stCondLst>
                                            <p:cond delay="917"/>
                                          </p:stCondLst>
                                        </p:cTn>
                                        <p:tgtEl>
                                          <p:spTgt spid="7"/>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16" presetClass="entr" presetSubtype="21" fill="hold" grpId="0" nodeType="click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barn(inVertical)">
                                      <p:cBhvr>
                                        <p:cTn id="25" dur="500"/>
                                        <p:tgtEl>
                                          <p:spTgt spid="21"/>
                                        </p:tgtEl>
                                      </p:cBhvr>
                                    </p:animEffect>
                                  </p:childTnLst>
                                </p:cTn>
                              </p:par>
                              <p:par>
                                <p:cTn id="26" presetID="14" presetClass="entr" presetSubtype="1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randombar(horizontal)">
                                      <p:cBhvr>
                                        <p:cTn id="28" dur="500"/>
                                        <p:tgtEl>
                                          <p:spTgt spid="20"/>
                                        </p:tgtEl>
                                      </p:cBhvr>
                                    </p:animEffect>
                                  </p:childTnLst>
                                </p:cTn>
                              </p:par>
                              <p:par>
                                <p:cTn id="29" presetID="16" presetClass="entr" presetSubtype="21" fill="hold" grpId="0" nodeType="withEffect">
                                  <p:stCondLst>
                                    <p:cond delay="0"/>
                                  </p:stCondLst>
                                  <p:childTnLst>
                                    <p:set>
                                      <p:cBhvr>
                                        <p:cTn id="30" dur="1" fill="hold">
                                          <p:stCondLst>
                                            <p:cond delay="0"/>
                                          </p:stCondLst>
                                        </p:cTn>
                                        <p:tgtEl>
                                          <p:spTgt spid="2"/>
                                        </p:tgtEl>
                                        <p:attrNameLst>
                                          <p:attrName>style.visibility</p:attrName>
                                        </p:attrNameLst>
                                      </p:cBhvr>
                                      <p:to>
                                        <p:strVal val="visible"/>
                                      </p:to>
                                    </p:set>
                                    <p:animEffect transition="in" filter="barn(inVertical)">
                                      <p:cBhvr>
                                        <p:cTn id="31" dur="500"/>
                                        <p:tgtEl>
                                          <p:spTgt spid="2"/>
                                        </p:tgtEl>
                                      </p:cBhvr>
                                    </p:animEffect>
                                  </p:childTnLst>
                                </p:cTn>
                              </p:par>
                            </p:childTnLst>
                          </p:cTn>
                        </p:par>
                      </p:childTnLst>
                    </p:cTn>
                  </p:par>
                  <p:par>
                    <p:cTn id="32" fill="hold">
                      <p:stCondLst>
                        <p:cond delay="indefinite"/>
                      </p:stCondLst>
                      <p:childTnLst>
                        <p:par>
                          <p:cTn id="33" fill="hold">
                            <p:stCondLst>
                              <p:cond delay="0"/>
                            </p:stCondLst>
                            <p:childTnLst>
                              <p:par>
                                <p:cTn id="34" presetID="16" presetClass="entr" presetSubtype="21" fill="hold" grpId="0" nodeType="clickEffect">
                                  <p:stCondLst>
                                    <p:cond delay="0"/>
                                  </p:stCondLst>
                                  <p:childTnLst>
                                    <p:set>
                                      <p:cBhvr>
                                        <p:cTn id="35" dur="1" fill="hold">
                                          <p:stCondLst>
                                            <p:cond delay="0"/>
                                          </p:stCondLst>
                                        </p:cTn>
                                        <p:tgtEl>
                                          <p:spTgt spid="3"/>
                                        </p:tgtEl>
                                        <p:attrNameLst>
                                          <p:attrName>style.visibility</p:attrName>
                                        </p:attrNameLst>
                                      </p:cBhvr>
                                      <p:to>
                                        <p:strVal val="visible"/>
                                      </p:to>
                                    </p:set>
                                    <p:animEffect transition="in" filter="barn(inVertical)">
                                      <p:cBhvr>
                                        <p:cTn id="36" dur="500"/>
                                        <p:tgtEl>
                                          <p:spTgt spid="3"/>
                                        </p:tgtEl>
                                      </p:cBhvr>
                                    </p:animEffect>
                                  </p:childTnLst>
                                </p:cTn>
                              </p:par>
                              <p:par>
                                <p:cTn id="37" presetID="14" presetClass="entr" presetSubtype="10" fill="hold" grpId="0" nodeType="withEffect">
                                  <p:stCondLst>
                                    <p:cond delay="0"/>
                                  </p:stCondLst>
                                  <p:childTnLst>
                                    <p:set>
                                      <p:cBhvr>
                                        <p:cTn id="38" dur="1" fill="hold">
                                          <p:stCondLst>
                                            <p:cond delay="0"/>
                                          </p:stCondLst>
                                        </p:cTn>
                                        <p:tgtEl>
                                          <p:spTgt spid="23"/>
                                        </p:tgtEl>
                                        <p:attrNameLst>
                                          <p:attrName>style.visibility</p:attrName>
                                        </p:attrNameLst>
                                      </p:cBhvr>
                                      <p:to>
                                        <p:strVal val="visible"/>
                                      </p:to>
                                    </p:set>
                                    <p:animEffect transition="in" filter="randombar(horizontal)">
                                      <p:cBhvr>
                                        <p:cTn id="39" dur="500"/>
                                        <p:tgtEl>
                                          <p:spTgt spid="23"/>
                                        </p:tgtEl>
                                      </p:cBhvr>
                                    </p:animEffect>
                                  </p:childTnLst>
                                </p:cTn>
                              </p:par>
                              <p:par>
                                <p:cTn id="40" presetID="14" presetClass="entr" presetSubtype="10" fill="hold" grpId="0" nodeType="with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randombar(horizontal)">
                                      <p:cBhvr>
                                        <p:cTn id="42" dur="500"/>
                                        <p:tgtEl>
                                          <p:spTgt spid="19"/>
                                        </p:tgtEl>
                                      </p:cBhvr>
                                    </p:animEffect>
                                  </p:childTnLst>
                                </p:cTn>
                              </p:par>
                            </p:childTnLst>
                          </p:cTn>
                        </p:par>
                      </p:childTnLst>
                    </p:cTn>
                  </p:par>
                  <p:par>
                    <p:cTn id="43" fill="hold">
                      <p:stCondLst>
                        <p:cond delay="indefinite"/>
                      </p:stCondLst>
                      <p:childTnLst>
                        <p:par>
                          <p:cTn id="44" fill="hold">
                            <p:stCondLst>
                              <p:cond delay="0"/>
                            </p:stCondLst>
                            <p:childTnLst>
                              <p:par>
                                <p:cTn id="45" presetID="16" presetClass="entr" presetSubtype="21" fill="hold" grpId="0" nodeType="clickEffect">
                                  <p:stCondLst>
                                    <p:cond delay="0"/>
                                  </p:stCondLst>
                                  <p:childTnLst>
                                    <p:set>
                                      <p:cBhvr>
                                        <p:cTn id="46" dur="1" fill="hold">
                                          <p:stCondLst>
                                            <p:cond delay="0"/>
                                          </p:stCondLst>
                                        </p:cTn>
                                        <p:tgtEl>
                                          <p:spTgt spid="5"/>
                                        </p:tgtEl>
                                        <p:attrNameLst>
                                          <p:attrName>style.visibility</p:attrName>
                                        </p:attrNameLst>
                                      </p:cBhvr>
                                      <p:to>
                                        <p:strVal val="visible"/>
                                      </p:to>
                                    </p:set>
                                    <p:animEffect transition="in" filter="barn(inVertical)">
                                      <p:cBhvr>
                                        <p:cTn id="47" dur="500"/>
                                        <p:tgtEl>
                                          <p:spTgt spid="5"/>
                                        </p:tgtEl>
                                      </p:cBhvr>
                                    </p:animEffect>
                                  </p:childTnLst>
                                </p:cTn>
                              </p:par>
                              <p:par>
                                <p:cTn id="48" presetID="14" presetClass="entr" presetSubtype="10" fill="hold" grpId="0" nodeType="withEffect">
                                  <p:stCondLst>
                                    <p:cond delay="0"/>
                                  </p:stCondLst>
                                  <p:childTnLst>
                                    <p:set>
                                      <p:cBhvr>
                                        <p:cTn id="49" dur="1" fill="hold">
                                          <p:stCondLst>
                                            <p:cond delay="0"/>
                                          </p:stCondLst>
                                        </p:cTn>
                                        <p:tgtEl>
                                          <p:spTgt spid="26"/>
                                        </p:tgtEl>
                                        <p:attrNameLst>
                                          <p:attrName>style.visibility</p:attrName>
                                        </p:attrNameLst>
                                      </p:cBhvr>
                                      <p:to>
                                        <p:strVal val="visible"/>
                                      </p:to>
                                    </p:set>
                                    <p:animEffect transition="in" filter="randombar(horizontal)">
                                      <p:cBhvr>
                                        <p:cTn id="50" dur="500"/>
                                        <p:tgtEl>
                                          <p:spTgt spid="26"/>
                                        </p:tgtEl>
                                      </p:cBhvr>
                                    </p:animEffect>
                                  </p:childTnLst>
                                </p:cTn>
                              </p:par>
                              <p:par>
                                <p:cTn id="51" presetID="14" presetClass="entr" presetSubtype="10" fill="hold" grpId="0" nodeType="withEffect">
                                  <p:stCondLst>
                                    <p:cond delay="0"/>
                                  </p:stCondLst>
                                  <p:childTnLst>
                                    <p:set>
                                      <p:cBhvr>
                                        <p:cTn id="52" dur="1" fill="hold">
                                          <p:stCondLst>
                                            <p:cond delay="0"/>
                                          </p:stCondLst>
                                        </p:cTn>
                                        <p:tgtEl>
                                          <p:spTgt spid="18"/>
                                        </p:tgtEl>
                                        <p:attrNameLst>
                                          <p:attrName>style.visibility</p:attrName>
                                        </p:attrNameLst>
                                      </p:cBhvr>
                                      <p:to>
                                        <p:strVal val="visible"/>
                                      </p:to>
                                    </p:set>
                                    <p:animEffect transition="in" filter="randombar(horizontal)">
                                      <p:cBhvr>
                                        <p:cTn id="53" dur="500"/>
                                        <p:tgtEl>
                                          <p:spTgt spid="18"/>
                                        </p:tgtEl>
                                      </p:cBhvr>
                                    </p:animEffect>
                                  </p:childTnLst>
                                </p:cTn>
                              </p:par>
                            </p:childTnLst>
                          </p:cTn>
                        </p:par>
                      </p:childTnLst>
                    </p:cTn>
                  </p:par>
                  <p:par>
                    <p:cTn id="54" fill="hold">
                      <p:stCondLst>
                        <p:cond delay="indefinite"/>
                      </p:stCondLst>
                      <p:childTnLst>
                        <p:par>
                          <p:cTn id="55" fill="hold">
                            <p:stCondLst>
                              <p:cond delay="0"/>
                            </p:stCondLst>
                            <p:childTnLst>
                              <p:par>
                                <p:cTn id="56" presetID="14" presetClass="entr" presetSubtype="10" fill="hold" grpId="0" nodeType="clickEffect">
                                  <p:stCondLst>
                                    <p:cond delay="0"/>
                                  </p:stCondLst>
                                  <p:childTnLst>
                                    <p:set>
                                      <p:cBhvr>
                                        <p:cTn id="57" dur="1" fill="hold">
                                          <p:stCondLst>
                                            <p:cond delay="0"/>
                                          </p:stCondLst>
                                        </p:cTn>
                                        <p:tgtEl>
                                          <p:spTgt spid="17"/>
                                        </p:tgtEl>
                                        <p:attrNameLst>
                                          <p:attrName>style.visibility</p:attrName>
                                        </p:attrNameLst>
                                      </p:cBhvr>
                                      <p:to>
                                        <p:strVal val="visible"/>
                                      </p:to>
                                    </p:set>
                                    <p:animEffect transition="in" filter="randombar(horizontal)">
                                      <p:cBhvr>
                                        <p:cTn id="58" dur="500"/>
                                        <p:tgtEl>
                                          <p:spTgt spid="17"/>
                                        </p:tgtEl>
                                      </p:cBhvr>
                                    </p:animEffect>
                                  </p:childTnLst>
                                </p:cTn>
                              </p:par>
                              <p:par>
                                <p:cTn id="59" presetID="14" presetClass="entr" presetSubtype="10" fill="hold" grpId="0" nodeType="withEffect">
                                  <p:stCondLst>
                                    <p:cond delay="0"/>
                                  </p:stCondLst>
                                  <p:childTnLst>
                                    <p:set>
                                      <p:cBhvr>
                                        <p:cTn id="60" dur="1" fill="hold">
                                          <p:stCondLst>
                                            <p:cond delay="0"/>
                                          </p:stCondLst>
                                        </p:cTn>
                                        <p:tgtEl>
                                          <p:spTgt spid="24"/>
                                        </p:tgtEl>
                                        <p:attrNameLst>
                                          <p:attrName>style.visibility</p:attrName>
                                        </p:attrNameLst>
                                      </p:cBhvr>
                                      <p:to>
                                        <p:strVal val="visible"/>
                                      </p:to>
                                    </p:set>
                                    <p:animEffect transition="in" filter="randombar(horizontal)">
                                      <p:cBhvr>
                                        <p:cTn id="61" dur="500"/>
                                        <p:tgtEl>
                                          <p:spTgt spid="24"/>
                                        </p:tgtEl>
                                      </p:cBhvr>
                                    </p:animEffect>
                                  </p:childTnLst>
                                </p:cTn>
                              </p:par>
                              <p:par>
                                <p:cTn id="62" presetID="16" presetClass="entr" presetSubtype="21" fill="hold" grpId="0" nodeType="withEffect">
                                  <p:stCondLst>
                                    <p:cond delay="0"/>
                                  </p:stCondLst>
                                  <p:childTnLst>
                                    <p:set>
                                      <p:cBhvr>
                                        <p:cTn id="63" dur="1" fill="hold">
                                          <p:stCondLst>
                                            <p:cond delay="0"/>
                                          </p:stCondLst>
                                        </p:cTn>
                                        <p:tgtEl>
                                          <p:spTgt spid="9"/>
                                        </p:tgtEl>
                                        <p:attrNameLst>
                                          <p:attrName>style.visibility</p:attrName>
                                        </p:attrNameLst>
                                      </p:cBhvr>
                                      <p:to>
                                        <p:strVal val="visible"/>
                                      </p:to>
                                    </p:set>
                                    <p:animEffect transition="in" filter="barn(inVertical)">
                                      <p:cBhvr>
                                        <p:cTn id="64" dur="500"/>
                                        <p:tgtEl>
                                          <p:spTgt spid="9"/>
                                        </p:tgtEl>
                                      </p:cBhvr>
                                    </p:animEffect>
                                  </p:childTnLst>
                                </p:cTn>
                              </p:par>
                            </p:childTnLst>
                          </p:cTn>
                        </p:par>
                      </p:childTnLst>
                    </p:cTn>
                  </p:par>
                  <p:par>
                    <p:cTn id="65" fill="hold">
                      <p:stCondLst>
                        <p:cond delay="indefinite"/>
                      </p:stCondLst>
                      <p:childTnLst>
                        <p:par>
                          <p:cTn id="66" fill="hold">
                            <p:stCondLst>
                              <p:cond delay="0"/>
                            </p:stCondLst>
                            <p:childTnLst>
                              <p:par>
                                <p:cTn id="67" presetID="14" presetClass="entr" presetSubtype="10" fill="hold" grpId="0" nodeType="clickEffect">
                                  <p:stCondLst>
                                    <p:cond delay="0"/>
                                  </p:stCondLst>
                                  <p:childTnLst>
                                    <p:set>
                                      <p:cBhvr>
                                        <p:cTn id="68" dur="1" fill="hold">
                                          <p:stCondLst>
                                            <p:cond delay="0"/>
                                          </p:stCondLst>
                                        </p:cTn>
                                        <p:tgtEl>
                                          <p:spTgt spid="25"/>
                                        </p:tgtEl>
                                        <p:attrNameLst>
                                          <p:attrName>style.visibility</p:attrName>
                                        </p:attrNameLst>
                                      </p:cBhvr>
                                      <p:to>
                                        <p:strVal val="visible"/>
                                      </p:to>
                                    </p:set>
                                    <p:animEffect transition="in" filter="randombar(horizontal)">
                                      <p:cBhvr>
                                        <p:cTn id="69" dur="500"/>
                                        <p:tgtEl>
                                          <p:spTgt spid="25"/>
                                        </p:tgtEl>
                                      </p:cBhvr>
                                    </p:animEffect>
                                  </p:childTnLst>
                                </p:cTn>
                              </p:par>
                              <p:par>
                                <p:cTn id="70" presetID="14" presetClass="entr" presetSubtype="10" fill="hold" grpId="0" nodeType="withEffect">
                                  <p:stCondLst>
                                    <p:cond delay="0"/>
                                  </p:stCondLst>
                                  <p:childTnLst>
                                    <p:set>
                                      <p:cBhvr>
                                        <p:cTn id="71" dur="1" fill="hold">
                                          <p:stCondLst>
                                            <p:cond delay="0"/>
                                          </p:stCondLst>
                                        </p:cTn>
                                        <p:tgtEl>
                                          <p:spTgt spid="8"/>
                                        </p:tgtEl>
                                        <p:attrNameLst>
                                          <p:attrName>style.visibility</p:attrName>
                                        </p:attrNameLst>
                                      </p:cBhvr>
                                      <p:to>
                                        <p:strVal val="visible"/>
                                      </p:to>
                                    </p:set>
                                    <p:animEffect transition="in" filter="randombar(horizontal)">
                                      <p:cBhvr>
                                        <p:cTn id="72" dur="500"/>
                                        <p:tgtEl>
                                          <p:spTgt spid="8"/>
                                        </p:tgtEl>
                                      </p:cBhvr>
                                    </p:animEffect>
                                  </p:childTnLst>
                                </p:cTn>
                              </p:par>
                              <p:par>
                                <p:cTn id="73" presetID="16" presetClass="entr" presetSubtype="21" fill="hold" grpId="0" nodeType="withEffect">
                                  <p:stCondLst>
                                    <p:cond delay="0"/>
                                  </p:stCondLst>
                                  <p:childTnLst>
                                    <p:set>
                                      <p:cBhvr>
                                        <p:cTn id="74" dur="1" fill="hold">
                                          <p:stCondLst>
                                            <p:cond delay="0"/>
                                          </p:stCondLst>
                                        </p:cTn>
                                        <p:tgtEl>
                                          <p:spTgt spid="10"/>
                                        </p:tgtEl>
                                        <p:attrNameLst>
                                          <p:attrName>style.visibility</p:attrName>
                                        </p:attrNameLst>
                                      </p:cBhvr>
                                      <p:to>
                                        <p:strVal val="visible"/>
                                      </p:to>
                                    </p:set>
                                    <p:animEffect transition="in" filter="barn(inVertical)">
                                      <p:cBhvr>
                                        <p:cTn id="75"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7" grpId="0" animBg="1"/>
      <p:bldP spid="18" grpId="0" animBg="1"/>
      <p:bldP spid="19" grpId="0" animBg="1"/>
      <p:bldP spid="20" grpId="0" animBg="1"/>
      <p:bldP spid="21" grpId="0"/>
      <p:bldP spid="2" grpId="0"/>
      <p:bldP spid="23" grpId="0"/>
      <p:bldP spid="3" grpId="0"/>
      <p:bldP spid="24" grpId="0"/>
      <p:bldP spid="25" grpId="0"/>
      <p:bldP spid="26" grpId="0"/>
      <p:bldP spid="5" grpId="0"/>
      <p:bldP spid="9" grpId="0"/>
      <p:bldP spid="1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직사각형 19"/>
          <p:cNvSpPr/>
          <p:nvPr/>
        </p:nvSpPr>
        <p:spPr>
          <a:xfrm>
            <a:off x="838200" y="381000"/>
            <a:ext cx="12969239" cy="681988"/>
          </a:xfrm>
          <a:prstGeom prst="rect">
            <a:avLst/>
          </a:prstGeom>
          <a:solidFill>
            <a:schemeClr val="accent5">
              <a:lumMod val="75000"/>
            </a:schemeClr>
          </a:solidFill>
        </p:spPr>
        <p:txBody>
          <a:bodyPr wrap="square" lIns="111511" tIns="55756" rIns="111511" bIns="55756"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95585">
              <a:defRPr/>
            </a:pPr>
            <a:r>
              <a:rPr lang="en-US" sz="3700" b="1" dirty="0">
                <a:solidFill>
                  <a:schemeClr val="bg1"/>
                </a:solidFill>
              </a:rPr>
              <a:t>References</a:t>
            </a:r>
            <a:endParaRPr lang="en-US" altLang="ko-KR" sz="3700" b="1" kern="0" dirty="0">
              <a:solidFill>
                <a:schemeClr val="bg1"/>
              </a:solidFill>
              <a:latin typeface="Arial" panose="020B0604020202020204" pitchFamily="34" charset="0"/>
              <a:ea typeface="맑은 고딕" panose="020B0503020000020004" pitchFamily="34" charset="-127"/>
              <a:cs typeface="Arial" panose="020B0604020202020204" pitchFamily="34" charset="0"/>
            </a:endParaRPr>
          </a:p>
        </p:txBody>
      </p:sp>
      <p:sp>
        <p:nvSpPr>
          <p:cNvPr id="7" name="Content Placeholder 2"/>
          <p:cNvSpPr>
            <a:spLocks noGrp="1"/>
          </p:cNvSpPr>
          <p:nvPr/>
        </p:nvSpPr>
        <p:spPr>
          <a:xfrm>
            <a:off x="990600" y="1371600"/>
            <a:ext cx="14142720" cy="6429375"/>
          </a:xfrm>
          <a:prstGeom prst="rect">
            <a:avLst/>
          </a:prstGeom>
        </p:spPr>
        <p:txBody>
          <a:bodyPr lIns="111511" tIns="55756" rIns="111511" bIns="55756"/>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87861" indent="-487861">
              <a:lnSpc>
                <a:spcPct val="200000"/>
              </a:lnSpc>
              <a:spcBef>
                <a:spcPts val="0"/>
              </a:spcBef>
              <a:buFont typeface="+mj-lt"/>
              <a:buAutoNum type="arabicPeriod"/>
            </a:pPr>
            <a:r>
              <a:rPr lang="en-US" sz="2400" dirty="0">
                <a:solidFill>
                  <a:prstClr val="black"/>
                </a:solidFill>
                <a:latin typeface="Arial" panose="020B0604020202020204" pitchFamily="34" charset="0"/>
                <a:cs typeface="Arial" panose="020B0604020202020204" pitchFamily="34" charset="0"/>
              </a:rPr>
              <a:t>“Ethics in Information Technology” by George W. Reynolds, Fifth </a:t>
            </a:r>
            <a:r>
              <a:rPr lang="en-US" sz="2400" dirty="0" smtClean="0">
                <a:solidFill>
                  <a:prstClr val="black"/>
                </a:solidFill>
                <a:latin typeface="Arial" panose="020B0604020202020204" pitchFamily="34" charset="0"/>
                <a:cs typeface="Arial" panose="020B0604020202020204" pitchFamily="34" charset="0"/>
              </a:rPr>
              <a:t>Edition</a:t>
            </a:r>
          </a:p>
          <a:p>
            <a:pPr marL="487861" indent="-487861">
              <a:lnSpc>
                <a:spcPct val="200000"/>
              </a:lnSpc>
              <a:spcBef>
                <a:spcPts val="0"/>
              </a:spcBef>
              <a:buFont typeface="+mj-lt"/>
              <a:buAutoNum type="arabicPeriod"/>
            </a:pPr>
            <a:r>
              <a:rPr lang="en-US" sz="2400" dirty="0">
                <a:solidFill>
                  <a:prstClr val="black"/>
                </a:solidFill>
                <a:latin typeface="Arial" panose="020B0604020202020204" pitchFamily="34" charset="0"/>
                <a:cs typeface="Arial" panose="020B0604020202020204" pitchFamily="34" charset="0"/>
              </a:rPr>
              <a:t>BOS </a:t>
            </a:r>
            <a:r>
              <a:rPr lang="en-US" sz="2400" dirty="0" smtClean="0">
                <a:solidFill>
                  <a:prstClr val="black"/>
                </a:solidFill>
                <a:latin typeface="Arial" panose="020B0604020202020204" pitchFamily="34" charset="0"/>
                <a:cs typeface="Arial" panose="020B0604020202020204" pitchFamily="34" charset="0"/>
              </a:rPr>
              <a:t>Lectures</a:t>
            </a:r>
            <a:endParaRPr lang="en-US" sz="2400" dirty="0">
              <a:solidFill>
                <a:prstClr val="black"/>
              </a:solidFill>
              <a:latin typeface="Arial" panose="020B0604020202020204" pitchFamily="34" charset="0"/>
              <a:cs typeface="Arial" panose="020B0604020202020204" pitchFamily="34" charset="0"/>
            </a:endParaRPr>
          </a:p>
          <a:p>
            <a:pPr marL="487861" indent="-487861">
              <a:lnSpc>
                <a:spcPct val="200000"/>
              </a:lnSpc>
              <a:spcBef>
                <a:spcPts val="0"/>
              </a:spcBef>
              <a:buFont typeface="+mj-lt"/>
              <a:buAutoNum type="arabicPeriod"/>
            </a:pPr>
            <a:r>
              <a:rPr lang="en-US" sz="2400" dirty="0" smtClean="0">
                <a:solidFill>
                  <a:prstClr val="black"/>
                </a:solidFill>
                <a:latin typeface="Arial" panose="020B0604020202020204" pitchFamily="34" charset="0"/>
                <a:cs typeface="Arial" panose="020B0604020202020204" pitchFamily="34" charset="0"/>
              </a:rPr>
              <a:t>Images </a:t>
            </a:r>
            <a:r>
              <a:rPr lang="en-US" sz="2400" dirty="0">
                <a:solidFill>
                  <a:prstClr val="black"/>
                </a:solidFill>
                <a:latin typeface="Arial" panose="020B0604020202020204" pitchFamily="34" charset="0"/>
                <a:cs typeface="Arial" panose="020B0604020202020204" pitchFamily="34" charset="0"/>
              </a:rPr>
              <a:t>are from Google.</a:t>
            </a:r>
          </a:p>
        </p:txBody>
      </p:sp>
      <p:sp>
        <p:nvSpPr>
          <p:cNvPr id="2" name="Footer Placeholder 1"/>
          <p:cNvSpPr>
            <a:spLocks noGrp="1"/>
          </p:cNvSpPr>
          <p:nvPr>
            <p:ph type="ftr" sz="quarter" idx="11"/>
          </p:nvPr>
        </p:nvSpPr>
        <p:spPr/>
        <p:txBody>
          <a:bodyPr/>
          <a:lstStyle/>
          <a:p>
            <a:r>
              <a:rPr lang="en-US" smtClean="0"/>
              <a:t>Myanmar Institute of Information Technology, MIIT</a:t>
            </a:r>
            <a:endParaRPr lang="en-US"/>
          </a:p>
        </p:txBody>
      </p:sp>
      <p:sp>
        <p:nvSpPr>
          <p:cNvPr id="3" name="Slide Number Placeholder 2"/>
          <p:cNvSpPr>
            <a:spLocks noGrp="1"/>
          </p:cNvSpPr>
          <p:nvPr>
            <p:ph type="sldNum" sz="quarter" idx="12"/>
          </p:nvPr>
        </p:nvSpPr>
        <p:spPr/>
        <p:txBody>
          <a:bodyPr/>
          <a:lstStyle/>
          <a:p>
            <a:fld id="{308F3A94-28FA-42B0-AEE0-73984DBB4908}" type="slidenum">
              <a:rPr lang="en-US" smtClean="0"/>
              <a:t>13</a:t>
            </a:fld>
            <a:endParaRPr lang="en-US"/>
          </a:p>
        </p:txBody>
      </p:sp>
      <p:sp>
        <p:nvSpPr>
          <p:cNvPr id="4" name="Date Placeholder 3"/>
          <p:cNvSpPr>
            <a:spLocks noGrp="1"/>
          </p:cNvSpPr>
          <p:nvPr>
            <p:ph type="dt" sz="half" idx="10"/>
          </p:nvPr>
        </p:nvSpPr>
        <p:spPr/>
        <p:txBody>
          <a:bodyPr/>
          <a:lstStyle/>
          <a:p>
            <a:fld id="{AC566419-B5C7-400B-A473-19CDF2BD7A7A}" type="datetime1">
              <a:rPr lang="en-US" smtClean="0"/>
              <a:t>9/8/2025</a:t>
            </a:fld>
            <a:endParaRPr lang="en-US"/>
          </a:p>
        </p:txBody>
      </p:sp>
    </p:spTree>
    <p:extLst>
      <p:ext uri="{BB962C8B-B14F-4D97-AF65-F5344CB8AC3E}">
        <p14:creationId xmlns:p14="http://schemas.microsoft.com/office/powerpoint/2010/main" val="29765874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02BAEA4CA6F9141B4550EEAC68FDE43" ma:contentTypeVersion="12" ma:contentTypeDescription="Create a new document." ma:contentTypeScope="" ma:versionID="6d79a06a2e0f4060a40190431b37aa8f">
  <xsd:schema xmlns:xsd="http://www.w3.org/2001/XMLSchema" xmlns:xs="http://www.w3.org/2001/XMLSchema" xmlns:p="http://schemas.microsoft.com/office/2006/metadata/properties" xmlns:ns2="1529d114-01ab-42a9-addc-1944297632ff" xmlns:ns3="45ec7807-c9da-4680-94bf-0d04137eb65a" targetNamespace="http://schemas.microsoft.com/office/2006/metadata/properties" ma:root="true" ma:fieldsID="b8195af2a843c4178fda3bc1575c6c37" ns2:_="" ns3:_="">
    <xsd:import namespace="1529d114-01ab-42a9-addc-1944297632ff"/>
    <xsd:import namespace="45ec7807-c9da-4680-94bf-0d04137eb65a"/>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ServiceAutoKeyPoints" minOccurs="0"/>
                <xsd:element ref="ns2:MediaServiceKeyPoints" minOccurs="0"/>
                <xsd:element ref="ns3:SharedWithUsers" minOccurs="0"/>
                <xsd:element ref="ns3:SharedWithDetail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529d114-01ab-42a9-addc-1944297632f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LengthInSeconds" ma:index="19"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45ec7807-c9da-4680-94bf-0d04137eb65a"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12A69A95-398A-44CE-A82F-9881F86B7AD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529d114-01ab-42a9-addc-1944297632ff"/>
    <ds:schemaRef ds:uri="45ec7807-c9da-4680-94bf-0d04137eb65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AB0D4AB-F7C2-4F28-8526-F17216A7E5E2}">
  <ds:schemaRefs>
    <ds:schemaRef ds:uri="http://schemas.microsoft.com/sharepoint/v3/contenttype/forms"/>
  </ds:schemaRefs>
</ds:datastoreItem>
</file>

<file path=customXml/itemProps3.xml><?xml version="1.0" encoding="utf-8"?>
<ds:datastoreItem xmlns:ds="http://schemas.openxmlformats.org/officeDocument/2006/customXml" ds:itemID="{D66E0422-A7F4-44B9-AE5D-743AEC8828EF}">
  <ds:schemaRefs>
    <ds:schemaRef ds:uri="http://purl.org/dc/terms/"/>
    <ds:schemaRef ds:uri="45ec7807-c9da-4680-94bf-0d04137eb65a"/>
    <ds:schemaRef ds:uri="http://purl.org/dc/dcmitype/"/>
    <ds:schemaRef ds:uri="http://www.w3.org/XML/1998/namespace"/>
    <ds:schemaRef ds:uri="http://purl.org/dc/elements/1.1/"/>
    <ds:schemaRef ds:uri="http://schemas.microsoft.com/office/infopath/2007/PartnerControls"/>
    <ds:schemaRef ds:uri="http://schemas.microsoft.com/office/2006/documentManagement/types"/>
    <ds:schemaRef ds:uri="http://schemas.openxmlformats.org/package/2006/metadata/core-properties"/>
    <ds:schemaRef ds:uri="1529d114-01ab-42a9-addc-1944297632ff"/>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Integral</Template>
  <TotalTime>1913</TotalTime>
  <Words>1343</Words>
  <Application>Microsoft Office PowerPoint</Application>
  <PresentationFormat>Custom</PresentationFormat>
  <Paragraphs>170</Paragraphs>
  <Slides>13</Slides>
  <Notes>10</Notes>
  <HiddenSlides>1</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맑은 고딕</vt:lpstr>
      <vt:lpstr>Airal</vt:lpstr>
      <vt:lpstr>Arial</vt:lpstr>
      <vt:lpstr>Calibri</vt:lpstr>
      <vt:lpstr>Calibri Light</vt:lpstr>
      <vt:lpstr>Rockwell Extra Bold</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DELL</dc:creator>
  <cp:lastModifiedBy>MIIT-ITSM06</cp:lastModifiedBy>
  <cp:revision>266</cp:revision>
  <dcterms:created xsi:type="dcterms:W3CDTF">2020-12-09T13:58:07Z</dcterms:created>
  <dcterms:modified xsi:type="dcterms:W3CDTF">2025-09-08T04:23:16Z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0x010100A02BAEA4CA6F9141B4550EEAC68FDE43</vt:lpwstr>
  </property>
</Properties>
</file>